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1.webp" ContentType="image/webp"/>
  <Override PartName="/ppt/media/image13.webp" ContentType="image/webp"/>
  <Override PartName="/ppt/media/image16.webp" ContentType="image/webp"/>
  <Override PartName="/ppt/media/image4.webp" ContentType="image/webp"/>
  <Override PartName="/ppt/media/image8.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92" r:id="rId6"/>
    <p:sldId id="299" r:id="rId7"/>
    <p:sldId id="257" r:id="rId8"/>
    <p:sldId id="301" r:id="rId9"/>
    <p:sldId id="258" r:id="rId10"/>
    <p:sldId id="320" r:id="rId11"/>
    <p:sldId id="259" r:id="rId12"/>
    <p:sldId id="260" r:id="rId13"/>
    <p:sldId id="273" r:id="rId14"/>
    <p:sldId id="272" r:id="rId15"/>
    <p:sldId id="261" r:id="rId16"/>
    <p:sldId id="262" r:id="rId17"/>
    <p:sldId id="274" r:id="rId18"/>
    <p:sldId id="275" r:id="rId19"/>
    <p:sldId id="263" r:id="rId20"/>
    <p:sldId id="321" r:id="rId21"/>
    <p:sldId id="264" r:id="rId22"/>
    <p:sldId id="279" r:id="rId23"/>
    <p:sldId id="305" r:id="rId24"/>
    <p:sldId id="283" r:id="rId25"/>
    <p:sldId id="285" r:id="rId26"/>
    <p:sldId id="280" r:id="rId27"/>
    <p:sldId id="308" r:id="rId28"/>
    <p:sldId id="310" r:id="rId29"/>
    <p:sldId id="307" r:id="rId30"/>
    <p:sldId id="338" r:id="rId31"/>
    <p:sldId id="281" r:id="rId32"/>
    <p:sldId id="322" r:id="rId33"/>
    <p:sldId id="287" r:id="rId34"/>
    <p:sldId id="314" r:id="rId35"/>
    <p:sldId id="317" r:id="rId36"/>
    <p:sldId id="326" r:id="rId37"/>
    <p:sldId id="328" r:id="rId38"/>
    <p:sldId id="290" r:id="rId39"/>
    <p:sldId id="289" r:id="rId40"/>
    <p:sldId id="311" r:id="rId41"/>
    <p:sldId id="270" r:id="rId42"/>
    <p:sldId id="323" r:id="rId43"/>
    <p:sldId id="267" r:id="rId44"/>
    <p:sldId id="291" r:id="rId45"/>
    <p:sldId id="329" r:id="rId46"/>
    <p:sldId id="330" r:id="rId47"/>
    <p:sldId id="296" r:id="rId48"/>
    <p:sldId id="298" r:id="rId49"/>
    <p:sldId id="333" r:id="rId50"/>
    <p:sldId id="302" r:id="rId51"/>
    <p:sldId id="324" r:id="rId52"/>
    <p:sldId id="331" r:id="rId53"/>
    <p:sldId id="303" r:id="rId54"/>
    <p:sldId id="304" r:id="rId55"/>
    <p:sldId id="332" r:id="rId56"/>
    <p:sldId id="335" r:id="rId57"/>
    <p:sldId id="337" r:id="rId58"/>
    <p:sldId id="300" r:id="rId59"/>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CC"/>
    <a:srgbClr val="F433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374"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3" Type="http://schemas.openxmlformats.org/officeDocument/2006/relationships/tags" Target="tags/tag106.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29.wmf"/><Relationship Id="rId8" Type="http://schemas.openxmlformats.org/officeDocument/2006/relationships/image" Target="../media/image28.wmf"/><Relationship Id="rId7" Type="http://schemas.openxmlformats.org/officeDocument/2006/relationships/image" Target="../media/image27.wmf"/><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6" Type="http://schemas.openxmlformats.org/officeDocument/2006/relationships/image" Target="../media/image36.wmf"/><Relationship Id="rId15" Type="http://schemas.openxmlformats.org/officeDocument/2006/relationships/image" Target="../media/image35.wmf"/><Relationship Id="rId14" Type="http://schemas.openxmlformats.org/officeDocument/2006/relationships/image" Target="../media/image34.wmf"/><Relationship Id="rId13" Type="http://schemas.openxmlformats.org/officeDocument/2006/relationships/image" Target="../media/image33.wmf"/><Relationship Id="rId12" Type="http://schemas.openxmlformats.org/officeDocument/2006/relationships/image" Target="../media/image32.wmf"/><Relationship Id="rId11" Type="http://schemas.openxmlformats.org/officeDocument/2006/relationships/image" Target="../media/image31.wmf"/><Relationship Id="rId10" Type="http://schemas.openxmlformats.org/officeDocument/2006/relationships/image" Target="../media/image30.wmf"/><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45.wmf"/><Relationship Id="rId3" Type="http://schemas.openxmlformats.org/officeDocument/2006/relationships/image" Target="../media/image44.wmf"/><Relationship Id="rId2" Type="http://schemas.openxmlformats.org/officeDocument/2006/relationships/image" Target="../media/image42.wmf"/><Relationship Id="rId1" Type="http://schemas.openxmlformats.org/officeDocument/2006/relationships/image" Target="../media/image41.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58.wmf"/><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65.wmf"/><Relationship Id="rId7" Type="http://schemas.openxmlformats.org/officeDocument/2006/relationships/image" Target="../media/image64.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1.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71.wmf"/><Relationship Id="rId7" Type="http://schemas.openxmlformats.org/officeDocument/2006/relationships/image" Target="../media/image70.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59.wmf"/><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6" Type="http://schemas.openxmlformats.org/officeDocument/2006/relationships/image" Target="../media/image77.wmf"/><Relationship Id="rId5" Type="http://schemas.openxmlformats.org/officeDocument/2006/relationships/image" Target="../media/image76.wmf"/><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85.wmf"/><Relationship Id="rId8" Type="http://schemas.openxmlformats.org/officeDocument/2006/relationships/image" Target="../media/image73.wmf"/><Relationship Id="rId7" Type="http://schemas.openxmlformats.org/officeDocument/2006/relationships/image" Target="../media/image84.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wmf"/><Relationship Id="rId12" Type="http://schemas.openxmlformats.org/officeDocument/2006/relationships/image" Target="../media/image88.wmf"/><Relationship Id="rId11" Type="http://schemas.openxmlformats.org/officeDocument/2006/relationships/image" Target="../media/image87.wmf"/><Relationship Id="rId10" Type="http://schemas.openxmlformats.org/officeDocument/2006/relationships/image" Target="../media/image86.wmf"/><Relationship Id="rId1" Type="http://schemas.openxmlformats.org/officeDocument/2006/relationships/image" Target="../media/image51.wmf"/></Relationships>
</file>

<file path=ppt/drawings/_rels/vmlDrawing8.vml.rels><?xml version="1.0" encoding="UTF-8" standalone="yes"?>
<Relationships xmlns="http://schemas.openxmlformats.org/package/2006/relationships"><Relationship Id="rId6" Type="http://schemas.openxmlformats.org/officeDocument/2006/relationships/image" Target="../media/image95.wmf"/><Relationship Id="rId5" Type="http://schemas.openxmlformats.org/officeDocument/2006/relationships/image" Target="../media/image93.wmf"/><Relationship Id="rId4" Type="http://schemas.openxmlformats.org/officeDocument/2006/relationships/image" Target="../media/image92.wmf"/><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103.wmf"/><Relationship Id="rId8" Type="http://schemas.openxmlformats.org/officeDocument/2006/relationships/image" Target="../media/image102.wmf"/><Relationship Id="rId7" Type="http://schemas.openxmlformats.org/officeDocument/2006/relationships/image" Target="../media/image101.wmf"/><Relationship Id="rId6" Type="http://schemas.openxmlformats.org/officeDocument/2006/relationships/image" Target="../media/image100.wmf"/><Relationship Id="rId5" Type="http://schemas.openxmlformats.org/officeDocument/2006/relationships/image" Target="../media/image85.wmf"/><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7.wmf"/><Relationship Id="rId12" Type="http://schemas.openxmlformats.org/officeDocument/2006/relationships/image" Target="../media/image104.wmf"/><Relationship Id="rId11" Type="http://schemas.openxmlformats.org/officeDocument/2006/relationships/image" Target="../media/image90.wmf"/><Relationship Id="rId10" Type="http://schemas.openxmlformats.org/officeDocument/2006/relationships/image" Target="../media/image89.wmf"/><Relationship Id="rId1" Type="http://schemas.openxmlformats.org/officeDocument/2006/relationships/image" Target="../media/image9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119.wmf"/><Relationship Id="rId8" Type="http://schemas.openxmlformats.org/officeDocument/2006/relationships/image" Target="../media/image118.wmf"/><Relationship Id="rId7" Type="http://schemas.openxmlformats.org/officeDocument/2006/relationships/image" Target="../media/image117.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0" Type="http://schemas.openxmlformats.org/officeDocument/2006/relationships/image" Target="../media/image120.wmf"/><Relationship Id="rId1" Type="http://schemas.openxmlformats.org/officeDocument/2006/relationships/image" Target="../media/image111.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6.wmf"/><Relationship Id="rId1" Type="http://schemas.openxmlformats.org/officeDocument/2006/relationships/image" Target="../media/image123.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0.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137.wmf"/><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149.wmf"/><Relationship Id="rId8" Type="http://schemas.openxmlformats.org/officeDocument/2006/relationships/image" Target="../media/image148.wmf"/><Relationship Id="rId7" Type="http://schemas.openxmlformats.org/officeDocument/2006/relationships/image" Target="../media/image147.wmf"/><Relationship Id="rId6" Type="http://schemas.openxmlformats.org/officeDocument/2006/relationships/image" Target="../media/image146.wmf"/><Relationship Id="rId5" Type="http://schemas.openxmlformats.org/officeDocument/2006/relationships/image" Target="../media/image145.wmf"/><Relationship Id="rId4" Type="http://schemas.openxmlformats.org/officeDocument/2006/relationships/image" Target="../media/image144.wmf"/><Relationship Id="rId3" Type="http://schemas.openxmlformats.org/officeDocument/2006/relationships/image" Target="../media/image143.wmf"/><Relationship Id="rId2" Type="http://schemas.openxmlformats.org/officeDocument/2006/relationships/image" Target="../media/image142.wmf"/><Relationship Id="rId17" Type="http://schemas.openxmlformats.org/officeDocument/2006/relationships/image" Target="../media/image157.wmf"/><Relationship Id="rId16" Type="http://schemas.openxmlformats.org/officeDocument/2006/relationships/image" Target="../media/image156.wmf"/><Relationship Id="rId15" Type="http://schemas.openxmlformats.org/officeDocument/2006/relationships/image" Target="../media/image155.wmf"/><Relationship Id="rId14" Type="http://schemas.openxmlformats.org/officeDocument/2006/relationships/image" Target="../media/image154.wmf"/><Relationship Id="rId13" Type="http://schemas.openxmlformats.org/officeDocument/2006/relationships/image" Target="../media/image153.wmf"/><Relationship Id="rId12" Type="http://schemas.openxmlformats.org/officeDocument/2006/relationships/image" Target="../media/image152.wmf"/><Relationship Id="rId11" Type="http://schemas.openxmlformats.org/officeDocument/2006/relationships/image" Target="../media/image151.wmf"/><Relationship Id="rId10" Type="http://schemas.openxmlformats.org/officeDocument/2006/relationships/image" Target="../media/image150.wmf"/><Relationship Id="rId1" Type="http://schemas.openxmlformats.org/officeDocument/2006/relationships/image" Target="../media/image14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61.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175.wmf"/><Relationship Id="rId8" Type="http://schemas.openxmlformats.org/officeDocument/2006/relationships/image" Target="../media/image174.wmf"/><Relationship Id="rId7" Type="http://schemas.openxmlformats.org/officeDocument/2006/relationships/image" Target="../media/image173.wmf"/><Relationship Id="rId6" Type="http://schemas.openxmlformats.org/officeDocument/2006/relationships/image" Target="../media/image172.wmf"/><Relationship Id="rId5" Type="http://schemas.openxmlformats.org/officeDocument/2006/relationships/image" Target="../media/image171.wmf"/><Relationship Id="rId4" Type="http://schemas.openxmlformats.org/officeDocument/2006/relationships/image" Target="../media/image170.wmf"/><Relationship Id="rId3" Type="http://schemas.openxmlformats.org/officeDocument/2006/relationships/image" Target="../media/image169.wmf"/><Relationship Id="rId2" Type="http://schemas.openxmlformats.org/officeDocument/2006/relationships/image" Target="../media/image168.wmf"/><Relationship Id="rId11" Type="http://schemas.openxmlformats.org/officeDocument/2006/relationships/image" Target="../media/image177.wmf"/><Relationship Id="rId10" Type="http://schemas.openxmlformats.org/officeDocument/2006/relationships/image" Target="../media/image176.wmf"/><Relationship Id="rId1" Type="http://schemas.openxmlformats.org/officeDocument/2006/relationships/image" Target="../media/image167.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187.wmf"/><Relationship Id="rId8" Type="http://schemas.openxmlformats.org/officeDocument/2006/relationships/image" Target="../media/image186.wmf"/><Relationship Id="rId7" Type="http://schemas.openxmlformats.org/officeDocument/2006/relationships/image" Target="../media/image185.wmf"/><Relationship Id="rId6" Type="http://schemas.openxmlformats.org/officeDocument/2006/relationships/image" Target="../media/image184.wmf"/><Relationship Id="rId5" Type="http://schemas.openxmlformats.org/officeDocument/2006/relationships/image" Target="../media/image183.wmf"/><Relationship Id="rId4" Type="http://schemas.openxmlformats.org/officeDocument/2006/relationships/image" Target="../media/image182.wmf"/><Relationship Id="rId3" Type="http://schemas.openxmlformats.org/officeDocument/2006/relationships/image" Target="../media/image181.wmf"/><Relationship Id="rId2" Type="http://schemas.openxmlformats.org/officeDocument/2006/relationships/image" Target="../media/image180.wmf"/><Relationship Id="rId10" Type="http://schemas.openxmlformats.org/officeDocument/2006/relationships/image" Target="../media/image188.wmf"/><Relationship Id="rId1" Type="http://schemas.openxmlformats.org/officeDocument/2006/relationships/image" Target="../media/image17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90.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170.wmf"/><Relationship Id="rId8" Type="http://schemas.openxmlformats.org/officeDocument/2006/relationships/image" Target="../media/image169.wmf"/><Relationship Id="rId7" Type="http://schemas.openxmlformats.org/officeDocument/2006/relationships/image" Target="../media/image200.wmf"/><Relationship Id="rId6" Type="http://schemas.openxmlformats.org/officeDocument/2006/relationships/image" Target="../media/image199.wmf"/><Relationship Id="rId5" Type="http://schemas.openxmlformats.org/officeDocument/2006/relationships/image" Target="../media/image198.wmf"/><Relationship Id="rId4" Type="http://schemas.openxmlformats.org/officeDocument/2006/relationships/image" Target="../media/image197.wmf"/><Relationship Id="rId3" Type="http://schemas.openxmlformats.org/officeDocument/2006/relationships/image" Target="../media/image196.wmf"/><Relationship Id="rId29" Type="http://schemas.openxmlformats.org/officeDocument/2006/relationships/image" Target="../media/image217.wmf"/><Relationship Id="rId28" Type="http://schemas.openxmlformats.org/officeDocument/2006/relationships/image" Target="../media/image216.wmf"/><Relationship Id="rId27" Type="http://schemas.openxmlformats.org/officeDocument/2006/relationships/image" Target="../media/image215.wmf"/><Relationship Id="rId26" Type="http://schemas.openxmlformats.org/officeDocument/2006/relationships/image" Target="../media/image214.wmf"/><Relationship Id="rId25" Type="http://schemas.openxmlformats.org/officeDocument/2006/relationships/image" Target="../media/image213.wmf"/><Relationship Id="rId24" Type="http://schemas.openxmlformats.org/officeDocument/2006/relationships/image" Target="../media/image212.wmf"/><Relationship Id="rId23" Type="http://schemas.openxmlformats.org/officeDocument/2006/relationships/image" Target="../media/image211.wmf"/><Relationship Id="rId22" Type="http://schemas.openxmlformats.org/officeDocument/2006/relationships/image" Target="../media/image210.wmf"/><Relationship Id="rId21" Type="http://schemas.openxmlformats.org/officeDocument/2006/relationships/image" Target="../media/image209.wmf"/><Relationship Id="rId20" Type="http://schemas.openxmlformats.org/officeDocument/2006/relationships/image" Target="../media/image208.wmf"/><Relationship Id="rId2" Type="http://schemas.openxmlformats.org/officeDocument/2006/relationships/image" Target="../media/image195.wmf"/><Relationship Id="rId19" Type="http://schemas.openxmlformats.org/officeDocument/2006/relationships/image" Target="../media/image172.wmf"/><Relationship Id="rId18" Type="http://schemas.openxmlformats.org/officeDocument/2006/relationships/image" Target="../media/image207.wmf"/><Relationship Id="rId17" Type="http://schemas.openxmlformats.org/officeDocument/2006/relationships/image" Target="../media/image206.wmf"/><Relationship Id="rId16" Type="http://schemas.openxmlformats.org/officeDocument/2006/relationships/image" Target="../media/image205.wmf"/><Relationship Id="rId15" Type="http://schemas.openxmlformats.org/officeDocument/2006/relationships/image" Target="../media/image204.wmf"/><Relationship Id="rId14" Type="http://schemas.openxmlformats.org/officeDocument/2006/relationships/image" Target="../media/image203.wmf"/><Relationship Id="rId13" Type="http://schemas.openxmlformats.org/officeDocument/2006/relationships/image" Target="../media/image202.wmf"/><Relationship Id="rId12" Type="http://schemas.openxmlformats.org/officeDocument/2006/relationships/image" Target="../media/image201.wmf"/><Relationship Id="rId11" Type="http://schemas.openxmlformats.org/officeDocument/2006/relationships/image" Target="../media/image173.wmf"/><Relationship Id="rId10" Type="http://schemas.openxmlformats.org/officeDocument/2006/relationships/image" Target="../media/image171.wmf"/><Relationship Id="rId1" Type="http://schemas.openxmlformats.org/officeDocument/2006/relationships/image" Target="../media/image194.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225.wmf"/><Relationship Id="rId4" Type="http://schemas.openxmlformats.org/officeDocument/2006/relationships/image" Target="../media/image222.wmf"/><Relationship Id="rId3" Type="http://schemas.openxmlformats.org/officeDocument/2006/relationships/image" Target="../media/image221.wmf"/><Relationship Id="rId2" Type="http://schemas.openxmlformats.org/officeDocument/2006/relationships/image" Target="../media/image219.wmf"/><Relationship Id="rId1" Type="http://schemas.openxmlformats.org/officeDocument/2006/relationships/image" Target="../media/image21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229.wmf"/><Relationship Id="rId2" Type="http://schemas.openxmlformats.org/officeDocument/2006/relationships/image" Target="../media/image228.wmf"/><Relationship Id="rId1" Type="http://schemas.openxmlformats.org/officeDocument/2006/relationships/image" Target="../media/image226.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235.wmf"/><Relationship Id="rId8" Type="http://schemas.openxmlformats.org/officeDocument/2006/relationships/image" Target="../media/image234.wmf"/><Relationship Id="rId7" Type="http://schemas.openxmlformats.org/officeDocument/2006/relationships/image" Target="../media/image233.wmf"/><Relationship Id="rId6" Type="http://schemas.openxmlformats.org/officeDocument/2006/relationships/image" Target="../media/image232.wmf"/><Relationship Id="rId5" Type="http://schemas.openxmlformats.org/officeDocument/2006/relationships/image" Target="../media/image144.wmf"/><Relationship Id="rId4" Type="http://schemas.openxmlformats.org/officeDocument/2006/relationships/image" Target="../media/image143.wmf"/><Relationship Id="rId3" Type="http://schemas.openxmlformats.org/officeDocument/2006/relationships/image" Target="../media/image142.wmf"/><Relationship Id="rId2" Type="http://schemas.openxmlformats.org/officeDocument/2006/relationships/image" Target="../media/image141.wmf"/><Relationship Id="rId13" Type="http://schemas.openxmlformats.org/officeDocument/2006/relationships/image" Target="../media/image239.wmf"/><Relationship Id="rId12" Type="http://schemas.openxmlformats.org/officeDocument/2006/relationships/image" Target="../media/image238.wmf"/><Relationship Id="rId11" Type="http://schemas.openxmlformats.org/officeDocument/2006/relationships/image" Target="../media/image237.wmf"/><Relationship Id="rId10" Type="http://schemas.openxmlformats.org/officeDocument/2006/relationships/image" Target="../media/image236.wmf"/><Relationship Id="rId1" Type="http://schemas.openxmlformats.org/officeDocument/2006/relationships/image" Target="../media/image231.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43.wmf"/><Relationship Id="rId2" Type="http://schemas.openxmlformats.org/officeDocument/2006/relationships/image" Target="../media/image241.wmf"/><Relationship Id="rId1" Type="http://schemas.openxmlformats.org/officeDocument/2006/relationships/image" Target="../media/image240.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252.wmf"/><Relationship Id="rId8" Type="http://schemas.openxmlformats.org/officeDocument/2006/relationships/image" Target="../media/image251.wmf"/><Relationship Id="rId7" Type="http://schemas.openxmlformats.org/officeDocument/2006/relationships/image" Target="../media/image250.wmf"/><Relationship Id="rId6" Type="http://schemas.openxmlformats.org/officeDocument/2006/relationships/image" Target="../media/image249.wmf"/><Relationship Id="rId5" Type="http://schemas.openxmlformats.org/officeDocument/2006/relationships/image" Target="../media/image248.wmf"/><Relationship Id="rId4" Type="http://schemas.openxmlformats.org/officeDocument/2006/relationships/image" Target="../media/image247.wmf"/><Relationship Id="rId3" Type="http://schemas.openxmlformats.org/officeDocument/2006/relationships/image" Target="../media/image246.wmf"/><Relationship Id="rId2" Type="http://schemas.openxmlformats.org/officeDocument/2006/relationships/image" Target="../media/image235.wmf"/><Relationship Id="rId10" Type="http://schemas.openxmlformats.org/officeDocument/2006/relationships/image" Target="../media/image253.wmf"/><Relationship Id="rId1" Type="http://schemas.openxmlformats.org/officeDocument/2006/relationships/image" Target="../media/image24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257.wmf"/><Relationship Id="rId1" Type="http://schemas.openxmlformats.org/officeDocument/2006/relationships/image" Target="../media/image256.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58.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267.wmf"/><Relationship Id="rId8" Type="http://schemas.openxmlformats.org/officeDocument/2006/relationships/image" Target="../media/image266.wmf"/><Relationship Id="rId7" Type="http://schemas.openxmlformats.org/officeDocument/2006/relationships/image" Target="../media/image265.wmf"/><Relationship Id="rId6" Type="http://schemas.openxmlformats.org/officeDocument/2006/relationships/image" Target="../media/image264.wmf"/><Relationship Id="rId5" Type="http://schemas.openxmlformats.org/officeDocument/2006/relationships/image" Target="../media/image263.wmf"/><Relationship Id="rId4" Type="http://schemas.openxmlformats.org/officeDocument/2006/relationships/image" Target="../media/image262.wmf"/><Relationship Id="rId3" Type="http://schemas.openxmlformats.org/officeDocument/2006/relationships/image" Target="../media/image261.wmf"/><Relationship Id="rId2" Type="http://schemas.openxmlformats.org/officeDocument/2006/relationships/image" Target="../media/image247.wmf"/><Relationship Id="rId12" Type="http://schemas.openxmlformats.org/officeDocument/2006/relationships/image" Target="../media/image270.wmf"/><Relationship Id="rId11" Type="http://schemas.openxmlformats.org/officeDocument/2006/relationships/image" Target="../media/image269.wmf"/><Relationship Id="rId10" Type="http://schemas.openxmlformats.org/officeDocument/2006/relationships/image" Target="../media/image268.wmf"/><Relationship Id="rId1" Type="http://schemas.openxmlformats.org/officeDocument/2006/relationships/image" Target="../media/image235.wmf"/></Relationships>
</file>

<file path=ppt/drawings/_rels/vmlDrawing29.vml.rels><?xml version="1.0" encoding="UTF-8" standalone="yes"?>
<Relationships xmlns="http://schemas.openxmlformats.org/package/2006/relationships"><Relationship Id="rId9" Type="http://schemas.openxmlformats.org/officeDocument/2006/relationships/image" Target="../media/image279.wmf"/><Relationship Id="rId8" Type="http://schemas.openxmlformats.org/officeDocument/2006/relationships/image" Target="../media/image278.wmf"/><Relationship Id="rId7" Type="http://schemas.openxmlformats.org/officeDocument/2006/relationships/image" Target="../media/image277.wmf"/><Relationship Id="rId6" Type="http://schemas.openxmlformats.org/officeDocument/2006/relationships/image" Target="../media/image276.wmf"/><Relationship Id="rId5" Type="http://schemas.openxmlformats.org/officeDocument/2006/relationships/image" Target="../media/image275.wmf"/><Relationship Id="rId4" Type="http://schemas.openxmlformats.org/officeDocument/2006/relationships/image" Target="../media/image274.wmf"/><Relationship Id="rId3" Type="http://schemas.openxmlformats.org/officeDocument/2006/relationships/image" Target="../media/image273.wmf"/><Relationship Id="rId2" Type="http://schemas.openxmlformats.org/officeDocument/2006/relationships/image" Target="../media/image272.wmf"/><Relationship Id="rId12" Type="http://schemas.openxmlformats.org/officeDocument/2006/relationships/image" Target="../media/image282.wmf"/><Relationship Id="rId11" Type="http://schemas.openxmlformats.org/officeDocument/2006/relationships/image" Target="../media/image281.wmf"/><Relationship Id="rId10" Type="http://schemas.openxmlformats.org/officeDocument/2006/relationships/image" Target="../media/image280.wmf"/><Relationship Id="rId1" Type="http://schemas.openxmlformats.org/officeDocument/2006/relationships/image" Target="../media/image271.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291.wmf"/><Relationship Id="rId8" Type="http://schemas.openxmlformats.org/officeDocument/2006/relationships/image" Target="../media/image290.wmf"/><Relationship Id="rId7" Type="http://schemas.openxmlformats.org/officeDocument/2006/relationships/image" Target="../media/image289.wmf"/><Relationship Id="rId6" Type="http://schemas.openxmlformats.org/officeDocument/2006/relationships/image" Target="../media/image288.wmf"/><Relationship Id="rId5" Type="http://schemas.openxmlformats.org/officeDocument/2006/relationships/image" Target="../media/image287.wmf"/><Relationship Id="rId4" Type="http://schemas.openxmlformats.org/officeDocument/2006/relationships/image" Target="../media/image286.wmf"/><Relationship Id="rId3" Type="http://schemas.openxmlformats.org/officeDocument/2006/relationships/image" Target="../media/image285.wmf"/><Relationship Id="rId2" Type="http://schemas.openxmlformats.org/officeDocument/2006/relationships/image" Target="../media/image284.wmf"/><Relationship Id="rId13" Type="http://schemas.openxmlformats.org/officeDocument/2006/relationships/image" Target="../media/image295.wmf"/><Relationship Id="rId12" Type="http://schemas.openxmlformats.org/officeDocument/2006/relationships/image" Target="../media/image294.wmf"/><Relationship Id="rId11" Type="http://schemas.openxmlformats.org/officeDocument/2006/relationships/image" Target="../media/image293.wmf"/><Relationship Id="rId10" Type="http://schemas.openxmlformats.org/officeDocument/2006/relationships/image" Target="../media/image292.wmf"/><Relationship Id="rId1" Type="http://schemas.openxmlformats.org/officeDocument/2006/relationships/image" Target="../media/image28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98.wmf"/><Relationship Id="rId2" Type="http://schemas.openxmlformats.org/officeDocument/2006/relationships/image" Target="../media/image297.wmf"/><Relationship Id="rId1" Type="http://schemas.openxmlformats.org/officeDocument/2006/relationships/image" Target="../media/image296.w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304.wmf"/><Relationship Id="rId8" Type="http://schemas.openxmlformats.org/officeDocument/2006/relationships/image" Target="../media/image303.wmf"/><Relationship Id="rId7" Type="http://schemas.openxmlformats.org/officeDocument/2006/relationships/image" Target="../media/image302.wmf"/><Relationship Id="rId6" Type="http://schemas.openxmlformats.org/officeDocument/2006/relationships/image" Target="../media/image301.wmf"/><Relationship Id="rId5" Type="http://schemas.openxmlformats.org/officeDocument/2006/relationships/image" Target="../media/image300.wmf"/><Relationship Id="rId4" Type="http://schemas.openxmlformats.org/officeDocument/2006/relationships/image" Target="../media/image114.wmf"/><Relationship Id="rId31" Type="http://schemas.openxmlformats.org/officeDocument/2006/relationships/image" Target="../media/image324.wmf"/><Relationship Id="rId30" Type="http://schemas.openxmlformats.org/officeDocument/2006/relationships/image" Target="../media/image323.wmf"/><Relationship Id="rId3" Type="http://schemas.openxmlformats.org/officeDocument/2006/relationships/image" Target="../media/image113.wmf"/><Relationship Id="rId29" Type="http://schemas.openxmlformats.org/officeDocument/2006/relationships/image" Target="../media/image322.wmf"/><Relationship Id="rId28" Type="http://schemas.openxmlformats.org/officeDocument/2006/relationships/image" Target="../media/image321.wmf"/><Relationship Id="rId27" Type="http://schemas.openxmlformats.org/officeDocument/2006/relationships/image" Target="../media/image320.wmf"/><Relationship Id="rId26" Type="http://schemas.openxmlformats.org/officeDocument/2006/relationships/image" Target="../media/image319.wmf"/><Relationship Id="rId25" Type="http://schemas.openxmlformats.org/officeDocument/2006/relationships/image" Target="../media/image318.wmf"/><Relationship Id="rId24" Type="http://schemas.openxmlformats.org/officeDocument/2006/relationships/image" Target="../media/image317.wmf"/><Relationship Id="rId23" Type="http://schemas.openxmlformats.org/officeDocument/2006/relationships/image" Target="../media/image316.wmf"/><Relationship Id="rId22" Type="http://schemas.openxmlformats.org/officeDocument/2006/relationships/image" Target="../media/image315.wmf"/><Relationship Id="rId21" Type="http://schemas.openxmlformats.org/officeDocument/2006/relationships/image" Target="../media/image314.wmf"/><Relationship Id="rId20" Type="http://schemas.openxmlformats.org/officeDocument/2006/relationships/image" Target="../media/image313.wmf"/><Relationship Id="rId2" Type="http://schemas.openxmlformats.org/officeDocument/2006/relationships/image" Target="../media/image112.wmf"/><Relationship Id="rId19" Type="http://schemas.openxmlformats.org/officeDocument/2006/relationships/image" Target="../media/image312.wmf"/><Relationship Id="rId18" Type="http://schemas.openxmlformats.org/officeDocument/2006/relationships/image" Target="../media/image311.wmf"/><Relationship Id="rId17" Type="http://schemas.openxmlformats.org/officeDocument/2006/relationships/image" Target="../media/image310.wmf"/><Relationship Id="rId16" Type="http://schemas.openxmlformats.org/officeDocument/2006/relationships/image" Target="../media/image247.wmf"/><Relationship Id="rId15" Type="http://schemas.openxmlformats.org/officeDocument/2006/relationships/image" Target="../media/image309.wmf"/><Relationship Id="rId14" Type="http://schemas.openxmlformats.org/officeDocument/2006/relationships/image" Target="../media/image308.wmf"/><Relationship Id="rId13" Type="http://schemas.openxmlformats.org/officeDocument/2006/relationships/image" Target="../media/image307.wmf"/><Relationship Id="rId12" Type="http://schemas.openxmlformats.org/officeDocument/2006/relationships/image" Target="../media/image306.wmf"/><Relationship Id="rId11" Type="http://schemas.openxmlformats.org/officeDocument/2006/relationships/image" Target="../media/image305.wmf"/><Relationship Id="rId10" Type="http://schemas.openxmlformats.org/officeDocument/2006/relationships/image" Target="../media/image269.wmf"/><Relationship Id="rId1" Type="http://schemas.openxmlformats.org/officeDocument/2006/relationships/image" Target="../media/image299.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332.wmf"/><Relationship Id="rId5" Type="http://schemas.openxmlformats.org/officeDocument/2006/relationships/image" Target="../media/image329.wmf"/><Relationship Id="rId4" Type="http://schemas.openxmlformats.org/officeDocument/2006/relationships/image" Target="../media/image328.wmf"/><Relationship Id="rId3" Type="http://schemas.openxmlformats.org/officeDocument/2006/relationships/image" Target="../media/image327.wmf"/><Relationship Id="rId2" Type="http://schemas.openxmlformats.org/officeDocument/2006/relationships/image" Target="../media/image326.wmf"/><Relationship Id="rId1" Type="http://schemas.openxmlformats.org/officeDocument/2006/relationships/image" Target="../media/image325.wmf"/></Relationships>
</file>

<file path=ppt/drawings/_rels/vmlDrawing34.vml.rels><?xml version="1.0" encoding="UTF-8" standalone="yes"?>
<Relationships xmlns="http://schemas.openxmlformats.org/package/2006/relationships"><Relationship Id="rId9" Type="http://schemas.openxmlformats.org/officeDocument/2006/relationships/image" Target="../media/image341.wmf"/><Relationship Id="rId8" Type="http://schemas.openxmlformats.org/officeDocument/2006/relationships/image" Target="../media/image340.wmf"/><Relationship Id="rId7" Type="http://schemas.openxmlformats.org/officeDocument/2006/relationships/image" Target="../media/image339.wmf"/><Relationship Id="rId6" Type="http://schemas.openxmlformats.org/officeDocument/2006/relationships/image" Target="../media/image338.wmf"/><Relationship Id="rId5" Type="http://schemas.openxmlformats.org/officeDocument/2006/relationships/image" Target="../media/image337.wmf"/><Relationship Id="rId4" Type="http://schemas.openxmlformats.org/officeDocument/2006/relationships/image" Target="../media/image336.wmf"/><Relationship Id="rId3" Type="http://schemas.openxmlformats.org/officeDocument/2006/relationships/image" Target="../media/image335.wmf"/><Relationship Id="rId2" Type="http://schemas.openxmlformats.org/officeDocument/2006/relationships/image" Target="../media/image334.wmf"/><Relationship Id="rId1" Type="http://schemas.openxmlformats.org/officeDocument/2006/relationships/image" Target="../media/image333.wmf"/></Relationships>
</file>

<file path=ppt/drawings/_rels/vmlDrawing35.vml.rels><?xml version="1.0" encoding="UTF-8" standalone="yes"?>
<Relationships xmlns="http://schemas.openxmlformats.org/package/2006/relationships"><Relationship Id="rId9" Type="http://schemas.openxmlformats.org/officeDocument/2006/relationships/image" Target="../media/image269.wmf"/><Relationship Id="rId8" Type="http://schemas.openxmlformats.org/officeDocument/2006/relationships/image" Target="../media/image304.wmf"/><Relationship Id="rId7" Type="http://schemas.openxmlformats.org/officeDocument/2006/relationships/image" Target="../media/image303.wmf"/><Relationship Id="rId6" Type="http://schemas.openxmlformats.org/officeDocument/2006/relationships/image" Target="../media/image344.wmf"/><Relationship Id="rId5" Type="http://schemas.openxmlformats.org/officeDocument/2006/relationships/image" Target="../media/image343.wmf"/><Relationship Id="rId4" Type="http://schemas.openxmlformats.org/officeDocument/2006/relationships/image" Target="../media/image300.wmf"/><Relationship Id="rId3" Type="http://schemas.openxmlformats.org/officeDocument/2006/relationships/image" Target="../media/image114.wmf"/><Relationship Id="rId25" Type="http://schemas.openxmlformats.org/officeDocument/2006/relationships/image" Target="../media/image358.wmf"/><Relationship Id="rId24" Type="http://schemas.openxmlformats.org/officeDocument/2006/relationships/image" Target="../media/image357.wmf"/><Relationship Id="rId23" Type="http://schemas.openxmlformats.org/officeDocument/2006/relationships/image" Target="../media/image356.wmf"/><Relationship Id="rId22" Type="http://schemas.openxmlformats.org/officeDocument/2006/relationships/image" Target="../media/image355.wmf"/><Relationship Id="rId21" Type="http://schemas.openxmlformats.org/officeDocument/2006/relationships/image" Target="../media/image354.wmf"/><Relationship Id="rId20" Type="http://schemas.openxmlformats.org/officeDocument/2006/relationships/image" Target="../media/image353.wmf"/><Relationship Id="rId2" Type="http://schemas.openxmlformats.org/officeDocument/2006/relationships/image" Target="../media/image113.wmf"/><Relationship Id="rId19" Type="http://schemas.openxmlformats.org/officeDocument/2006/relationships/image" Target="../media/image352.wmf"/><Relationship Id="rId18" Type="http://schemas.openxmlformats.org/officeDocument/2006/relationships/image" Target="../media/image351.wmf"/><Relationship Id="rId17" Type="http://schemas.openxmlformats.org/officeDocument/2006/relationships/image" Target="../media/image350.wmf"/><Relationship Id="rId16" Type="http://schemas.openxmlformats.org/officeDocument/2006/relationships/image" Target="../media/image349.wmf"/><Relationship Id="rId15" Type="http://schemas.openxmlformats.org/officeDocument/2006/relationships/image" Target="../media/image247.wmf"/><Relationship Id="rId14" Type="http://schemas.openxmlformats.org/officeDocument/2006/relationships/image" Target="../media/image348.wmf"/><Relationship Id="rId13" Type="http://schemas.openxmlformats.org/officeDocument/2006/relationships/image" Target="../media/image347.wmf"/><Relationship Id="rId12" Type="http://schemas.openxmlformats.org/officeDocument/2006/relationships/image" Target="../media/image307.wmf"/><Relationship Id="rId11" Type="http://schemas.openxmlformats.org/officeDocument/2006/relationships/image" Target="../media/image346.wmf"/><Relationship Id="rId10" Type="http://schemas.openxmlformats.org/officeDocument/2006/relationships/image" Target="../media/image345.wmf"/><Relationship Id="rId1" Type="http://schemas.openxmlformats.org/officeDocument/2006/relationships/image" Target="../media/image112.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367.wmf"/><Relationship Id="rId8" Type="http://schemas.openxmlformats.org/officeDocument/2006/relationships/image" Target="../media/image366.wmf"/><Relationship Id="rId7" Type="http://schemas.openxmlformats.org/officeDocument/2006/relationships/image" Target="../media/image365.wmf"/><Relationship Id="rId6" Type="http://schemas.openxmlformats.org/officeDocument/2006/relationships/image" Target="../media/image364.wmf"/><Relationship Id="rId5" Type="http://schemas.openxmlformats.org/officeDocument/2006/relationships/image" Target="../media/image363.wmf"/><Relationship Id="rId4" Type="http://schemas.openxmlformats.org/officeDocument/2006/relationships/image" Target="../media/image362.wmf"/><Relationship Id="rId3" Type="http://schemas.openxmlformats.org/officeDocument/2006/relationships/image" Target="../media/image361.wmf"/><Relationship Id="rId26" Type="http://schemas.openxmlformats.org/officeDocument/2006/relationships/image" Target="../media/image384.wmf"/><Relationship Id="rId25" Type="http://schemas.openxmlformats.org/officeDocument/2006/relationships/image" Target="../media/image383.wmf"/><Relationship Id="rId24" Type="http://schemas.openxmlformats.org/officeDocument/2006/relationships/image" Target="../media/image382.wmf"/><Relationship Id="rId23" Type="http://schemas.openxmlformats.org/officeDocument/2006/relationships/image" Target="../media/image381.wmf"/><Relationship Id="rId22" Type="http://schemas.openxmlformats.org/officeDocument/2006/relationships/image" Target="../media/image380.wmf"/><Relationship Id="rId21" Type="http://schemas.openxmlformats.org/officeDocument/2006/relationships/image" Target="../media/image379.wmf"/><Relationship Id="rId20" Type="http://schemas.openxmlformats.org/officeDocument/2006/relationships/image" Target="../media/image378.wmf"/><Relationship Id="rId2" Type="http://schemas.openxmlformats.org/officeDocument/2006/relationships/image" Target="../media/image360.wmf"/><Relationship Id="rId19" Type="http://schemas.openxmlformats.org/officeDocument/2006/relationships/image" Target="../media/image377.wmf"/><Relationship Id="rId18" Type="http://schemas.openxmlformats.org/officeDocument/2006/relationships/image" Target="../media/image376.wmf"/><Relationship Id="rId17" Type="http://schemas.openxmlformats.org/officeDocument/2006/relationships/image" Target="../media/image375.wmf"/><Relationship Id="rId16" Type="http://schemas.openxmlformats.org/officeDocument/2006/relationships/image" Target="../media/image374.wmf"/><Relationship Id="rId15" Type="http://schemas.openxmlformats.org/officeDocument/2006/relationships/image" Target="../media/image373.wmf"/><Relationship Id="rId14" Type="http://schemas.openxmlformats.org/officeDocument/2006/relationships/image" Target="../media/image372.wmf"/><Relationship Id="rId13" Type="http://schemas.openxmlformats.org/officeDocument/2006/relationships/image" Target="../media/image371.wmf"/><Relationship Id="rId12" Type="http://schemas.openxmlformats.org/officeDocument/2006/relationships/image" Target="../media/image370.wmf"/><Relationship Id="rId11" Type="http://schemas.openxmlformats.org/officeDocument/2006/relationships/image" Target="../media/image369.wmf"/><Relationship Id="rId10" Type="http://schemas.openxmlformats.org/officeDocument/2006/relationships/image" Target="../media/image368.wmf"/><Relationship Id="rId1" Type="http://schemas.openxmlformats.org/officeDocument/2006/relationships/image" Target="../media/image359.w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388.wmf"/><Relationship Id="rId1" Type="http://schemas.openxmlformats.org/officeDocument/2006/relationships/image" Target="../media/image387.wmf"/></Relationships>
</file>

<file path=ppt/drawings/_rels/vmlDrawing38.vml.rels><?xml version="1.0" encoding="UTF-8" standalone="yes"?>
<Relationships xmlns="http://schemas.openxmlformats.org/package/2006/relationships"><Relationship Id="rId4" Type="http://schemas.openxmlformats.org/officeDocument/2006/relationships/image" Target="../media/image394.wmf"/><Relationship Id="rId3" Type="http://schemas.openxmlformats.org/officeDocument/2006/relationships/image" Target="../media/image392.wmf"/><Relationship Id="rId2" Type="http://schemas.openxmlformats.org/officeDocument/2006/relationships/image" Target="../media/image391.wmf"/><Relationship Id="rId1" Type="http://schemas.openxmlformats.org/officeDocument/2006/relationships/image" Target="../media/image390.w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269.wmf"/><Relationship Id="rId8" Type="http://schemas.openxmlformats.org/officeDocument/2006/relationships/image" Target="../media/image304.wmf"/><Relationship Id="rId7" Type="http://schemas.openxmlformats.org/officeDocument/2006/relationships/image" Target="../media/image303.wmf"/><Relationship Id="rId6" Type="http://schemas.openxmlformats.org/officeDocument/2006/relationships/image" Target="../media/image344.wmf"/><Relationship Id="rId5" Type="http://schemas.openxmlformats.org/officeDocument/2006/relationships/image" Target="../media/image343.wmf"/><Relationship Id="rId4" Type="http://schemas.openxmlformats.org/officeDocument/2006/relationships/image" Target="../media/image300.wmf"/><Relationship Id="rId3" Type="http://schemas.openxmlformats.org/officeDocument/2006/relationships/image" Target="../media/image114.wmf"/><Relationship Id="rId27" Type="http://schemas.openxmlformats.org/officeDocument/2006/relationships/image" Target="../media/image399.wmf"/><Relationship Id="rId26" Type="http://schemas.openxmlformats.org/officeDocument/2006/relationships/image" Target="../media/image398.wmf"/><Relationship Id="rId25" Type="http://schemas.openxmlformats.org/officeDocument/2006/relationships/image" Target="../media/image233.wmf"/><Relationship Id="rId24" Type="http://schemas.openxmlformats.org/officeDocument/2006/relationships/image" Target="../media/image120.wmf"/><Relationship Id="rId23" Type="http://schemas.openxmlformats.org/officeDocument/2006/relationships/image" Target="../media/image357.wmf"/><Relationship Id="rId22" Type="http://schemas.openxmlformats.org/officeDocument/2006/relationships/image" Target="../media/image356.wmf"/><Relationship Id="rId21" Type="http://schemas.openxmlformats.org/officeDocument/2006/relationships/image" Target="../media/image355.wmf"/><Relationship Id="rId20" Type="http://schemas.openxmlformats.org/officeDocument/2006/relationships/image" Target="../media/image354.wmf"/><Relationship Id="rId2" Type="http://schemas.openxmlformats.org/officeDocument/2006/relationships/image" Target="../media/image113.wmf"/><Relationship Id="rId19" Type="http://schemas.openxmlformats.org/officeDocument/2006/relationships/image" Target="../media/image353.wmf"/><Relationship Id="rId18" Type="http://schemas.openxmlformats.org/officeDocument/2006/relationships/image" Target="../media/image351.wmf"/><Relationship Id="rId17" Type="http://schemas.openxmlformats.org/officeDocument/2006/relationships/image" Target="../media/image350.wmf"/><Relationship Id="rId16" Type="http://schemas.openxmlformats.org/officeDocument/2006/relationships/image" Target="../media/image397.wmf"/><Relationship Id="rId15" Type="http://schemas.openxmlformats.org/officeDocument/2006/relationships/image" Target="../media/image247.wmf"/><Relationship Id="rId14" Type="http://schemas.openxmlformats.org/officeDocument/2006/relationships/image" Target="../media/image348.wmf"/><Relationship Id="rId13" Type="http://schemas.openxmlformats.org/officeDocument/2006/relationships/image" Target="../media/image347.wmf"/><Relationship Id="rId12" Type="http://schemas.openxmlformats.org/officeDocument/2006/relationships/image" Target="../media/image307.wmf"/><Relationship Id="rId11" Type="http://schemas.openxmlformats.org/officeDocument/2006/relationships/image" Target="../media/image346.wmf"/><Relationship Id="rId10" Type="http://schemas.openxmlformats.org/officeDocument/2006/relationships/image" Target="../media/image345.wmf"/><Relationship Id="rId1" Type="http://schemas.openxmlformats.org/officeDocument/2006/relationships/image" Target="../media/image112.wmf"/></Relationships>
</file>

<file path=ppt/drawings/_rels/vmlDrawing40.vml.rels><?xml version="1.0" encoding="UTF-8" standalone="yes"?>
<Relationships xmlns="http://schemas.openxmlformats.org/package/2006/relationships"><Relationship Id="rId7" Type="http://schemas.openxmlformats.org/officeDocument/2006/relationships/image" Target="../media/image407.wmf"/><Relationship Id="rId6" Type="http://schemas.openxmlformats.org/officeDocument/2006/relationships/image" Target="../media/image406.wmf"/><Relationship Id="rId5" Type="http://schemas.openxmlformats.org/officeDocument/2006/relationships/image" Target="../media/image405.wmf"/><Relationship Id="rId4" Type="http://schemas.openxmlformats.org/officeDocument/2006/relationships/image" Target="../media/image404.wmf"/><Relationship Id="rId3" Type="http://schemas.openxmlformats.org/officeDocument/2006/relationships/image" Target="../media/image403.wmf"/><Relationship Id="rId2" Type="http://schemas.openxmlformats.org/officeDocument/2006/relationships/image" Target="../media/image402.wmf"/><Relationship Id="rId1" Type="http://schemas.openxmlformats.org/officeDocument/2006/relationships/image" Target="../media/image401.wmf"/></Relationships>
</file>

<file path=ppt/drawings/_rels/vmlDrawing41.vml.rels><?xml version="1.0" encoding="UTF-8" standalone="yes"?>
<Relationships xmlns="http://schemas.openxmlformats.org/package/2006/relationships"><Relationship Id="rId9" Type="http://schemas.openxmlformats.org/officeDocument/2006/relationships/image" Target="../media/image416.wmf"/><Relationship Id="rId8" Type="http://schemas.openxmlformats.org/officeDocument/2006/relationships/image" Target="../media/image415.wmf"/><Relationship Id="rId7" Type="http://schemas.openxmlformats.org/officeDocument/2006/relationships/image" Target="../media/image414.wmf"/><Relationship Id="rId6" Type="http://schemas.openxmlformats.org/officeDocument/2006/relationships/image" Target="../media/image413.wmf"/><Relationship Id="rId5" Type="http://schemas.openxmlformats.org/officeDocument/2006/relationships/image" Target="../media/image412.wmf"/><Relationship Id="rId4" Type="http://schemas.openxmlformats.org/officeDocument/2006/relationships/image" Target="../media/image411.wmf"/><Relationship Id="rId3" Type="http://schemas.openxmlformats.org/officeDocument/2006/relationships/image" Target="../media/image410.wmf"/><Relationship Id="rId2" Type="http://schemas.openxmlformats.org/officeDocument/2006/relationships/image" Target="../media/image409.wmf"/><Relationship Id="rId1" Type="http://schemas.openxmlformats.org/officeDocument/2006/relationships/image" Target="../media/image408.wmf"/></Relationships>
</file>

<file path=ppt/drawings/_rels/vmlDrawing42.vml.rels><?xml version="1.0" encoding="UTF-8" standalone="yes"?>
<Relationships xmlns="http://schemas.openxmlformats.org/package/2006/relationships"><Relationship Id="rId9" Type="http://schemas.openxmlformats.org/officeDocument/2006/relationships/image" Target="../media/image424.wmf"/><Relationship Id="rId8" Type="http://schemas.openxmlformats.org/officeDocument/2006/relationships/image" Target="../media/image423.wmf"/><Relationship Id="rId7" Type="http://schemas.openxmlformats.org/officeDocument/2006/relationships/image" Target="../media/image422.wmf"/><Relationship Id="rId6" Type="http://schemas.openxmlformats.org/officeDocument/2006/relationships/image" Target="../media/image421.wmf"/><Relationship Id="rId5" Type="http://schemas.openxmlformats.org/officeDocument/2006/relationships/image" Target="../media/image420.wmf"/><Relationship Id="rId4" Type="http://schemas.openxmlformats.org/officeDocument/2006/relationships/image" Target="../media/image419.wmf"/><Relationship Id="rId3" Type="http://schemas.openxmlformats.org/officeDocument/2006/relationships/image" Target="../media/image361.wmf"/><Relationship Id="rId23" Type="http://schemas.openxmlformats.org/officeDocument/2006/relationships/image" Target="../media/image437.wmf"/><Relationship Id="rId22" Type="http://schemas.openxmlformats.org/officeDocument/2006/relationships/image" Target="../media/image436.wmf"/><Relationship Id="rId21" Type="http://schemas.openxmlformats.org/officeDocument/2006/relationships/image" Target="../media/image435.wmf"/><Relationship Id="rId20" Type="http://schemas.openxmlformats.org/officeDocument/2006/relationships/image" Target="../media/image434.wmf"/><Relationship Id="rId2" Type="http://schemas.openxmlformats.org/officeDocument/2006/relationships/image" Target="../media/image418.wmf"/><Relationship Id="rId19" Type="http://schemas.openxmlformats.org/officeDocument/2006/relationships/image" Target="../media/image433.wmf"/><Relationship Id="rId18" Type="http://schemas.openxmlformats.org/officeDocument/2006/relationships/image" Target="../media/image432.wmf"/><Relationship Id="rId17" Type="http://schemas.openxmlformats.org/officeDocument/2006/relationships/image" Target="../media/image431.wmf"/><Relationship Id="rId16" Type="http://schemas.openxmlformats.org/officeDocument/2006/relationships/image" Target="../media/image430.wmf"/><Relationship Id="rId15" Type="http://schemas.openxmlformats.org/officeDocument/2006/relationships/image" Target="../media/image429.wmf"/><Relationship Id="rId14" Type="http://schemas.openxmlformats.org/officeDocument/2006/relationships/image" Target="../media/image428.wmf"/><Relationship Id="rId13" Type="http://schemas.openxmlformats.org/officeDocument/2006/relationships/image" Target="../media/image427.wmf"/><Relationship Id="rId12" Type="http://schemas.openxmlformats.org/officeDocument/2006/relationships/image" Target="../media/image426.wmf"/><Relationship Id="rId11" Type="http://schemas.openxmlformats.org/officeDocument/2006/relationships/image" Target="../media/image425.wmf"/><Relationship Id="rId10" Type="http://schemas.openxmlformats.org/officeDocument/2006/relationships/image" Target="../media/image368.wmf"/><Relationship Id="rId1" Type="http://schemas.openxmlformats.org/officeDocument/2006/relationships/image" Target="../media/image417.wmf"/></Relationships>
</file>

<file path=ppt/drawings/_rels/vmlDrawing43.vml.rels><?xml version="1.0" encoding="UTF-8" standalone="yes"?>
<Relationships xmlns="http://schemas.openxmlformats.org/package/2006/relationships"><Relationship Id="rId9" Type="http://schemas.openxmlformats.org/officeDocument/2006/relationships/image" Target="../media/image446.wmf"/><Relationship Id="rId8" Type="http://schemas.openxmlformats.org/officeDocument/2006/relationships/image" Target="../media/image445.wmf"/><Relationship Id="rId7" Type="http://schemas.openxmlformats.org/officeDocument/2006/relationships/image" Target="../media/image444.wmf"/><Relationship Id="rId6" Type="http://schemas.openxmlformats.org/officeDocument/2006/relationships/image" Target="../media/image443.wmf"/><Relationship Id="rId5" Type="http://schemas.openxmlformats.org/officeDocument/2006/relationships/image" Target="../media/image442.wmf"/><Relationship Id="rId4" Type="http://schemas.openxmlformats.org/officeDocument/2006/relationships/image" Target="../media/image441.wmf"/><Relationship Id="rId35" Type="http://schemas.openxmlformats.org/officeDocument/2006/relationships/image" Target="../media/image472.wmf"/><Relationship Id="rId34" Type="http://schemas.openxmlformats.org/officeDocument/2006/relationships/image" Target="../media/image471.wmf"/><Relationship Id="rId33" Type="http://schemas.openxmlformats.org/officeDocument/2006/relationships/image" Target="../media/image470.wmf"/><Relationship Id="rId32" Type="http://schemas.openxmlformats.org/officeDocument/2006/relationships/image" Target="../media/image469.wmf"/><Relationship Id="rId31" Type="http://schemas.openxmlformats.org/officeDocument/2006/relationships/image" Target="../media/image468.wmf"/><Relationship Id="rId30" Type="http://schemas.openxmlformats.org/officeDocument/2006/relationships/image" Target="../media/image467.wmf"/><Relationship Id="rId3" Type="http://schemas.openxmlformats.org/officeDocument/2006/relationships/image" Target="../media/image440.wmf"/><Relationship Id="rId29" Type="http://schemas.openxmlformats.org/officeDocument/2006/relationships/image" Target="../media/image466.wmf"/><Relationship Id="rId28" Type="http://schemas.openxmlformats.org/officeDocument/2006/relationships/image" Target="../media/image465.wmf"/><Relationship Id="rId27" Type="http://schemas.openxmlformats.org/officeDocument/2006/relationships/image" Target="../media/image464.wmf"/><Relationship Id="rId26" Type="http://schemas.openxmlformats.org/officeDocument/2006/relationships/image" Target="../media/image463.wmf"/><Relationship Id="rId25" Type="http://schemas.openxmlformats.org/officeDocument/2006/relationships/image" Target="../media/image462.wmf"/><Relationship Id="rId24" Type="http://schemas.openxmlformats.org/officeDocument/2006/relationships/image" Target="../media/image461.wmf"/><Relationship Id="rId23" Type="http://schemas.openxmlformats.org/officeDocument/2006/relationships/image" Target="../media/image460.wmf"/><Relationship Id="rId22" Type="http://schemas.openxmlformats.org/officeDocument/2006/relationships/image" Target="../media/image459.wmf"/><Relationship Id="rId21" Type="http://schemas.openxmlformats.org/officeDocument/2006/relationships/image" Target="../media/image458.wmf"/><Relationship Id="rId20" Type="http://schemas.openxmlformats.org/officeDocument/2006/relationships/image" Target="../media/image457.wmf"/><Relationship Id="rId2" Type="http://schemas.openxmlformats.org/officeDocument/2006/relationships/image" Target="../media/image439.wmf"/><Relationship Id="rId19" Type="http://schemas.openxmlformats.org/officeDocument/2006/relationships/image" Target="../media/image456.wmf"/><Relationship Id="rId18" Type="http://schemas.openxmlformats.org/officeDocument/2006/relationships/image" Target="../media/image455.wmf"/><Relationship Id="rId17" Type="http://schemas.openxmlformats.org/officeDocument/2006/relationships/image" Target="../media/image454.wmf"/><Relationship Id="rId16" Type="http://schemas.openxmlformats.org/officeDocument/2006/relationships/image" Target="../media/image453.wmf"/><Relationship Id="rId15" Type="http://schemas.openxmlformats.org/officeDocument/2006/relationships/image" Target="../media/image452.wmf"/><Relationship Id="rId14" Type="http://schemas.openxmlformats.org/officeDocument/2006/relationships/image" Target="../media/image451.wmf"/><Relationship Id="rId13" Type="http://schemas.openxmlformats.org/officeDocument/2006/relationships/image" Target="../media/image450.wmf"/><Relationship Id="rId12" Type="http://schemas.openxmlformats.org/officeDocument/2006/relationships/image" Target="../media/image449.wmf"/><Relationship Id="rId11" Type="http://schemas.openxmlformats.org/officeDocument/2006/relationships/image" Target="../media/image448.wmf"/><Relationship Id="rId10" Type="http://schemas.openxmlformats.org/officeDocument/2006/relationships/image" Target="../media/image447.wmf"/><Relationship Id="rId1" Type="http://schemas.openxmlformats.org/officeDocument/2006/relationships/image" Target="../media/image438.wmf"/></Relationships>
</file>

<file path=ppt/drawings/_rels/vmlDrawing44.vml.rels><?xml version="1.0" encoding="UTF-8" standalone="yes"?>
<Relationships xmlns="http://schemas.openxmlformats.org/package/2006/relationships"><Relationship Id="rId9" Type="http://schemas.openxmlformats.org/officeDocument/2006/relationships/image" Target="../media/image484.wmf"/><Relationship Id="rId8" Type="http://schemas.openxmlformats.org/officeDocument/2006/relationships/image" Target="../media/image483.wmf"/><Relationship Id="rId7" Type="http://schemas.openxmlformats.org/officeDocument/2006/relationships/image" Target="../media/image482.wmf"/><Relationship Id="rId6" Type="http://schemas.openxmlformats.org/officeDocument/2006/relationships/image" Target="../media/image481.wmf"/><Relationship Id="rId5" Type="http://schemas.openxmlformats.org/officeDocument/2006/relationships/image" Target="../media/image480.wmf"/><Relationship Id="rId4" Type="http://schemas.openxmlformats.org/officeDocument/2006/relationships/image" Target="../media/image479.wmf"/><Relationship Id="rId3" Type="http://schemas.openxmlformats.org/officeDocument/2006/relationships/image" Target="../media/image478.wmf"/><Relationship Id="rId2" Type="http://schemas.openxmlformats.org/officeDocument/2006/relationships/image" Target="../media/image477.wmf"/><Relationship Id="rId19" Type="http://schemas.openxmlformats.org/officeDocument/2006/relationships/image" Target="../media/image494.wmf"/><Relationship Id="rId18" Type="http://schemas.openxmlformats.org/officeDocument/2006/relationships/image" Target="../media/image493.wmf"/><Relationship Id="rId17" Type="http://schemas.openxmlformats.org/officeDocument/2006/relationships/image" Target="../media/image492.wmf"/><Relationship Id="rId16" Type="http://schemas.openxmlformats.org/officeDocument/2006/relationships/image" Target="../media/image491.wmf"/><Relationship Id="rId15" Type="http://schemas.openxmlformats.org/officeDocument/2006/relationships/image" Target="../media/image490.wmf"/><Relationship Id="rId14" Type="http://schemas.openxmlformats.org/officeDocument/2006/relationships/image" Target="../media/image489.wmf"/><Relationship Id="rId13" Type="http://schemas.openxmlformats.org/officeDocument/2006/relationships/image" Target="../media/image488.wmf"/><Relationship Id="rId12" Type="http://schemas.openxmlformats.org/officeDocument/2006/relationships/image" Target="../media/image487.wmf"/><Relationship Id="rId11" Type="http://schemas.openxmlformats.org/officeDocument/2006/relationships/image" Target="../media/image486.wmf"/><Relationship Id="rId10" Type="http://schemas.openxmlformats.org/officeDocument/2006/relationships/image" Target="../media/image485.wmf"/><Relationship Id="rId1" Type="http://schemas.openxmlformats.org/officeDocument/2006/relationships/image" Target="../media/image47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1. </a:t>
            </a:r>
            <a:r>
              <a:rPr lang="zh-CN" altLang="en-US">
                <a:sym typeface="+mn-ea"/>
              </a:rPr>
              <a:t>学习电磁场理论，先从简单的理想模型开始，逐渐向复杂的现实模型靠近。</a:t>
            </a:r>
            <a:endParaRPr lang="zh-CN" altLang="en-US"/>
          </a:p>
          <a:p>
            <a:r>
              <a:rPr lang="zh-CN" altLang="en-US">
                <a:sym typeface="+mn-ea"/>
              </a:rPr>
              <a:t>比如，先从静电场和静磁场开始，逐渐向时变场靠近。</a:t>
            </a:r>
            <a:r>
              <a:rPr lang="zh-CN" altLang="en-US">
                <a:sym typeface="+mn-ea"/>
              </a:rPr>
              <a:t>又比如，在静电场中，先从真空中的点电荷开始推导出电荷密度、场强、电位的关系，然后再考虑现实中介质的介电常数、极化过程、形状边界等复杂因素的影响。</a:t>
            </a:r>
            <a:endParaRPr lang="zh-CN" altLang="en-US"/>
          </a:p>
          <a:p>
            <a:endParaRPr lang="zh-CN" altLang="en-US"/>
          </a:p>
          <a:p>
            <a:r>
              <a:rPr lang="en-US" altLang="zh-CN"/>
              <a:t>2.</a:t>
            </a:r>
            <a:r>
              <a:rPr lang="zh-CN" altLang="en-US"/>
              <a:t>本</a:t>
            </a:r>
            <a:r>
              <a:rPr lang="zh-CN" altLang="en-US"/>
              <a:t>文档中的介质都是指的具有简单边界形状，均匀、线性、各向同性、非色散的介质，不涉及复杂</a:t>
            </a:r>
            <a:r>
              <a:rPr lang="zh-CN" altLang="en-US"/>
              <a:t>介质。</a:t>
            </a:r>
            <a:endParaRPr lang="zh-CN" altLang="en-US"/>
          </a:p>
          <a:p>
            <a:r>
              <a:rPr lang="zh-CN" altLang="en-US">
                <a:sym typeface="+mn-ea"/>
              </a:rPr>
              <a:t>均匀：介质内部的介电常数、电导率、磁导率处处相同。</a:t>
            </a:r>
            <a:endParaRPr lang="zh-CN" altLang="en-US"/>
          </a:p>
          <a:p>
            <a:r>
              <a:rPr lang="zh-CN" altLang="en-US">
                <a:sym typeface="+mn-ea"/>
              </a:rPr>
              <a:t>线性：</a:t>
            </a:r>
            <a:r>
              <a:rPr lang="zh-CN" altLang="en-US">
                <a:sym typeface="+mn-ea"/>
              </a:rPr>
              <a:t>极化强度</a:t>
            </a:r>
            <a:r>
              <a:rPr lang="en-US" altLang="zh-CN">
                <a:sym typeface="+mn-ea"/>
              </a:rPr>
              <a:t>P</a:t>
            </a:r>
            <a:r>
              <a:rPr lang="zh-CN" altLang="en-US">
                <a:sym typeface="+mn-ea"/>
              </a:rPr>
              <a:t>与电场</a:t>
            </a:r>
            <a:r>
              <a:rPr lang="en-US" altLang="zh-CN">
                <a:sym typeface="+mn-ea"/>
              </a:rPr>
              <a:t>E</a:t>
            </a:r>
            <a:r>
              <a:rPr lang="zh-CN" altLang="en-US">
                <a:sym typeface="+mn-ea"/>
              </a:rPr>
              <a:t>成正比。</a:t>
            </a:r>
            <a:endParaRPr lang="zh-CN" altLang="en-US"/>
          </a:p>
          <a:p>
            <a:r>
              <a:rPr lang="zh-CN" altLang="en-US">
                <a:sym typeface="+mn-ea"/>
              </a:rPr>
              <a:t>各向同性：极化强度</a:t>
            </a:r>
            <a:r>
              <a:rPr lang="en-US" altLang="zh-CN">
                <a:sym typeface="+mn-ea"/>
              </a:rPr>
              <a:t>P</a:t>
            </a:r>
            <a:r>
              <a:rPr lang="zh-CN" altLang="en-US">
                <a:sym typeface="+mn-ea"/>
              </a:rPr>
              <a:t>与电场</a:t>
            </a:r>
            <a:r>
              <a:rPr lang="en-US" altLang="zh-CN">
                <a:sym typeface="+mn-ea"/>
              </a:rPr>
              <a:t>E</a:t>
            </a:r>
            <a:r>
              <a:rPr lang="zh-CN" altLang="en-US">
                <a:sym typeface="+mn-ea"/>
              </a:rPr>
              <a:t>同方向。</a:t>
            </a:r>
            <a:endParaRPr lang="zh-CN" altLang="en-US"/>
          </a:p>
          <a:p>
            <a:r>
              <a:rPr lang="zh-CN" altLang="en-US">
                <a:sym typeface="+mn-ea"/>
              </a:rPr>
              <a:t>非色散：</a:t>
            </a:r>
            <a:r>
              <a:rPr lang="zh-CN" altLang="en-US">
                <a:sym typeface="+mn-ea"/>
              </a:rPr>
              <a:t>介质内部的电磁参数不随电磁波的频率变化。</a:t>
            </a:r>
            <a:endParaRPr lang="en-US" altLang="zh-CN"/>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本文的内容主要是《电磁场与电磁波基础》的前五章，重点关注的是电磁场的基本原理和场的计算，不涉及后几章的平面电磁波、天线辐射和波导等</a:t>
            </a:r>
            <a:r>
              <a:rPr lang="zh-CN" altLang="en-US"/>
              <a:t>内容。</a:t>
            </a:r>
            <a:endParaRPr lang="zh-CN" altLang="en-US"/>
          </a:p>
          <a:p>
            <a:endParaRPr lang="zh-CN" altLang="en-US"/>
          </a:p>
          <a:p>
            <a:r>
              <a:rPr lang="zh-CN" altLang="en-US"/>
              <a:t>使用</a:t>
            </a:r>
            <a:r>
              <a:rPr lang="en-US" altLang="zh-CN"/>
              <a:t>matlab</a:t>
            </a:r>
            <a:r>
              <a:rPr lang="zh-CN" altLang="en-US"/>
              <a:t>绘制</a:t>
            </a:r>
            <a:r>
              <a:rPr lang="zh-CN" altLang="en-US"/>
              <a:t>场：</a:t>
            </a:r>
            <a:endParaRPr lang="zh-CN" altLang="en-US"/>
          </a:p>
          <a:p>
            <a:r>
              <a:rPr lang="zh-CN" altLang="en-US"/>
              <a:t>二维标量场</a:t>
            </a:r>
            <a:r>
              <a:rPr lang="en-US" altLang="zh-CN"/>
              <a:t>:contour</a:t>
            </a:r>
            <a:r>
              <a:rPr lang="zh-CN" altLang="en-US"/>
              <a:t>函数</a:t>
            </a:r>
            <a:endParaRPr lang="zh-CN" altLang="en-US"/>
          </a:p>
          <a:p>
            <a:r>
              <a:rPr lang="zh-CN" altLang="en-US"/>
              <a:t>三维标量场</a:t>
            </a:r>
            <a:r>
              <a:rPr lang="en-US" altLang="zh-CN"/>
              <a:t>:isosurface</a:t>
            </a:r>
            <a:r>
              <a:rPr lang="zh-CN" altLang="en-US"/>
              <a:t>函数</a:t>
            </a:r>
            <a:endParaRPr lang="zh-CN" altLang="en-US"/>
          </a:p>
          <a:p>
            <a:r>
              <a:rPr lang="zh-CN" altLang="en-US"/>
              <a:t>二维矢量场</a:t>
            </a:r>
            <a:r>
              <a:rPr lang="en-US" altLang="zh-CN"/>
              <a:t>:quiver</a:t>
            </a:r>
            <a:r>
              <a:rPr lang="zh-CN" altLang="en-US"/>
              <a:t>函数或者</a:t>
            </a:r>
            <a:r>
              <a:rPr lang="en-US" altLang="zh-CN"/>
              <a:t>streamline</a:t>
            </a:r>
            <a:r>
              <a:rPr lang="zh-CN" altLang="en-US"/>
              <a:t>函数</a:t>
            </a:r>
            <a:endParaRPr lang="zh-CN" altLang="en-US"/>
          </a:p>
          <a:p>
            <a:r>
              <a:rPr lang="zh-CN" altLang="en-US">
                <a:sym typeface="+mn-ea"/>
              </a:rPr>
              <a:t>三维矢量场</a:t>
            </a:r>
            <a:r>
              <a:rPr lang="en-US" altLang="zh-CN">
                <a:sym typeface="+mn-ea"/>
              </a:rPr>
              <a:t>:quiver3</a:t>
            </a:r>
            <a:r>
              <a:rPr lang="zh-CN" altLang="en-US">
                <a:sym typeface="+mn-ea"/>
              </a:rPr>
              <a:t>函数或者</a:t>
            </a:r>
            <a:r>
              <a:rPr lang="en-US" altLang="zh-CN">
                <a:sym typeface="+mn-ea"/>
              </a:rPr>
              <a:t>streamline</a:t>
            </a:r>
            <a:r>
              <a:rPr lang="zh-CN" altLang="en-US">
                <a:sym typeface="+mn-ea"/>
              </a:rPr>
              <a:t>函数</a:t>
            </a:r>
            <a:endParaRPr lang="zh-CN" altLang="en-US">
              <a:sym typeface="+mn-ea"/>
            </a:endParaRPr>
          </a:p>
          <a:p>
            <a:endParaRPr lang="zh-CN" altLang="en-US">
              <a:sym typeface="+mn-ea"/>
            </a:endParaRPr>
          </a:p>
          <a:p>
            <a:r>
              <a:rPr lang="zh-CN" altLang="en-US"/>
              <a:t>计算梯度</a:t>
            </a:r>
            <a:r>
              <a:rPr lang="en-US" altLang="zh-CN"/>
              <a:t>:gradient</a:t>
            </a:r>
            <a:r>
              <a:rPr lang="zh-CN" altLang="en-US"/>
              <a:t>函数</a:t>
            </a:r>
            <a:endParaRPr lang="zh-CN" altLang="en-US"/>
          </a:p>
          <a:p>
            <a:r>
              <a:rPr lang="zh-CN" altLang="en-US">
                <a:sym typeface="+mn-ea"/>
              </a:rPr>
              <a:t>计算散度</a:t>
            </a:r>
            <a:r>
              <a:rPr lang="en-US" altLang="zh-CN">
                <a:sym typeface="+mn-ea"/>
              </a:rPr>
              <a:t>:divergence</a:t>
            </a:r>
            <a:r>
              <a:rPr lang="zh-CN" altLang="en-US">
                <a:sym typeface="+mn-ea"/>
              </a:rPr>
              <a:t>函数</a:t>
            </a:r>
            <a:endParaRPr lang="zh-CN" altLang="en-US"/>
          </a:p>
          <a:p>
            <a:r>
              <a:rPr lang="zh-CN" altLang="en-US">
                <a:sym typeface="+mn-ea"/>
              </a:rPr>
              <a:t>计算梯度</a:t>
            </a:r>
            <a:r>
              <a:rPr lang="en-US" altLang="zh-CN">
                <a:sym typeface="+mn-ea"/>
              </a:rPr>
              <a:t>:curl</a:t>
            </a:r>
            <a:r>
              <a:rPr lang="zh-CN" altLang="en-US">
                <a:sym typeface="+mn-ea"/>
              </a:rPr>
              <a:t>函数</a:t>
            </a:r>
            <a:endParaRPr lang="zh-CN" altLang="en-US"/>
          </a:p>
          <a:p>
            <a:r>
              <a:rPr lang="zh-CN" altLang="en-US">
                <a:sym typeface="+mn-ea"/>
              </a:rPr>
              <a:t>计算梯度</a:t>
            </a:r>
            <a:r>
              <a:rPr lang="en-US" altLang="zh-CN">
                <a:sym typeface="+mn-ea"/>
              </a:rPr>
              <a:t>:del2</a:t>
            </a:r>
            <a:r>
              <a:rPr lang="zh-CN" altLang="en-US">
                <a:sym typeface="+mn-ea"/>
              </a:rPr>
              <a:t>函数</a:t>
            </a:r>
            <a:endParaRPr lang="zh-CN" altLang="en-US"/>
          </a:p>
          <a:p>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亥姆霍兹定理</a:t>
            </a:r>
            <a:r>
              <a:rPr lang="en-US" altLang="zh-CN"/>
              <a:t>:</a:t>
            </a:r>
            <a:r>
              <a:rPr lang="zh-CN" altLang="en-US"/>
              <a:t>在满足一定正则性条件（在无穷远处衰减足够快）的三维空间中，任何一个矢量场</a:t>
            </a:r>
            <a:r>
              <a:rPr lang="en-US" altLang="zh-CN"/>
              <a:t> F</a:t>
            </a:r>
            <a:r>
              <a:rPr lang="zh-CN" altLang="en-US"/>
              <a:t>都可以被唯一地分解为无旋部分（梯度场）</a:t>
            </a:r>
            <a:r>
              <a:rPr lang="en-US" altLang="zh-CN"/>
              <a:t>+ </a:t>
            </a:r>
            <a:r>
              <a:rPr lang="zh-CN" altLang="en-US"/>
              <a:t>无散部分（旋度场），这说明在矢量场只有散度源和旋度源这两种</a:t>
            </a:r>
            <a:r>
              <a:rPr lang="zh-CN" altLang="en-US"/>
              <a:t>源。</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使用</a:t>
            </a:r>
            <a:r>
              <a:rPr lang="en-US" altLang="zh-CN"/>
              <a:t>“</a:t>
            </a:r>
            <a:r>
              <a:rPr lang="zh-CN" altLang="en-US"/>
              <a:t>按行展开</a:t>
            </a:r>
            <a:r>
              <a:rPr lang="en-US" altLang="zh-CN"/>
              <a:t>”</a:t>
            </a:r>
            <a:r>
              <a:rPr lang="zh-CN" altLang="en-US"/>
              <a:t>计算矢量叉乘时，中间那项要取负号，不要</a:t>
            </a:r>
            <a:r>
              <a:rPr lang="zh-CN" altLang="en-US"/>
              <a:t>忘记！</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a:t>
            </a:r>
            <a:r>
              <a:rPr lang="en-US" altLang="zh-CN"/>
              <a:t>matlab</a:t>
            </a:r>
            <a:r>
              <a:rPr lang="zh-CN" altLang="en-US"/>
              <a:t>中计算</a:t>
            </a:r>
            <a:r>
              <a:rPr lang="en-US" altLang="zh-CN"/>
              <a:t>arctan</a:t>
            </a:r>
            <a:r>
              <a:rPr lang="zh-CN" altLang="en-US"/>
              <a:t>，请使用</a:t>
            </a:r>
            <a:r>
              <a:rPr lang="en-US" altLang="zh-CN"/>
              <a:t>atan2</a:t>
            </a:r>
            <a:r>
              <a:rPr lang="zh-CN" altLang="en-US"/>
              <a:t>函数，不要使用</a:t>
            </a:r>
            <a:r>
              <a:rPr lang="en-US" altLang="zh-CN"/>
              <a:t>atan</a:t>
            </a:r>
            <a:r>
              <a:rPr lang="zh-CN" altLang="en-US"/>
              <a:t>函数</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直角坐标系、圆柱坐标系和球坐标系下的梯度、散度、旋度计算可以用包含拉梅系数的公式来统一表示，不同坐标系下的拉梅系数</a:t>
            </a:r>
            <a:r>
              <a:rPr lang="zh-CN" altLang="en-US"/>
              <a:t>不同。</a:t>
            </a:r>
            <a:endParaRPr lang="zh-CN" altLang="en-US"/>
          </a:p>
          <a:p>
            <a:endParaRPr lang="zh-CN" altLang="en-US"/>
          </a:p>
          <a:p>
            <a:r>
              <a:rPr lang="zh-CN" altLang="en-US">
                <a:sym typeface="+mn-ea"/>
              </a:rPr>
              <a:t>▽</a:t>
            </a:r>
            <a:r>
              <a:rPr lang="en-US" altLang="zh-CN">
                <a:sym typeface="+mn-ea"/>
              </a:rPr>
              <a:t>nabla</a:t>
            </a:r>
            <a:r>
              <a:rPr lang="zh-CN" altLang="en-US">
                <a:sym typeface="+mn-ea"/>
              </a:rPr>
              <a:t>算子不是矢量，▽•不能理解为矢量之间的点乘，否则在柱坐标系和球坐标系下会出差。</a:t>
            </a:r>
            <a:endParaRPr lang="zh-CN" altLang="en-US"/>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求导、积分、</a:t>
            </a:r>
            <a:r>
              <a:rPr lang="zh-CN" altLang="en-US"/>
              <a:t>梯度、散度、旋度等运算，如果不是对同个变量进行的，就可以交换顺序；如果是对同个变量进行的，则不能交换</a:t>
            </a:r>
            <a:r>
              <a:rPr lang="zh-CN" altLang="en-US"/>
              <a:t>顺序</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tips:</a:t>
            </a:r>
            <a:endParaRPr lang="en-US" altLang="zh-CN"/>
          </a:p>
          <a:p>
            <a:r>
              <a:rPr lang="en-US" altLang="zh-CN"/>
              <a:t>1.</a:t>
            </a:r>
            <a:r>
              <a:rPr lang="zh-CN" altLang="en-US"/>
              <a:t>电荷是粒子的基本属性，分为正电荷和负电荷。现实中的物体基本都是电中性的，这是因为原子内的电子和质子相互中和了，但是通过摩擦、化学反应和一些物理现象，可以让物体带上多余的电荷，此时就可以观察到同性电荷相互排除，异性电荷相互吸引的现象，库伦定律给出了真空中两个点电荷相互作用力的计算</a:t>
            </a:r>
            <a:r>
              <a:rPr lang="zh-CN" altLang="en-US"/>
              <a:t>公式。</a:t>
            </a:r>
            <a:endParaRPr lang="zh-CN" altLang="en-US"/>
          </a:p>
          <a:p>
            <a:endParaRPr lang="zh-CN" altLang="en-US"/>
          </a:p>
          <a:p>
            <a:r>
              <a:rPr lang="en-US" altLang="zh-CN"/>
              <a:t>2 .</a:t>
            </a:r>
            <a:r>
              <a:rPr lang="zh-CN" altLang="en-US"/>
              <a:t>静电场是指所有电荷都静止不动的情况下在空间产生的电场。在现实中要想让</a:t>
            </a:r>
            <a:r>
              <a:rPr lang="zh-CN" altLang="en-US">
                <a:sym typeface="+mn-ea"/>
              </a:rPr>
              <a:t>所有电荷都静止不动，就必须达到静电平衡状态，</a:t>
            </a:r>
            <a:r>
              <a:rPr lang="zh-CN" altLang="en-US"/>
              <a:t>因此在后续问题</a:t>
            </a:r>
            <a:r>
              <a:rPr lang="zh-CN" altLang="en-US"/>
              <a:t>中如无特殊说明，默认指的是静电平衡状态下的</a:t>
            </a:r>
            <a:r>
              <a:rPr lang="zh-CN" altLang="en-US"/>
              <a:t>电场。</a:t>
            </a:r>
            <a:endParaRPr lang="zh-CN" altLang="en-US"/>
          </a:p>
          <a:p>
            <a:endParaRPr lang="zh-CN" altLang="en-US"/>
          </a:p>
          <a:p>
            <a:r>
              <a:rPr lang="en-US" altLang="zh-CN"/>
              <a:t>3. </a:t>
            </a:r>
            <a:r>
              <a:rPr lang="zh-CN" altLang="en-US"/>
              <a:t>上面公式中的电荷密度，指的是没有被中和掉的，多出来的自由电荷的密度。现实中的绝大多数物体都是电中性的，即电子和质子电量相互中和，</a:t>
            </a:r>
            <a:r>
              <a:rPr lang="zh-CN" altLang="en-US"/>
              <a:t>因此其</a:t>
            </a:r>
            <a:r>
              <a:rPr lang="zh-CN" altLang="en-US">
                <a:sym typeface="+mn-ea"/>
              </a:rPr>
              <a:t>电荷密度为</a:t>
            </a:r>
            <a:r>
              <a:rPr lang="en-US" altLang="zh-CN">
                <a:sym typeface="+mn-ea"/>
              </a:rPr>
              <a:t>0</a:t>
            </a:r>
            <a:r>
              <a:rPr lang="zh-CN" altLang="en-US"/>
              <a:t>。</a:t>
            </a:r>
            <a:endParaRPr lang="zh-CN" altLang="en-US"/>
          </a:p>
          <a:p>
            <a:endParaRPr lang="zh-CN" altLang="en-US"/>
          </a:p>
          <a:p>
            <a:r>
              <a:rPr lang="en-US" altLang="zh-CN"/>
              <a:t>4. </a:t>
            </a:r>
            <a:r>
              <a:rPr lang="zh-CN" altLang="en-US"/>
              <a:t>已知场源求电场，通过位函数来计算场，比直接积分计算场来的简单。电位函数是非常有用的辅助函数，在计算电磁场问题时可以大大简化计算，更重要的是它还具有现实的可测量</a:t>
            </a:r>
            <a:r>
              <a:rPr lang="zh-CN" altLang="en-US"/>
              <a:t>性，在电路分析、工程实践上也有很大</a:t>
            </a:r>
            <a:r>
              <a:rPr lang="zh-CN" altLang="en-US"/>
              <a:t>作用。</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a:t>
            </a:r>
            <a:r>
              <a:rPr lang="zh-CN" altLang="en-US"/>
              <a:t>三例中直接将场点坐标选在</a:t>
            </a:r>
            <a:r>
              <a:rPr lang="en-US" altLang="zh-CN"/>
              <a:t>XOZ</a:t>
            </a:r>
            <a:r>
              <a:rPr lang="zh-CN" altLang="en-US"/>
              <a:t>平面上，这是因为通过分析可知圆环状带电导线产生的电场在</a:t>
            </a:r>
            <a:r>
              <a:rPr lang="zh-CN" altLang="en-US">
                <a:latin typeface="微软雅黑" panose="020B0503020204020204" charset="-122"/>
                <a:ea typeface="微软雅黑" panose="020B0503020204020204" charset="-122"/>
              </a:rPr>
              <a:t>φ方向是均匀的，即最终结果不含</a:t>
            </a:r>
            <a:r>
              <a:rPr lang="zh-CN" altLang="en-US">
                <a:latin typeface="微软雅黑" panose="020B0503020204020204" charset="-122"/>
                <a:ea typeface="微软雅黑" panose="020B0503020204020204" charset="-122"/>
                <a:sym typeface="+mn-ea"/>
              </a:rPr>
              <a:t>φ，因此将场点选在</a:t>
            </a:r>
            <a:r>
              <a:rPr lang="zh-CN" altLang="en-US">
                <a:latin typeface="微软雅黑" panose="020B0503020204020204" charset="-122"/>
                <a:ea typeface="微软雅黑" panose="020B0503020204020204" charset="-122"/>
                <a:sym typeface="+mn-ea"/>
              </a:rPr>
              <a:t>φ</a:t>
            </a:r>
            <a:r>
              <a:rPr lang="en-US" altLang="zh-CN">
                <a:latin typeface="微软雅黑" panose="020B0503020204020204" charset="-122"/>
                <a:ea typeface="微软雅黑" panose="020B0503020204020204" charset="-122"/>
                <a:sym typeface="+mn-ea"/>
              </a:rPr>
              <a:t>=0</a:t>
            </a:r>
            <a:r>
              <a:rPr lang="zh-CN" altLang="en-US">
                <a:latin typeface="微软雅黑" panose="020B0503020204020204" charset="-122"/>
                <a:ea typeface="微软雅黑" panose="020B0503020204020204" charset="-122"/>
                <a:sym typeface="+mn-ea"/>
              </a:rPr>
              <a:t>平面上可以简化计算</a:t>
            </a:r>
            <a:r>
              <a:rPr lang="zh-CN" altLang="en-US">
                <a:latin typeface="微软雅黑" panose="020B0503020204020204" charset="-122"/>
                <a:ea typeface="微软雅黑" panose="020B0503020204020204" charset="-122"/>
                <a:sym typeface="+mn-ea"/>
              </a:rPr>
              <a:t>。</a:t>
            </a:r>
            <a:endParaRPr lang="zh-CN" altLang="en-US"/>
          </a:p>
          <a:p>
            <a:endParaRPr lang="zh-CN" altLang="en-US"/>
          </a:p>
          <a:p>
            <a:r>
              <a:rPr lang="zh-CN" altLang="en-US"/>
              <a:t>当沿着圆弧或椭圆进行积分时，经常会用到椭圆积分这个特殊函数。特殊函数简单理解就是：有用的且已经算好的函数，就像</a:t>
            </a:r>
            <a:r>
              <a:rPr lang="en-US" altLang="zh-CN"/>
              <a:t>sin\cos</a:t>
            </a:r>
            <a:r>
              <a:rPr lang="zh-CN" altLang="en-US"/>
              <a:t>这类三角函数</a:t>
            </a:r>
            <a:r>
              <a:rPr lang="zh-CN" altLang="en-US"/>
              <a:t>一样。</a:t>
            </a:r>
            <a:endParaRPr lang="zh-CN" altLang="en-US"/>
          </a:p>
          <a:p>
            <a:r>
              <a:rPr lang="zh-CN" altLang="en-US"/>
              <a:t>勒让德规约就是一套系统的代数与微积分操作，可将涉及平方根内为三次或四次多项式的积分，通过变量替换化简为第一、二、三类标准椭圆积分（及其线性组合）。</a:t>
            </a:r>
            <a:endParaRPr lang="zh-CN" altLang="en-US"/>
          </a:p>
          <a:p>
            <a:endParaRPr lang="zh-CN" altLang="en-US"/>
          </a:p>
          <a:p>
            <a:r>
              <a:rPr lang="zh-CN" altLang="en-US"/>
              <a:t>对于分布较为复杂的电荷密度，通过直接积分来计算电位是比较麻烦的，此时可以使用多级展开法：当场点距离电荷较远时，可以将原电荷密度近似为点电荷</a:t>
            </a:r>
            <a:r>
              <a:rPr lang="en-US" altLang="zh-CN"/>
              <a:t>+</a:t>
            </a:r>
            <a:r>
              <a:rPr lang="zh-CN" altLang="en-US"/>
              <a:t>电偶极子</a:t>
            </a:r>
            <a:r>
              <a:rPr lang="en-US" altLang="zh-CN"/>
              <a:t>+</a:t>
            </a:r>
            <a:r>
              <a:rPr lang="zh-CN" altLang="en-US"/>
              <a:t>电四极子</a:t>
            </a:r>
            <a:r>
              <a:rPr lang="en-US" altLang="zh-CN"/>
              <a:t>+</a:t>
            </a:r>
            <a:r>
              <a:rPr lang="zh-CN" altLang="en-US"/>
              <a:t>电八极子</a:t>
            </a:r>
            <a:r>
              <a:rPr lang="en-US" altLang="zh-CN"/>
              <a:t>+...</a:t>
            </a:r>
            <a:r>
              <a:rPr lang="zh-CN" altLang="en-US"/>
              <a:t>的</a:t>
            </a:r>
            <a:r>
              <a:rPr lang="zh-CN" altLang="en-US"/>
              <a:t>叠加，这些电多极子的大小和电位都用相应公式来</a:t>
            </a:r>
            <a:r>
              <a:rPr lang="zh-CN" altLang="en-US"/>
              <a:t>计算。</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sym typeface="+mn-ea"/>
              </a:rPr>
              <a:t>1.</a:t>
            </a:r>
            <a:r>
              <a:rPr lang="zh-CN" altLang="en-US">
                <a:sym typeface="+mn-ea"/>
              </a:rPr>
              <a:t>导体和电介质的核心区分在于材料内部是否存在大量可自由移动的电荷，以及其导电能力的巨大差异。这种差异源于其微观的能带结构和电荷束缚状态的不同，并直接决定了它们在电场中的行为。</a:t>
            </a:r>
            <a:endParaRPr lang="zh-CN" altLang="en-US"/>
          </a:p>
          <a:p>
            <a:endParaRPr lang="zh-CN" altLang="en-US"/>
          </a:p>
          <a:p>
            <a:r>
              <a:rPr lang="en-US" altLang="zh-CN">
                <a:sym typeface="+mn-ea"/>
              </a:rPr>
              <a:t>2.</a:t>
            </a:r>
            <a:r>
              <a:rPr lang="zh-CN" altLang="en-US">
                <a:sym typeface="+mn-ea"/>
              </a:rPr>
              <a:t>本文档中的介质都是指的均匀、线性、各向同性、非色散的介质，不涉及复杂介质。</a:t>
            </a:r>
            <a:endParaRPr lang="zh-CN" altLang="en-US"/>
          </a:p>
          <a:p>
            <a:r>
              <a:rPr lang="zh-CN" altLang="en-US">
                <a:sym typeface="+mn-ea"/>
              </a:rPr>
              <a:t>均匀：介质内部的介电常数、电导率、磁导率处处相同。</a:t>
            </a:r>
            <a:endParaRPr lang="zh-CN" altLang="en-US"/>
          </a:p>
          <a:p>
            <a:r>
              <a:rPr lang="zh-CN" altLang="en-US">
                <a:sym typeface="+mn-ea"/>
              </a:rPr>
              <a:t>线性：极化强度</a:t>
            </a:r>
            <a:r>
              <a:rPr lang="en-US" altLang="zh-CN">
                <a:sym typeface="+mn-ea"/>
              </a:rPr>
              <a:t>P</a:t>
            </a:r>
            <a:r>
              <a:rPr lang="zh-CN" altLang="en-US">
                <a:sym typeface="+mn-ea"/>
              </a:rPr>
              <a:t>与电场</a:t>
            </a:r>
            <a:r>
              <a:rPr lang="en-US" altLang="zh-CN">
                <a:sym typeface="+mn-ea"/>
              </a:rPr>
              <a:t>E</a:t>
            </a:r>
            <a:r>
              <a:rPr lang="zh-CN" altLang="en-US">
                <a:sym typeface="+mn-ea"/>
              </a:rPr>
              <a:t>成正比。</a:t>
            </a:r>
            <a:endParaRPr lang="zh-CN" altLang="en-US"/>
          </a:p>
          <a:p>
            <a:r>
              <a:rPr lang="zh-CN" altLang="en-US">
                <a:sym typeface="+mn-ea"/>
              </a:rPr>
              <a:t>各向同性：极化强度</a:t>
            </a:r>
            <a:r>
              <a:rPr lang="en-US" altLang="zh-CN">
                <a:sym typeface="+mn-ea"/>
              </a:rPr>
              <a:t>P</a:t>
            </a:r>
            <a:r>
              <a:rPr lang="zh-CN" altLang="en-US">
                <a:sym typeface="+mn-ea"/>
              </a:rPr>
              <a:t>与电场</a:t>
            </a:r>
            <a:r>
              <a:rPr lang="en-US" altLang="zh-CN">
                <a:sym typeface="+mn-ea"/>
              </a:rPr>
              <a:t>E</a:t>
            </a:r>
            <a:r>
              <a:rPr lang="zh-CN" altLang="en-US">
                <a:sym typeface="+mn-ea"/>
              </a:rPr>
              <a:t>同方向。</a:t>
            </a:r>
            <a:endParaRPr lang="zh-CN" altLang="en-US"/>
          </a:p>
          <a:p>
            <a:r>
              <a:rPr lang="zh-CN" altLang="en-US">
                <a:sym typeface="+mn-ea"/>
              </a:rPr>
              <a:t>非色散：介质内部的电磁参数不随电磁波的频率变化。</a:t>
            </a:r>
            <a:endParaRPr lang="en-US" altLang="zh-CN"/>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tips:</a:t>
            </a:r>
            <a:endParaRPr lang="en-US" altLang="zh-CN"/>
          </a:p>
          <a:p>
            <a:r>
              <a:rPr lang="en-US" altLang="zh-CN">
                <a:sym typeface="+mn-ea"/>
              </a:rPr>
              <a:t>1.</a:t>
            </a:r>
            <a:r>
              <a:rPr lang="zh-CN" altLang="en-US">
                <a:sym typeface="+mn-ea"/>
              </a:rPr>
              <a:t>电通量密度</a:t>
            </a:r>
            <a:r>
              <a:rPr lang="en-US" altLang="zh-CN">
                <a:sym typeface="+mn-ea"/>
              </a:rPr>
              <a:t>D</a:t>
            </a:r>
            <a:r>
              <a:rPr lang="zh-CN" altLang="en-US">
                <a:sym typeface="+mn-ea"/>
              </a:rPr>
              <a:t>本身没有什么物理意义，它本质上是为了简化计算引入的，和电场</a:t>
            </a:r>
            <a:r>
              <a:rPr lang="en-US" altLang="zh-CN">
                <a:sym typeface="+mn-ea"/>
              </a:rPr>
              <a:t>E</a:t>
            </a:r>
            <a:r>
              <a:rPr lang="zh-CN" altLang="en-US">
                <a:sym typeface="+mn-ea"/>
              </a:rPr>
              <a:t>就差个介电常数。</a:t>
            </a:r>
            <a:endParaRPr lang="zh-CN" altLang="en-US">
              <a:sym typeface="+mn-ea"/>
            </a:endParaRPr>
          </a:p>
          <a:p>
            <a:endParaRPr lang="zh-CN" altLang="en-US">
              <a:sym typeface="+mn-ea"/>
            </a:endParaRPr>
          </a:p>
          <a:p>
            <a:r>
              <a:rPr lang="en-US" altLang="zh-CN">
                <a:sym typeface="+mn-ea"/>
              </a:rPr>
              <a:t>2. </a:t>
            </a:r>
            <a:r>
              <a:rPr lang="zh-CN" altLang="en-US">
                <a:sym typeface="+mn-ea"/>
              </a:rPr>
              <a:t>如果外加电场很强，则电介质分子中的正负电荷可能被拉开而变成可以自由移动的电荷，此时电介质会变成可以导电的导体，这种现象称为电介质的击穿，不同电介质有着不同的击穿场强。标准大气压下，空气的击穿场强约为</a:t>
            </a:r>
            <a:r>
              <a:rPr lang="en-US" altLang="zh-CN">
                <a:sym typeface="+mn-ea"/>
              </a:rPr>
              <a:t>30KV/cm</a:t>
            </a:r>
            <a:r>
              <a:rPr lang="zh-CN" altLang="en-US">
                <a:sym typeface="+mn-ea"/>
              </a:rPr>
              <a:t>。</a:t>
            </a:r>
            <a:endParaRPr lang="zh-CN" altLang="en-US">
              <a:sym typeface="+mn-ea"/>
            </a:endParaRPr>
          </a:p>
          <a:p>
            <a:r>
              <a:rPr lang="en-US" altLang="zh-CN">
                <a:sym typeface="+mn-ea"/>
              </a:rPr>
              <a:t>   </a:t>
            </a:r>
            <a:r>
              <a:rPr lang="zh-CN" altLang="en-US">
                <a:sym typeface="+mn-ea"/>
              </a:rPr>
              <a:t>空气的击穿这个生活中最容易看到的就是闪电了。关于闪电的发生过程也很有意思，可以分为先导放电和主放电两个阶段，在先导阶段，闪电从天空中带负电的云层出发，并不是一次性把云层和大地之间的空气全部击穿的，而是每次击穿几十米，爬过几十米后再击穿下一段路径，从而形成蜿蜒曲折的路径，直到靠近地面的时候，从地面上会迎上去一个电流，两个在空中相遇，建立起一条导电路径，然后才是最明亮的主放电</a:t>
            </a:r>
            <a:r>
              <a:rPr lang="zh-CN" altLang="en-US">
                <a:sym typeface="+mn-ea"/>
              </a:rPr>
              <a:t>。</a:t>
            </a:r>
            <a:endParaRPr lang="zh-CN" altLang="en-US">
              <a:sym typeface="+mn-ea"/>
            </a:endParaRPr>
          </a:p>
          <a:p>
            <a:endParaRPr lang="zh-CN" altLang="en-US"/>
          </a:p>
          <a:p>
            <a:r>
              <a:rPr lang="en-US" altLang="zh-CN"/>
              <a:t>3.</a:t>
            </a:r>
            <a:r>
              <a:rPr lang="zh-CN" altLang="en-US"/>
              <a:t>左图是将一个不带电的导体，放在真空中的外加匀强电场</a:t>
            </a:r>
            <a:r>
              <a:rPr lang="en-US" altLang="zh-CN"/>
              <a:t>E1</a:t>
            </a:r>
            <a:r>
              <a:rPr lang="zh-CN" altLang="en-US"/>
              <a:t>中，形成的总场。</a:t>
            </a:r>
            <a:endParaRPr lang="zh-CN" altLang="en-US"/>
          </a:p>
          <a:p>
            <a:r>
              <a:rPr lang="zh-CN" altLang="en-US"/>
              <a:t>可以证明在导体自身带电时，这几个效应同样</a:t>
            </a:r>
            <a:r>
              <a:rPr lang="zh-CN" altLang="en-US"/>
              <a:t>成立，此时则是导体向外辐射电场，电荷同样全部分布在导体表面，内部电荷密度和场强为</a:t>
            </a:r>
            <a:r>
              <a:rPr lang="en-US" altLang="zh-CN"/>
              <a:t>0</a:t>
            </a:r>
            <a:r>
              <a:rPr lang="zh-CN" altLang="en-US"/>
              <a:t>。</a:t>
            </a:r>
            <a:endParaRPr lang="zh-CN" altLang="en-US"/>
          </a:p>
          <a:p>
            <a:r>
              <a:rPr lang="zh-CN" altLang="en-US"/>
              <a:t>利用导体在静电场中的效应，可以制成法拉第笼、</a:t>
            </a:r>
            <a:r>
              <a:rPr lang="zh-CN" altLang="en-US"/>
              <a:t>避雷针。</a:t>
            </a:r>
            <a:endParaRPr lang="zh-CN" altLang="en-US"/>
          </a:p>
          <a:p>
            <a:endParaRPr lang="zh-CN" altLang="en-US">
              <a:sym typeface="+mn-ea"/>
            </a:endParaRPr>
          </a:p>
          <a:p>
            <a:r>
              <a:rPr lang="en-US" altLang="zh-CN">
                <a:sym typeface="+mn-ea"/>
              </a:rPr>
              <a:t>4.</a:t>
            </a:r>
            <a:r>
              <a:rPr lang="zh-CN" altLang="en-US">
                <a:sym typeface="+mn-ea"/>
              </a:rPr>
              <a:t>静电场在两种介质分界面上的边界条件：通过在分界面上对一个无穷小圆柱使用高斯定理可以得到：</a:t>
            </a:r>
            <a:r>
              <a:rPr lang="en-US" altLang="zh-CN">
                <a:sym typeface="+mn-ea"/>
              </a:rPr>
              <a:t>D2n-D1n=</a:t>
            </a:r>
            <a:r>
              <a:rPr lang="en-US" altLang="zh-CN">
                <a:latin typeface="微软雅黑" panose="020B0503020204020204" charset="-122"/>
                <a:ea typeface="微软雅黑" panose="020B0503020204020204" charset="-122"/>
                <a:sym typeface="+mn-ea"/>
              </a:rPr>
              <a:t>ρ</a:t>
            </a:r>
            <a:r>
              <a:rPr lang="en-US" altLang="zh-CN">
                <a:sym typeface="+mn-ea"/>
              </a:rPr>
              <a:t>,  </a:t>
            </a:r>
            <a:r>
              <a:rPr lang="zh-CN" altLang="en-US">
                <a:sym typeface="+mn-ea"/>
              </a:rPr>
              <a:t>在分界面上对一个无穷小环路使用斯托克斯定理可以得到</a:t>
            </a:r>
            <a:r>
              <a:rPr lang="en-US" altLang="zh-CN">
                <a:sym typeface="+mn-ea"/>
              </a:rPr>
              <a:t>E2</a:t>
            </a:r>
            <a:r>
              <a:rPr lang="en-US" altLang="zh-CN">
                <a:sym typeface="+mn-ea"/>
              </a:rPr>
              <a:t>t=E1t</a:t>
            </a:r>
            <a:endParaRPr lang="en-US" altLang="zh-CN">
              <a:sym typeface="+mn-ea"/>
            </a:endParaRPr>
          </a:p>
          <a:p>
            <a:endParaRPr lang="en-US" altLang="zh-CN">
              <a:latin typeface="微软雅黑" panose="020B0503020204020204" charset="-122"/>
              <a:ea typeface="微软雅黑" panose="020B0503020204020204" charset="-122"/>
              <a:sym typeface="+mn-ea"/>
            </a:endParaRPr>
          </a:p>
          <a:p>
            <a:r>
              <a:rPr lang="en-US" altLang="zh-CN">
                <a:latin typeface="微软雅黑" panose="020B0503020204020204" charset="-122"/>
                <a:ea typeface="微软雅黑" panose="020B0503020204020204" charset="-122"/>
                <a:sym typeface="+mn-ea"/>
              </a:rPr>
              <a:t>5.</a:t>
            </a:r>
            <a:r>
              <a:rPr lang="zh-CN" altLang="en-US">
                <a:latin typeface="微软雅黑" panose="020B0503020204020204" charset="-122"/>
                <a:ea typeface="微软雅黑" panose="020B0503020204020204" charset="-122"/>
                <a:sym typeface="+mn-ea"/>
              </a:rPr>
              <a:t>在静电场中，由于达到静电平衡时导体内部的电场为</a:t>
            </a:r>
            <a:r>
              <a:rPr lang="en-US" altLang="zh-CN">
                <a:latin typeface="微软雅黑" panose="020B0503020204020204" charset="-122"/>
                <a:ea typeface="微软雅黑" panose="020B0503020204020204" charset="-122"/>
                <a:sym typeface="+mn-ea"/>
              </a:rPr>
              <a:t>0</a:t>
            </a:r>
            <a:r>
              <a:rPr lang="zh-CN" altLang="en-US">
                <a:latin typeface="微软雅黑" panose="020B0503020204020204" charset="-122"/>
                <a:ea typeface="微软雅黑" panose="020B0503020204020204" charset="-122"/>
                <a:sym typeface="+mn-ea"/>
              </a:rPr>
              <a:t>，故导体内部不存在极化现象，因此在静电场中讨论导体的介电常数没有意义。不过，如果按照介电常数越大，外电场进入介质后衰减越大的规律，可以把导体在静电场中的介电常数看作是无穷大（实际上导体是一种色散媒质，其介电常数是复数，其实部为</a:t>
            </a:r>
            <a:r>
              <a:rPr lang="en-US" altLang="zh-CN">
                <a:latin typeface="微软雅黑" panose="020B0503020204020204" charset="-122"/>
                <a:ea typeface="微软雅黑" panose="020B0503020204020204" charset="-122"/>
                <a:sym typeface="+mn-ea"/>
              </a:rPr>
              <a:t>1</a:t>
            </a:r>
            <a:r>
              <a:rPr lang="zh-CN" altLang="en-US">
                <a:latin typeface="微软雅黑" panose="020B0503020204020204" charset="-122"/>
                <a:ea typeface="微软雅黑" panose="020B0503020204020204" charset="-122"/>
                <a:sym typeface="+mn-ea"/>
              </a:rPr>
              <a:t>，虚部为负无穷大），不够随着频率的上升，到光频段</a:t>
            </a:r>
            <a:r>
              <a:rPr lang="en-US" altLang="zh-CN">
                <a:latin typeface="微软雅黑" panose="020B0503020204020204" charset="-122"/>
                <a:ea typeface="微软雅黑" panose="020B0503020204020204" charset="-122"/>
                <a:sym typeface="+mn-ea"/>
              </a:rPr>
              <a:t>(THz)</a:t>
            </a:r>
            <a:r>
              <a:rPr lang="zh-CN" altLang="en-US">
                <a:latin typeface="微软雅黑" panose="020B0503020204020204" charset="-122"/>
                <a:ea typeface="微软雅黑" panose="020B0503020204020204" charset="-122"/>
                <a:sym typeface="+mn-ea"/>
              </a:rPr>
              <a:t>时导体的介电常数会有很大</a:t>
            </a:r>
            <a:r>
              <a:rPr lang="zh-CN" altLang="en-US">
                <a:latin typeface="微软雅黑" panose="020B0503020204020204" charset="-122"/>
                <a:ea typeface="微软雅黑" panose="020B0503020204020204" charset="-122"/>
                <a:sym typeface="+mn-ea"/>
              </a:rPr>
              <a:t>变化。</a:t>
            </a:r>
            <a:endParaRPr lang="zh-CN" altLang="en-US">
              <a:latin typeface="微软雅黑" panose="020B0503020204020204" charset="-122"/>
              <a:ea typeface="微软雅黑" panose="020B0503020204020204" charset="-122"/>
              <a:sym typeface="+mn-ea"/>
            </a:endParaRPr>
          </a:p>
          <a:p>
            <a:endParaRPr lang="zh-CN" altLang="en-US">
              <a:latin typeface="微软雅黑" panose="020B0503020204020204" charset="-122"/>
              <a:ea typeface="微软雅黑" panose="020B0503020204020204" charset="-122"/>
              <a:sym typeface="+mn-ea"/>
            </a:endParaRPr>
          </a:p>
          <a:p>
            <a:r>
              <a:rPr lang="en-US" altLang="zh-CN">
                <a:latin typeface="微软雅黑" panose="020B0503020204020204" charset="-122"/>
                <a:ea typeface="微软雅黑" panose="020B0503020204020204" charset="-122"/>
                <a:sym typeface="+mn-ea"/>
              </a:rPr>
              <a:t>6.</a:t>
            </a:r>
            <a:r>
              <a:rPr lang="zh-CN" altLang="en-US">
                <a:latin typeface="微软雅黑" panose="020B0503020204020204" charset="-122"/>
                <a:ea typeface="微软雅黑" panose="020B0503020204020204" charset="-122"/>
                <a:sym typeface="+mn-ea"/>
              </a:rPr>
              <a:t>对于导体和电介质的</a:t>
            </a:r>
            <a:r>
              <a:rPr lang="zh-CN" altLang="en-US">
                <a:latin typeface="微软雅黑" panose="020B0503020204020204" charset="-122"/>
                <a:ea typeface="微软雅黑" panose="020B0503020204020204" charset="-122"/>
                <a:sym typeface="+mn-ea"/>
              </a:rPr>
              <a:t>极化，后续在研究时变场中的色散介质时有更复杂的极化模型，比如德拜模型、德鲁德模型、洛伦兹</a:t>
            </a:r>
            <a:r>
              <a:rPr lang="zh-CN" altLang="en-US">
                <a:latin typeface="微软雅黑" panose="020B0503020204020204" charset="-122"/>
                <a:ea typeface="微软雅黑" panose="020B0503020204020204" charset="-122"/>
                <a:sym typeface="+mn-ea"/>
              </a:rPr>
              <a:t>模型。</a:t>
            </a:r>
            <a:endParaRPr lang="zh-CN" altLang="en-US">
              <a:latin typeface="微软雅黑" panose="020B0503020204020204" charset="-122"/>
              <a:ea typeface="微软雅黑" panose="020B0503020204020204" charset="-122"/>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当空间中存在介质时，库伦定律已无法使用，而通过高斯定理在均匀面上积分的方式来计算场，也只适用于很少数特殊情况。因此在大部分情况下，必须要通过求解微分方程才能得到结果。</a:t>
            </a:r>
            <a:endParaRPr lang="zh-CN" altLang="en-US">
              <a:sym typeface="+mn-ea"/>
            </a:endParaRPr>
          </a:p>
          <a:p>
            <a:endParaRPr lang="zh-CN" altLang="en-US">
              <a:sym typeface="+mn-ea"/>
            </a:endParaRPr>
          </a:p>
          <a:p>
            <a:r>
              <a:rPr lang="zh-CN" altLang="en-US">
                <a:sym typeface="+mn-ea"/>
              </a:rPr>
              <a:t>在现实中，想要知道导体表面的电位分布，可以使用电压表或示波器直接测量。</a:t>
            </a:r>
            <a:endParaRPr lang="zh-CN" altLang="en-US"/>
          </a:p>
          <a:p>
            <a:r>
              <a:rPr lang="zh-CN" altLang="en-US">
                <a:sym typeface="+mn-ea"/>
              </a:rPr>
              <a:t>分布型问题</a:t>
            </a:r>
            <a:r>
              <a:rPr lang="en-US" altLang="zh-CN">
                <a:sym typeface="+mn-ea"/>
              </a:rPr>
              <a:t>:​ </a:t>
            </a:r>
            <a:r>
              <a:rPr lang="zh-CN" altLang="en-US">
                <a:sym typeface="+mn-ea"/>
              </a:rPr>
              <a:t>空间中所有位置的场源都已知道，直接积分便可得到位函数和场强，比如真空中的电场的计算就是分布型问题。</a:t>
            </a:r>
            <a:endParaRPr lang="zh-CN" altLang="en-US"/>
          </a:p>
          <a:p>
            <a:r>
              <a:rPr lang="zh-CN" altLang="en-US">
                <a:sym typeface="+mn-ea"/>
              </a:rPr>
              <a:t>边值型问题</a:t>
            </a:r>
            <a:r>
              <a:rPr lang="en-US" altLang="zh-CN">
                <a:sym typeface="+mn-ea"/>
              </a:rPr>
              <a:t>:​ </a:t>
            </a:r>
            <a:r>
              <a:rPr lang="zh-CN" altLang="en-US">
                <a:sym typeface="+mn-ea"/>
              </a:rPr>
              <a:t>只知道空间中某一区域内部的场源分布，以及该区域边界面上的位函数（边界条件），求区域内部的位函数和场强，比如介质中的电场的计算就是边值型问题。</a:t>
            </a:r>
            <a:endParaRPr lang="zh-CN" altLang="en-US"/>
          </a:p>
          <a:p>
            <a:endParaRPr lang="zh-CN" altLang="en-US"/>
          </a:p>
          <a:p>
            <a:r>
              <a:rPr lang="zh-CN" altLang="en-US"/>
              <a:t>泊松方程是一个椭圆形线性二阶偏微分方程，用来描述稳定场在一个区域内的分布。泊松方程的右边项</a:t>
            </a:r>
            <a:r>
              <a:rPr lang="zh-CN" altLang="en-US">
                <a:sym typeface="+mn-ea"/>
              </a:rPr>
              <a:t>表示区域内的场源分布，这个我们也无法事先知道，但是不用担心，因为在理想电介质和理想导体内部，电荷密度都为</a:t>
            </a:r>
            <a:r>
              <a:rPr lang="en-US" altLang="zh-CN">
                <a:sym typeface="+mn-ea"/>
              </a:rPr>
              <a:t>0</a:t>
            </a:r>
            <a:r>
              <a:rPr lang="zh-CN" altLang="en-US">
                <a:sym typeface="+mn-ea"/>
              </a:rPr>
              <a:t>，因此该</a:t>
            </a:r>
            <a:r>
              <a:rPr lang="zh-CN" altLang="en-US"/>
              <a:t>方程简化为拉普拉斯方程。</a:t>
            </a:r>
            <a:endParaRPr lang="zh-CN" altLang="en-US"/>
          </a:p>
          <a:p>
            <a:r>
              <a:rPr lang="zh-CN" altLang="en-US">
                <a:sym typeface="+mn-ea"/>
              </a:rPr>
              <a:t>一个微分方程如果没有约束条件那将会有无穷多的解，唯一性定理告诉我们，需要知道整个区域内部的场源分布以及整个边界上的边界条件，这样才能从无穷多的解中确定唯一的那个真实解。</a:t>
            </a:r>
            <a:endParaRPr lang="zh-CN" altLang="en-US"/>
          </a:p>
          <a:p>
            <a:r>
              <a:rPr lang="zh-CN" altLang="en-US"/>
              <a:t>微分方程边值问题的解的确定需要依据边界条件，主要有第一类、第二类和第三类边界条件，边界条件用于描述外部区域对求解区域的影响。</a:t>
            </a:r>
            <a:endParaRPr lang="zh-CN" altLang="en-US"/>
          </a:p>
          <a:p>
            <a:endParaRPr lang="zh-CN" altLang="en-US">
              <a:sym typeface="+mn-ea"/>
            </a:endParaRPr>
          </a:p>
          <a:p>
            <a:r>
              <a:rPr lang="zh-CN" altLang="en-US">
                <a:sym typeface="+mn-ea"/>
              </a:rPr>
              <a:t>如果把真空看成是无限大均匀介质，那么通过</a:t>
            </a:r>
            <a:r>
              <a:rPr lang="zh-CN" altLang="en-US">
                <a:sym typeface="+mn-ea"/>
              </a:rPr>
              <a:t>求解微分方程同样能计算出真空中的场</a:t>
            </a:r>
            <a:r>
              <a:rPr lang="zh-CN" altLang="en-US">
                <a:sym typeface="+mn-ea"/>
              </a:rPr>
              <a:t>分布</a:t>
            </a:r>
            <a:endParaRPr lang="zh-CN" altLang="en-US">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镜像法也可以用来计算两种</a:t>
            </a:r>
            <a:r>
              <a:rPr lang="zh-CN" altLang="en-US"/>
              <a:t>不同介质分界面附近的电荷产生的电场，不过对于分界面两侧不同区域各自有一个等效模型，两个模型在分界面上产生的电位</a:t>
            </a:r>
            <a:r>
              <a:rPr lang="zh-CN" altLang="en-US"/>
              <a:t>需要满足分界面边界</a:t>
            </a:r>
            <a:r>
              <a:rPr lang="zh-CN" altLang="en-US"/>
              <a:t>条件。</a:t>
            </a:r>
            <a:endParaRPr lang="zh-CN" altLang="en-US"/>
          </a:p>
          <a:p>
            <a:endParaRPr lang="zh-CN" altLang="en-US"/>
          </a:p>
          <a:p>
            <a:r>
              <a:rPr lang="zh-CN" altLang="en-US"/>
              <a:t>镜像法可以与格林函数法配合，先用镜像法计算出点源的场</a:t>
            </a:r>
            <a:r>
              <a:rPr lang="en-US" altLang="zh-CN"/>
              <a:t>(</a:t>
            </a:r>
            <a:r>
              <a:rPr lang="zh-CN" altLang="en-US"/>
              <a:t>格林函数</a:t>
            </a:r>
            <a:r>
              <a:rPr lang="en-US" altLang="zh-CN"/>
              <a:t>)</a:t>
            </a:r>
            <a:r>
              <a:rPr lang="zh-CN" altLang="en-US"/>
              <a:t>，再代入格林公式得到整个带电体的</a:t>
            </a:r>
            <a:r>
              <a:rPr lang="zh-CN" altLang="en-US"/>
              <a:t>电场。</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可以看到最终解是级数的形式，这说明空间中的场是无穷多的特定模式的场的</a:t>
            </a:r>
            <a:r>
              <a:rPr lang="zh-CN" altLang="en-US">
                <a:sym typeface="+mn-ea"/>
              </a:rPr>
              <a:t>叠加。</a:t>
            </a:r>
            <a:endParaRPr lang="zh-CN" altLang="en-US">
              <a:sym typeface="+mn-ea"/>
            </a:endParaRPr>
          </a:p>
          <a:p>
            <a:endParaRPr lang="zh-CN" altLang="en-US">
              <a:sym typeface="+mn-ea"/>
            </a:endParaRPr>
          </a:p>
          <a:p>
            <a:r>
              <a:rPr lang="zh-CN" altLang="en-US">
                <a:sym typeface="+mn-ea"/>
              </a:rPr>
              <a:t>分离变量法的一般求解步骤如下，适用于典型的线性齐次偏微分方程（如波动方程、热传导方程、拉普拉斯方程等）：</a:t>
            </a:r>
            <a:endParaRPr lang="zh-CN" altLang="en-US"/>
          </a:p>
          <a:p>
            <a:r>
              <a:rPr lang="en-US" altLang="zh-CN">
                <a:sym typeface="+mn-ea"/>
              </a:rPr>
              <a:t>1.</a:t>
            </a:r>
            <a:r>
              <a:rPr lang="zh-CN" altLang="en-US">
                <a:sym typeface="+mn-ea"/>
              </a:rPr>
              <a:t>对泛定方程和边界条件做齐次化处理：假如泛定方程非齐次，则需通过特解法（适用于泊松方程）或冲量定理法（适用于时间相关</a:t>
            </a:r>
            <a:r>
              <a:rPr lang="en-US" altLang="zh-CN">
                <a:sym typeface="+mn-ea"/>
              </a:rPr>
              <a:t>PDE</a:t>
            </a:r>
            <a:r>
              <a:rPr lang="zh-CN" altLang="en-US">
                <a:sym typeface="+mn-ea"/>
              </a:rPr>
              <a:t>）将其转化为齐次泛定方程；</a:t>
            </a:r>
            <a:r>
              <a:rPr lang="zh-CN" altLang="en-US">
                <a:sym typeface="+mn-ea"/>
              </a:rPr>
              <a:t>齐次边界条件指的是只在一个方向上不等于</a:t>
            </a:r>
            <a:r>
              <a:rPr lang="en-US" altLang="zh-CN">
                <a:sym typeface="+mn-ea"/>
              </a:rPr>
              <a:t>0</a:t>
            </a:r>
            <a:r>
              <a:rPr lang="zh-CN" altLang="en-US">
                <a:sym typeface="+mn-ea"/>
              </a:rPr>
              <a:t>，在其余方向上都等于</a:t>
            </a:r>
            <a:r>
              <a:rPr lang="en-US" altLang="zh-CN">
                <a:sym typeface="+mn-ea"/>
              </a:rPr>
              <a:t>0</a:t>
            </a:r>
            <a:r>
              <a:rPr lang="zh-CN" altLang="en-US">
                <a:sym typeface="+mn-ea"/>
              </a:rPr>
              <a:t>，</a:t>
            </a:r>
            <a:r>
              <a:rPr lang="zh-CN" altLang="en-US">
                <a:sym typeface="+mn-ea"/>
              </a:rPr>
              <a:t>假如</a:t>
            </a:r>
            <a:r>
              <a:rPr lang="zh-CN" altLang="en-US">
                <a:sym typeface="+mn-ea"/>
              </a:rPr>
              <a:t>边界条件非齐次，则需通过分解将一个非齐次边界问题转化为多个齐次边界问题的叠加。</a:t>
            </a:r>
            <a:endParaRPr lang="zh-CN" altLang="en-US">
              <a:sym typeface="+mn-ea"/>
            </a:endParaRPr>
          </a:p>
          <a:p>
            <a:r>
              <a:rPr lang="en-US" altLang="zh-CN">
                <a:sym typeface="+mn-ea"/>
              </a:rPr>
              <a:t>2.</a:t>
            </a:r>
            <a:r>
              <a:rPr lang="zh-CN" altLang="en-US">
                <a:sym typeface="+mn-ea"/>
              </a:rPr>
              <a:t>分离变量：假设偏微分方程的解可以写成几个单变量函数的乘积，然后代入偏微分方程并分离变量：整理各项，使方程的一边只依赖于一个变量，另一边只依赖于其他变量，等式成立要求两边等于同一个常数，这个常数称为分离常数</a:t>
            </a:r>
            <a:endParaRPr lang="zh-CN" altLang="en-US"/>
          </a:p>
          <a:p>
            <a:r>
              <a:rPr lang="en-US" altLang="zh-CN">
                <a:sym typeface="+mn-ea"/>
              </a:rPr>
              <a:t>3.</a:t>
            </a:r>
            <a:r>
              <a:rPr lang="zh-CN" altLang="en-US">
                <a:sym typeface="+mn-ea"/>
              </a:rPr>
              <a:t>解本征值问题（齐次边界相关</a:t>
            </a:r>
            <a:r>
              <a:rPr lang="zh-CN" altLang="en-US">
                <a:sym typeface="+mn-ea"/>
              </a:rPr>
              <a:t>的方程），并利用边界条件确定全部的非零</a:t>
            </a:r>
            <a:r>
              <a:rPr lang="zh-CN" altLang="en-US">
                <a:sym typeface="+mn-ea"/>
              </a:rPr>
              <a:t>本征解</a:t>
            </a:r>
            <a:endParaRPr lang="zh-CN" altLang="en-US"/>
          </a:p>
          <a:p>
            <a:r>
              <a:rPr lang="en-US" altLang="zh-CN">
                <a:sym typeface="+mn-ea"/>
              </a:rPr>
              <a:t>4.</a:t>
            </a:r>
            <a:r>
              <a:rPr lang="zh-CN" altLang="en-US">
                <a:sym typeface="+mn-ea"/>
              </a:rPr>
              <a:t>解非本征值问题（其余方程），</a:t>
            </a:r>
            <a:r>
              <a:rPr lang="zh-CN" altLang="en-US">
                <a:sym typeface="+mn-ea"/>
              </a:rPr>
              <a:t>然后叠加全部本征解，代入</a:t>
            </a:r>
            <a:r>
              <a:rPr lang="zh-CN" altLang="en-US">
                <a:sym typeface="+mn-ea"/>
              </a:rPr>
              <a:t>初始条件，利用傅里叶级数展开确定系数，得到最终解</a:t>
            </a:r>
            <a:endParaRPr lang="zh-CN" altLang="en-US"/>
          </a:p>
          <a:p>
            <a:endParaRPr lang="zh-CN" altLang="en-US"/>
          </a:p>
          <a:p>
            <a:endParaRPr lang="zh-CN" altLang="en-US"/>
          </a:p>
          <a:p>
            <a:r>
              <a:rPr lang="zh-CN" altLang="en-US"/>
              <a:t>分离变量法的适用</a:t>
            </a:r>
            <a:r>
              <a:rPr lang="zh-CN" altLang="en-US"/>
              <a:t>条件：</a:t>
            </a:r>
            <a:endParaRPr lang="zh-CN" altLang="en-US"/>
          </a:p>
          <a:p>
            <a:r>
              <a:rPr lang="en-US" altLang="zh-CN"/>
              <a:t>1.</a:t>
            </a:r>
            <a:r>
              <a:rPr lang="zh-CN" altLang="en-US"/>
              <a:t>必须要求边界条件齐次</a:t>
            </a:r>
            <a:endParaRPr lang="zh-CN" altLang="en-US"/>
          </a:p>
          <a:p>
            <a:r>
              <a:rPr lang="en-US" altLang="zh-CN"/>
              <a:t>2.</a:t>
            </a:r>
            <a:r>
              <a:rPr lang="zh-CN" altLang="en-US"/>
              <a:t>对区域形状有苛刻要求。它只在坐标面与区域边界重合的坐标系中高效工作</a:t>
            </a:r>
            <a:endParaRPr lang="zh-CN" altLang="en-US"/>
          </a:p>
          <a:p>
            <a:r>
              <a:rPr lang="zh-CN" altLang="en-US"/>
              <a:t>当满足这两个条件时，分离变量法的解在数学上是严谨唯一的，其理论根基来源于</a:t>
            </a:r>
            <a:r>
              <a:rPr lang="en-US" altLang="zh-CN"/>
              <a:t>Sturm-Liouville </a:t>
            </a:r>
            <a:r>
              <a:rPr lang="zh-CN" altLang="en-US"/>
              <a:t>本征值理论：在齐次边界下本征函数族构成了可以</a:t>
            </a:r>
            <a:r>
              <a:rPr lang="zh-CN" altLang="en-US"/>
              <a:t>表示任意解</a:t>
            </a:r>
            <a:r>
              <a:rPr lang="zh-CN" altLang="en-US"/>
              <a:t>的完备正交基。</a:t>
            </a:r>
            <a:endParaRPr lang="zh-CN" altLang="en-US"/>
          </a:p>
          <a:p>
            <a:r>
              <a:rPr lang="zh-CN" altLang="en-US"/>
              <a:t>如果区域是一个复杂的多边形或不规则形状，分离变量法通常完全失效，因为边界条件无法在任何一个坐标系下表示为对单变量的齐次约束</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为什么柱侧面为齐次边界条件时</a:t>
            </a:r>
            <a:r>
              <a:rPr lang="en-US" altLang="zh-CN"/>
              <a:t>R(r)</a:t>
            </a:r>
            <a:r>
              <a:rPr lang="zh-CN" altLang="en-US"/>
              <a:t>是贝塞尔方程：诺伊曼函数</a:t>
            </a:r>
            <a:r>
              <a:rPr lang="en-US" altLang="zh-CN"/>
              <a:t>N(x)</a:t>
            </a:r>
            <a:r>
              <a:rPr lang="zh-CN" altLang="en-US"/>
              <a:t>、</a:t>
            </a:r>
            <a:r>
              <a:rPr lang="zh-CN" altLang="en-US">
                <a:sym typeface="+mn-ea"/>
              </a:rPr>
              <a:t>第二类</a:t>
            </a:r>
            <a:r>
              <a:rPr lang="zh-CN" altLang="en-US"/>
              <a:t>虚宗量</a:t>
            </a:r>
            <a:r>
              <a:rPr lang="zh-CN" altLang="en-US">
                <a:sym typeface="+mn-ea"/>
              </a:rPr>
              <a:t>贝塞尔</a:t>
            </a:r>
            <a:r>
              <a:rPr lang="zh-CN" altLang="en-US"/>
              <a:t>函数</a:t>
            </a:r>
            <a:r>
              <a:rPr lang="en-US" altLang="zh-CN"/>
              <a:t>K(x)</a:t>
            </a:r>
            <a:r>
              <a:rPr lang="zh-CN" altLang="en-US"/>
              <a:t>在</a:t>
            </a:r>
            <a:r>
              <a:rPr lang="en-US" altLang="zh-CN"/>
              <a:t>x</a:t>
            </a:r>
            <a:r>
              <a:rPr lang="zh-CN" altLang="en-US"/>
              <a:t>趋向</a:t>
            </a:r>
            <a:r>
              <a:rPr lang="en-US" altLang="zh-CN"/>
              <a:t>0</a:t>
            </a:r>
            <a:r>
              <a:rPr lang="zh-CN" altLang="en-US"/>
              <a:t>时趋向无穷大，而</a:t>
            </a:r>
            <a:r>
              <a:rPr lang="zh-CN" altLang="en-US"/>
              <a:t>第一类虚宗量</a:t>
            </a:r>
            <a:r>
              <a:rPr lang="zh-CN" altLang="en-US">
                <a:sym typeface="+mn-ea"/>
              </a:rPr>
              <a:t>贝塞尔函数</a:t>
            </a:r>
            <a:r>
              <a:rPr lang="en-US" altLang="zh-CN">
                <a:sym typeface="+mn-ea"/>
              </a:rPr>
              <a:t>I(x)</a:t>
            </a:r>
            <a:r>
              <a:rPr lang="zh-CN" altLang="en-US">
                <a:sym typeface="+mn-ea"/>
              </a:rPr>
              <a:t>在</a:t>
            </a:r>
            <a:r>
              <a:rPr lang="en-US" altLang="zh-CN">
                <a:sym typeface="+mn-ea"/>
              </a:rPr>
              <a:t>x&gt;0</a:t>
            </a:r>
            <a:r>
              <a:rPr lang="zh-CN" altLang="en-US">
                <a:sym typeface="+mn-ea"/>
              </a:rPr>
              <a:t>时无零解，故其前面的系数都必须为</a:t>
            </a:r>
            <a:r>
              <a:rPr lang="en-US" altLang="zh-CN">
                <a:sym typeface="+mn-ea"/>
              </a:rPr>
              <a:t>0</a:t>
            </a:r>
            <a:endParaRPr lang="en-US" altLang="zh-CN">
              <a:sym typeface="+mn-ea"/>
            </a:endParaRPr>
          </a:p>
          <a:p>
            <a:endParaRPr lang="en-US" altLang="zh-CN">
              <a:sym typeface="+mn-ea"/>
            </a:endParaRPr>
          </a:p>
          <a:p>
            <a:r>
              <a:rPr lang="zh-CN" altLang="en-US">
                <a:sym typeface="+mn-ea"/>
              </a:rPr>
              <a:t>上面的第三、</a:t>
            </a:r>
            <a:r>
              <a:rPr lang="zh-CN" altLang="en-US">
                <a:sym typeface="+mn-ea"/>
              </a:rPr>
              <a:t>四步其实不用这么</a:t>
            </a:r>
            <a:r>
              <a:rPr lang="zh-CN" altLang="en-US">
                <a:sym typeface="+mn-ea"/>
              </a:rPr>
              <a:t>麻烦，对于直角坐标系、圆柱坐标系和球坐标系，哪些齐次边界条件对应哪些形式</a:t>
            </a:r>
            <a:r>
              <a:rPr lang="zh-CN" altLang="en-US">
                <a:sym typeface="+mn-ea"/>
              </a:rPr>
              <a:t>的解，其实数学家都帮我们算好了，直接查表就行，不用这么麻烦的分类讨论</a:t>
            </a:r>
            <a:r>
              <a:rPr lang="zh-CN" altLang="en-US">
                <a:sym typeface="+mn-ea"/>
              </a:rPr>
              <a:t>了。</a:t>
            </a:r>
            <a:endParaRPr lang="zh-CN" altLang="en-US">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在求解某一个区域</a:t>
            </a:r>
            <a:r>
              <a:rPr lang="zh-CN" altLang="en-US"/>
              <a:t>的边值问题时，知道了边界面上的电位或电场</a:t>
            </a:r>
            <a:r>
              <a:rPr lang="en-US" altLang="zh-CN"/>
              <a:t>(</a:t>
            </a:r>
            <a:r>
              <a:rPr lang="zh-CN" altLang="en-US"/>
              <a:t>电位的法向导数</a:t>
            </a:r>
            <a:r>
              <a:rPr lang="en-US" altLang="zh-CN"/>
              <a:t>)</a:t>
            </a:r>
            <a:r>
              <a:rPr lang="zh-CN" altLang="en-US"/>
              <a:t>，可以求出该区域内的</a:t>
            </a:r>
            <a:r>
              <a:rPr lang="zh-CN" altLang="en-US"/>
              <a:t>电位。</a:t>
            </a:r>
            <a:endParaRPr lang="zh-CN" altLang="en-US"/>
          </a:p>
          <a:p>
            <a:r>
              <a:rPr lang="zh-CN" altLang="en-US"/>
              <a:t>但是有时是多个区域共同求解，只知道其中一些区域的边界条件，另外一些区域的边界条件不知道。此时就需要分布考虑各个区域内的可能解，然后通过分界面上的衔接条件来确定解的形式以及待定系数，从而得到最终</a:t>
            </a:r>
            <a:r>
              <a:rPr lang="zh-CN" altLang="en-US"/>
              <a:t>解。</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对非齐次方程</a:t>
            </a:r>
            <a:r>
              <a:rPr lang="en-US" altLang="zh-CN"/>
              <a:t>(</a:t>
            </a:r>
            <a:r>
              <a:rPr lang="zh-CN" altLang="en-US"/>
              <a:t>如泊松方程</a:t>
            </a:r>
            <a:r>
              <a:rPr lang="en-US" altLang="zh-CN"/>
              <a:t>)</a:t>
            </a:r>
            <a:r>
              <a:rPr lang="zh-CN" altLang="en-US"/>
              <a:t>变换后，方程会多出一个因子（与复变函数的</a:t>
            </a:r>
            <a:r>
              <a:rPr lang="zh-CN" altLang="en-US"/>
              <a:t>导数相关），需调整。</a:t>
            </a:r>
            <a:endParaRPr lang="zh-CN" altLang="en-US"/>
          </a:p>
          <a:p>
            <a:endParaRPr lang="zh-CN" altLang="en-US"/>
          </a:p>
          <a:p>
            <a:r>
              <a:rPr lang="zh-CN" altLang="en-US">
                <a:sym typeface="+mn-ea"/>
              </a:rPr>
              <a:t>右边表中的</a:t>
            </a:r>
            <a:r>
              <a:rPr lang="en-US" altLang="zh-CN">
                <a:sym typeface="+mn-ea"/>
              </a:rPr>
              <a:t>w</a:t>
            </a:r>
            <a:r>
              <a:rPr lang="zh-CN" altLang="en-US">
                <a:sym typeface="+mn-ea"/>
              </a:rPr>
              <a:t>、</a:t>
            </a:r>
            <a:r>
              <a:rPr lang="en-US" altLang="zh-CN">
                <a:sym typeface="+mn-ea"/>
              </a:rPr>
              <a:t>z</a:t>
            </a:r>
            <a:r>
              <a:rPr lang="zh-CN" altLang="en-US">
                <a:sym typeface="+mn-ea"/>
              </a:rPr>
              <a:t>都是</a:t>
            </a:r>
            <a:r>
              <a:rPr lang="zh-CN" altLang="en-US">
                <a:sym typeface="+mn-ea"/>
              </a:rPr>
              <a:t>复数。</a:t>
            </a:r>
            <a:endParaRPr lang="zh-CN" altLang="en-US">
              <a:sym typeface="+mn-ea"/>
            </a:endParaRPr>
          </a:p>
          <a:p>
            <a:endParaRPr lang="zh-CN" altLang="en-US"/>
          </a:p>
          <a:p>
            <a:r>
              <a:rPr lang="zh-CN" altLang="en-US">
                <a:sym typeface="+mn-ea"/>
              </a:rPr>
              <a:t>寻找合适的变换函数往往需要经验和技巧，此外过于复杂的边界也很难转为标准形式，还是需要数值求解，对于泊松方程的</a:t>
            </a:r>
            <a:r>
              <a:rPr lang="zh-CN" altLang="en-US">
                <a:sym typeface="+mn-ea"/>
              </a:rPr>
              <a:t>数值求解可以使用有限差分</a:t>
            </a:r>
            <a:r>
              <a:rPr lang="zh-CN" altLang="en-US">
                <a:sym typeface="+mn-ea"/>
              </a:rPr>
              <a:t>法。</a:t>
            </a:r>
            <a:endParaRPr lang="zh-CN" altLang="en-US">
              <a:sym typeface="+mn-ea"/>
            </a:endParaRPr>
          </a:p>
          <a:p>
            <a:endParaRPr lang="zh-CN" altLang="en-US">
              <a:sym typeface="+mn-ea"/>
            </a:endParaRPr>
          </a:p>
          <a:p>
            <a:r>
              <a:rPr lang="zh-CN" altLang="en-US"/>
              <a:t>除了表中列举的变换还有其他变换，</a:t>
            </a:r>
            <a:r>
              <a:rPr lang="zh-CN" altLang="en-US"/>
              <a:t>比如施瓦兹-克里斯托费尔变换专门用于多边形区域到上半平面的映射</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电容并非只在电容器里存在，实际上任何两个导体之间都有寄生电容（分布电容）</a:t>
            </a:r>
            <a:r>
              <a:rPr lang="en-US" altLang="zh-CN"/>
              <a:t>,</a:t>
            </a:r>
            <a:r>
              <a:rPr lang="zh-CN" altLang="en-US"/>
              <a:t>导体和地之间也存在</a:t>
            </a:r>
            <a:r>
              <a:rPr lang="zh-CN" altLang="en-US">
                <a:sym typeface="+mn-ea"/>
              </a:rPr>
              <a:t>寄生</a:t>
            </a:r>
            <a:r>
              <a:rPr lang="zh-CN" altLang="en-US"/>
              <a:t>电容。例如：</a:t>
            </a:r>
            <a:endParaRPr lang="zh-CN" altLang="en-US"/>
          </a:p>
          <a:p>
            <a:r>
              <a:rPr lang="zh-CN" altLang="en-US"/>
              <a:t>印刷电路板（</a:t>
            </a:r>
            <a:r>
              <a:rPr lang="en-US" altLang="zh-CN"/>
              <a:t>PCB</a:t>
            </a:r>
            <a:r>
              <a:rPr lang="zh-CN" altLang="en-US"/>
              <a:t>）上两条靠近的走线之间、晶体管内部的电极之间、</a:t>
            </a:r>
            <a:r>
              <a:rPr lang="zh-CN" altLang="en-US">
                <a:sym typeface="+mn-ea"/>
              </a:rPr>
              <a:t>人体和大地之间、电力传输线和大地之间。</a:t>
            </a:r>
            <a:endParaRPr lang="zh-CN" altLang="en-US">
              <a:sym typeface="+mn-ea"/>
            </a:endParaRPr>
          </a:p>
          <a:p>
            <a:endParaRPr lang="zh-CN" altLang="en-US"/>
          </a:p>
          <a:p>
            <a:r>
              <a:rPr lang="zh-CN" altLang="en-US"/>
              <a:t>一个</a:t>
            </a:r>
            <a:r>
              <a:rPr lang="zh-CN" altLang="en-US"/>
              <a:t>电路系统可能有多种</a:t>
            </a:r>
            <a:r>
              <a:rPr lang="en-US" altLang="zh-CN"/>
              <a:t>“</a:t>
            </a:r>
            <a:r>
              <a:rPr lang="zh-CN" altLang="en-US"/>
              <a:t>地</a:t>
            </a:r>
            <a:r>
              <a:rPr lang="en-US" altLang="zh-CN"/>
              <a:t>”</a:t>
            </a:r>
            <a:r>
              <a:rPr lang="zh-CN" altLang="en-US"/>
              <a:t>，如数字地、模拟地、功率地，最后再单点连接，目的是防止不同部分的噪声相互干扰。</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基础电磁学</a:t>
            </a:r>
            <a:r>
              <a:rPr lang="zh-CN" altLang="en-US"/>
              <a:t>中不研究真空运流电流，是因为基础课程的设计逻辑是</a:t>
            </a:r>
            <a:r>
              <a:rPr lang="en-US" altLang="zh-CN"/>
              <a:t>“</a:t>
            </a:r>
            <a:r>
              <a:rPr lang="zh-CN" altLang="en-US"/>
              <a:t>场</a:t>
            </a:r>
            <a:r>
              <a:rPr lang="en-US" altLang="zh-CN"/>
              <a:t>+</a:t>
            </a:r>
            <a:r>
              <a:rPr lang="zh-CN" altLang="en-US"/>
              <a:t>路</a:t>
            </a:r>
            <a:r>
              <a:rPr lang="en-US" altLang="zh-CN"/>
              <a:t>”</a:t>
            </a:r>
            <a:r>
              <a:rPr lang="zh-CN" altLang="en-US"/>
              <a:t>，旨在服务于最广泛的电路分析需求。真空电子流属于</a:t>
            </a:r>
            <a:r>
              <a:rPr lang="en-US" altLang="zh-CN"/>
              <a:t>“</a:t>
            </a:r>
            <a:r>
              <a:rPr lang="zh-CN" altLang="en-US"/>
              <a:t>粒子运动</a:t>
            </a:r>
            <a:r>
              <a:rPr lang="en-US" altLang="zh-CN"/>
              <a:t>”</a:t>
            </a:r>
            <a:r>
              <a:rPr lang="zh-CN" altLang="en-US"/>
              <a:t>的范畴，需要更专门的物理知识（如相对论电动力学）来处理。它不是不存在，而是被归入了更高级的专业课程中。</a:t>
            </a:r>
            <a:endParaRPr lang="zh-CN" altLang="en-US"/>
          </a:p>
          <a:p>
            <a:endParaRPr lang="zh-CN" altLang="en-US"/>
          </a:p>
          <a:p>
            <a:r>
              <a:rPr lang="zh-CN" altLang="en-US">
                <a:sym typeface="+mn-ea"/>
              </a:rPr>
              <a:t>恒定电流场指的是空间中电流密度分布不随时间发生变化的情况，这需要一个稳定的外加电场来提供能量，在现实中通常是由直流电源产生的直流</a:t>
            </a:r>
            <a:r>
              <a:rPr lang="zh-CN" altLang="en-US">
                <a:sym typeface="+mn-ea"/>
              </a:rPr>
              <a:t>电场。</a:t>
            </a:r>
            <a:endParaRPr lang="zh-CN" altLang="en-US">
              <a:sym typeface="+mn-ea"/>
            </a:endParaRPr>
          </a:p>
          <a:p>
            <a:r>
              <a:rPr lang="zh-CN" altLang="en-US">
                <a:sym typeface="+mn-ea"/>
              </a:rPr>
              <a:t>除了导体内的传导电流，还有一种情况是运流电流，它是由宏观的、带有净电荷的物体或介质本身在运动形成的，比如带电荷的物体自身在移动、</a:t>
            </a:r>
            <a:r>
              <a:rPr lang="zh-CN" altLang="en-US">
                <a:sym typeface="+mn-ea"/>
              </a:rPr>
              <a:t>带电离子的电解液在管道中泵送。这种运流电流的大小与介质运动速度直接相关，与电场强度无直接关系，不满足欧姆定律，不属于恒定电流，因此不在本节讨论范围。</a:t>
            </a:r>
            <a:endParaRPr lang="zh-CN" altLang="en-US"/>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与静电场中不同，导体在流过恒定电流时，其内部存在电场，导体表面</a:t>
            </a:r>
            <a:r>
              <a:rPr lang="zh-CN" altLang="en-US">
                <a:sym typeface="+mn-ea"/>
              </a:rPr>
              <a:t>也不是一个等势面。</a:t>
            </a:r>
            <a:endParaRPr lang="zh-CN" altLang="en-US">
              <a:sym typeface="+mn-ea"/>
            </a:endParaRPr>
          </a:p>
          <a:p>
            <a:endParaRPr lang="zh-CN" altLang="en-US">
              <a:sym typeface="+mn-ea"/>
            </a:endParaRPr>
          </a:p>
          <a:p>
            <a:r>
              <a:rPr lang="zh-CN" altLang="en-US">
                <a:sym typeface="+mn-ea"/>
              </a:rPr>
              <a:t>导线内电流的微观表达式：</a:t>
            </a:r>
            <a:r>
              <a:rPr lang="en-US" altLang="zh-CN">
                <a:sym typeface="+mn-ea"/>
              </a:rPr>
              <a:t>I = n*e*S*v </a:t>
            </a:r>
            <a:r>
              <a:rPr lang="zh-CN" altLang="en-US">
                <a:sym typeface="+mn-ea"/>
              </a:rPr>
              <a:t>（其中</a:t>
            </a:r>
            <a:r>
              <a:rPr lang="en-US" altLang="zh-CN">
                <a:sym typeface="+mn-ea"/>
              </a:rPr>
              <a:t>n</a:t>
            </a:r>
            <a:r>
              <a:rPr lang="zh-CN" altLang="en-US">
                <a:sym typeface="+mn-ea"/>
              </a:rPr>
              <a:t>是电子数密度，</a:t>
            </a:r>
            <a:r>
              <a:rPr lang="en-US" altLang="zh-CN">
                <a:sym typeface="+mn-ea"/>
              </a:rPr>
              <a:t>e</a:t>
            </a:r>
            <a:r>
              <a:rPr lang="zh-CN" altLang="en-US">
                <a:sym typeface="+mn-ea"/>
              </a:rPr>
              <a:t>是电子电量，</a:t>
            </a:r>
            <a:r>
              <a:rPr lang="en-US" altLang="zh-CN">
                <a:sym typeface="+mn-ea"/>
              </a:rPr>
              <a:t>S</a:t>
            </a:r>
            <a:r>
              <a:rPr lang="zh-CN" altLang="en-US">
                <a:sym typeface="+mn-ea"/>
              </a:rPr>
              <a:t>是横截面积，</a:t>
            </a:r>
            <a:r>
              <a:rPr lang="en-US" altLang="zh-CN">
                <a:sym typeface="+mn-ea"/>
              </a:rPr>
              <a:t>v</a:t>
            </a:r>
            <a:r>
              <a:rPr lang="zh-CN" altLang="en-US">
                <a:sym typeface="+mn-ea"/>
              </a:rPr>
              <a:t>是漂移速度）</a:t>
            </a:r>
            <a:r>
              <a:rPr lang="en-US" altLang="zh-CN">
                <a:sym typeface="+mn-ea"/>
              </a:rPr>
              <a:t>,</a:t>
            </a:r>
            <a:r>
              <a:rPr lang="zh-CN" altLang="en-US">
                <a:sym typeface="+mn-ea"/>
              </a:rPr>
              <a:t>它其实就是电流密度</a:t>
            </a:r>
            <a:r>
              <a:rPr lang="en-US" altLang="zh-CN">
                <a:sym typeface="+mn-ea"/>
              </a:rPr>
              <a:t>J</a:t>
            </a:r>
            <a:r>
              <a:rPr lang="zh-CN" altLang="en-US">
                <a:sym typeface="+mn-ea"/>
              </a:rPr>
              <a:t>在一个横截面上积分的结果</a:t>
            </a:r>
            <a:endParaRPr lang="zh-CN" altLang="en-US">
              <a:sym typeface="+mn-ea"/>
            </a:endParaRPr>
          </a:p>
          <a:p>
            <a:endParaRPr lang="zh-CN" altLang="en-US">
              <a:sym typeface="+mn-ea"/>
            </a:endParaRPr>
          </a:p>
          <a:p>
            <a:r>
              <a:rPr lang="zh-CN" altLang="en-US">
                <a:sym typeface="+mn-ea"/>
              </a:rPr>
              <a:t>除了微分形式的欧姆定律，还有微分形式的焦耳定律</a:t>
            </a:r>
            <a:r>
              <a:rPr lang="en-US" altLang="zh-CN">
                <a:sym typeface="+mn-ea"/>
              </a:rPr>
              <a:t>:P=</a:t>
            </a:r>
            <a:r>
              <a:rPr lang="en-US" altLang="zh-CN">
                <a:sym typeface="+mn-ea"/>
              </a:rPr>
              <a:t>JE</a:t>
            </a:r>
            <a:endParaRPr lang="en-US" altLang="zh-CN">
              <a:sym typeface="+mn-ea"/>
            </a:endParaRPr>
          </a:p>
          <a:p>
            <a:endParaRPr lang="zh-CN" altLang="en-US">
              <a:sym typeface="+mn-ea"/>
            </a:endParaRPr>
          </a:p>
          <a:p>
            <a:r>
              <a:rPr lang="zh-CN" altLang="en-US">
                <a:sym typeface="+mn-ea"/>
              </a:rPr>
              <a:t>导体的电阻</a:t>
            </a:r>
            <a:r>
              <a:rPr lang="en-US" altLang="zh-CN">
                <a:sym typeface="+mn-ea"/>
              </a:rPr>
              <a:t>R=L/(S*σ)</a:t>
            </a:r>
            <a:r>
              <a:rPr lang="zh-CN" altLang="en-US">
                <a:sym typeface="+mn-ea"/>
              </a:rPr>
              <a:t>，</a:t>
            </a:r>
            <a:r>
              <a:rPr lang="en-US" altLang="zh-CN">
                <a:sym typeface="+mn-ea"/>
              </a:rPr>
              <a:t>L</a:t>
            </a:r>
            <a:r>
              <a:rPr lang="zh-CN" altLang="en-US">
                <a:sym typeface="+mn-ea"/>
              </a:rPr>
              <a:t>为导体长度，</a:t>
            </a:r>
            <a:r>
              <a:rPr lang="en-US" altLang="zh-CN">
                <a:sym typeface="+mn-ea"/>
              </a:rPr>
              <a:t>S</a:t>
            </a:r>
            <a:r>
              <a:rPr lang="zh-CN" altLang="en-US">
                <a:sym typeface="+mn-ea"/>
              </a:rPr>
              <a:t>为横截面面积，</a:t>
            </a:r>
            <a:r>
              <a:rPr lang="en-US" altLang="zh-CN">
                <a:sym typeface="+mn-ea"/>
              </a:rPr>
              <a:t>σ</a:t>
            </a:r>
            <a:r>
              <a:rPr lang="zh-CN" altLang="en-US">
                <a:sym typeface="+mn-ea"/>
              </a:rPr>
              <a:t>为电导率</a:t>
            </a:r>
            <a:endParaRPr lang="zh-CN" altLang="en-US">
              <a:sym typeface="+mn-ea"/>
            </a:endParaRPr>
          </a:p>
          <a:p>
            <a:endParaRPr lang="zh-CN" altLang="en-US">
              <a:sym typeface="+mn-ea"/>
            </a:endParaRPr>
          </a:p>
          <a:p>
            <a:r>
              <a:rPr lang="zh-CN" altLang="en-US">
                <a:sym typeface="+mn-ea"/>
              </a:rPr>
              <a:t>电流连续性方程本质上是电荷守恒定律。</a:t>
            </a:r>
            <a:endParaRPr lang="zh-CN" altLang="en-US"/>
          </a:p>
          <a:p>
            <a:endParaRPr lang="zh-CN" altLang="en-US"/>
          </a:p>
          <a:p>
            <a:r>
              <a:rPr lang="zh-CN" altLang="en-US"/>
              <a:t>导体内部电位满足拉普拉斯方程，由此可知</a:t>
            </a:r>
            <a:r>
              <a:rPr lang="zh-CN" altLang="en-US"/>
              <a:t>导体在流过恒定电流时，其内部电荷密度为</a:t>
            </a:r>
            <a:r>
              <a:rPr lang="en-US" altLang="zh-CN"/>
              <a:t>0</a:t>
            </a:r>
            <a:r>
              <a:rPr lang="zh-CN" altLang="en-US"/>
              <a:t>。这可能会让你感到困惑，不是说电流是由电荷移动产生的吗，那为什么导体内电荷密度为</a:t>
            </a:r>
            <a:r>
              <a:rPr lang="en-US" altLang="zh-CN"/>
              <a:t>0</a:t>
            </a:r>
            <a:r>
              <a:rPr lang="zh-CN" altLang="en-US"/>
              <a:t>还会有电流（高中物理讲过，电流</a:t>
            </a:r>
            <a:r>
              <a:rPr lang="en-US" altLang="zh-CN"/>
              <a:t>I=neSv</a:t>
            </a:r>
            <a:r>
              <a:rPr lang="zh-CN" altLang="en-US"/>
              <a:t>）？究其原因是要区分电荷密度</a:t>
            </a:r>
            <a:r>
              <a:rPr lang="en-US" altLang="zh-CN"/>
              <a:t>p</a:t>
            </a:r>
            <a:r>
              <a:rPr lang="zh-CN" altLang="en-US"/>
              <a:t>和电子密度</a:t>
            </a:r>
            <a:r>
              <a:rPr lang="en-US" altLang="zh-CN"/>
              <a:t>n</a:t>
            </a:r>
            <a:r>
              <a:rPr lang="zh-CN" altLang="en-US"/>
              <a:t>，电荷密度指的是介质中的正负电荷中和后还多出来的独立存在的电荷，而电子密度是指介质中单位体积的自由电子数。可以这样理解，在外加电场的作用下，导体中的自由电子开始移动从而产生电流，但由于自由电子的流速处处相同，在任意位置，一个电子走了马上有后一个电子补充上来，因此与原子核中和之后并没有多出来的电荷，因此</a:t>
            </a:r>
            <a:r>
              <a:rPr lang="zh-CN" altLang="en-US">
                <a:sym typeface="+mn-ea"/>
              </a:rPr>
              <a:t>电荷密度为</a:t>
            </a:r>
            <a:r>
              <a:rPr lang="en-US" altLang="zh-CN">
                <a:sym typeface="+mn-ea"/>
              </a:rPr>
              <a:t>0</a:t>
            </a:r>
            <a:r>
              <a:rPr lang="zh-CN" altLang="en-US">
                <a:sym typeface="+mn-ea"/>
              </a:rPr>
              <a:t>。</a:t>
            </a:r>
            <a:endParaRPr lang="zh-CN" altLang="en-US"/>
          </a:p>
          <a:p>
            <a:endParaRPr lang="zh-CN" altLang="en-US"/>
          </a:p>
          <a:p>
            <a:r>
              <a:rPr lang="zh-CN" altLang="en-US">
                <a:sym typeface="+mn-ea"/>
              </a:rPr>
              <a:t>某些介质在低温条件下会出现电阻变为</a:t>
            </a:r>
            <a:r>
              <a:rPr lang="en-US" altLang="zh-CN">
                <a:sym typeface="+mn-ea"/>
              </a:rPr>
              <a:t>0</a:t>
            </a:r>
            <a:r>
              <a:rPr lang="zh-CN" altLang="en-US">
                <a:sym typeface="+mn-ea"/>
              </a:rPr>
              <a:t>的超导现象</a:t>
            </a:r>
            <a:endParaRPr lang="zh-CN" altLang="en-US">
              <a:sym typeface="+mn-ea"/>
            </a:endParaRPr>
          </a:p>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在现实中，虽然可以使用电流表测量导体内的总的电流大小，但是无法知道电流密度</a:t>
            </a:r>
            <a:r>
              <a:rPr lang="en-US" altLang="zh-CN"/>
              <a:t>J</a:t>
            </a:r>
            <a:r>
              <a:rPr lang="zh-CN" altLang="en-US"/>
              <a:t>在导体截面的分布。更严谨的方式是通过测量导体表面的电位</a:t>
            </a:r>
            <a:r>
              <a:rPr lang="zh-CN" altLang="en-US">
                <a:latin typeface="微软雅黑" panose="020B0503020204020204" charset="-122"/>
                <a:ea typeface="微软雅黑" panose="020B0503020204020204" charset="-122"/>
              </a:rPr>
              <a:t>φ</a:t>
            </a:r>
            <a:r>
              <a:rPr lang="zh-CN" altLang="en-US"/>
              <a:t>，然后求解电位的拉普拉斯方程得到电场</a:t>
            </a:r>
            <a:r>
              <a:rPr lang="en-US" altLang="zh-CN"/>
              <a:t>E</a:t>
            </a:r>
            <a:r>
              <a:rPr lang="zh-CN" altLang="en-US"/>
              <a:t>，最后使用</a:t>
            </a:r>
            <a:r>
              <a:rPr lang="en-US" altLang="zh-CN"/>
              <a:t>J=</a:t>
            </a:r>
            <a:r>
              <a:rPr lang="zh-CN" altLang="en-US">
                <a:latin typeface="微软雅黑" panose="020B0503020204020204" charset="-122"/>
                <a:ea typeface="微软雅黑" panose="020B0503020204020204" charset="-122"/>
                <a:sym typeface="+mn-ea"/>
              </a:rPr>
              <a:t>σ</a:t>
            </a:r>
            <a:r>
              <a:rPr lang="en-US" altLang="zh-CN"/>
              <a:t>E</a:t>
            </a:r>
            <a:r>
              <a:rPr lang="zh-CN" altLang="en-US"/>
              <a:t>得到电流</a:t>
            </a:r>
            <a:r>
              <a:rPr lang="zh-CN" altLang="en-US"/>
              <a:t>密度。</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恒定电流产生的磁场就是静磁场，它的大小不随时间发生</a:t>
            </a:r>
            <a:r>
              <a:rPr lang="zh-CN" altLang="en-US"/>
              <a:t>变化。</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第</a:t>
            </a:r>
            <a:r>
              <a:rPr lang="zh-CN" altLang="en-US"/>
              <a:t>二例中，同样使用对称性将场点选在</a:t>
            </a:r>
            <a:r>
              <a:rPr lang="zh-CN" altLang="en-US">
                <a:latin typeface="微软雅黑" panose="020B0503020204020204" charset="-122"/>
                <a:ea typeface="微软雅黑" panose="020B0503020204020204" charset="-122"/>
              </a:rPr>
              <a:t>φ</a:t>
            </a:r>
            <a:r>
              <a:rPr lang="en-US" altLang="zh-CN"/>
              <a:t>=0</a:t>
            </a:r>
            <a:r>
              <a:rPr lang="zh-CN" altLang="en-US"/>
              <a:t>平面上，以简化</a:t>
            </a:r>
            <a:r>
              <a:rPr lang="zh-CN" altLang="en-US"/>
              <a:t>计算</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一个载流回路的磁矩是一个矢量，其方向与环路的法线方向一致，大小等于电流乘回路面积</a:t>
            </a:r>
            <a:r>
              <a:rPr lang="en-US" altLang="zh-CN"/>
              <a:t>m=IS</a:t>
            </a:r>
            <a:r>
              <a:rPr lang="zh-CN" altLang="en-US"/>
              <a:t>。</a:t>
            </a:r>
            <a:endParaRPr lang="zh-CN" altLang="en-US"/>
          </a:p>
          <a:p>
            <a:endParaRPr lang="zh-CN" altLang="en-US"/>
          </a:p>
          <a:p>
            <a:r>
              <a:rPr lang="zh-CN" altLang="en-US">
                <a:sym typeface="+mn-ea"/>
              </a:rPr>
              <a:t>若介质非线性或各向异性，本构关系需替换为张量形式</a:t>
            </a:r>
            <a:endParaRPr lang="zh-CN" altLang="en-US"/>
          </a:p>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标量磁位</a:t>
            </a:r>
            <a:r>
              <a:rPr lang="zh-CN" altLang="en-US">
                <a:sym typeface="+mn-ea"/>
              </a:rPr>
              <a:t> </a:t>
            </a:r>
            <a:r>
              <a:rPr lang="en-US" altLang="en-US">
                <a:sym typeface="+mn-ea"/>
              </a:rPr>
              <a:t>ϕ</a:t>
            </a:r>
            <a:r>
              <a:rPr lang="en-US" altLang="zh-CN">
                <a:sym typeface="+mn-ea"/>
              </a:rPr>
              <a:t>m</a:t>
            </a:r>
            <a:r>
              <a:rPr lang="zh-CN" altLang="en-US">
                <a:sym typeface="+mn-ea"/>
              </a:rPr>
              <a:t>仅适用于无源区域的净磁场问题的计算，其定义式是磁场强度对路径的积分，其散度等于磁荷密度。</a:t>
            </a:r>
            <a:endParaRPr lang="zh-CN" altLang="en-US">
              <a:sym typeface="+mn-ea"/>
            </a:endParaRPr>
          </a:p>
          <a:p>
            <a:endParaRPr lang="zh-CN" altLang="en-US"/>
          </a:p>
          <a:p>
            <a:r>
              <a:rPr lang="zh-CN" altLang="en-US"/>
              <a:t>在现实中，磁位（无论是标量磁位 </a:t>
            </a:r>
            <a:r>
              <a:rPr lang="en-US" altLang="en-US"/>
              <a:t>ϕ</a:t>
            </a:r>
            <a:r>
              <a:rPr lang="en-US" altLang="zh-CN"/>
              <a:t>m</a:t>
            </a:r>
            <a:r>
              <a:rPr lang="zh-CN" altLang="en-US"/>
              <a:t>还是矢量磁位 </a:t>
            </a:r>
            <a:r>
              <a:rPr lang="en-US" altLang="zh-CN"/>
              <a:t>A）</a:t>
            </a:r>
            <a:r>
              <a:rPr lang="zh-CN" altLang="en-US"/>
              <a:t>不像电压或磁场那样可以直接用探头接触测量。</a:t>
            </a:r>
            <a:r>
              <a:rPr lang="zh-CN" altLang="en-US">
                <a:sym typeface="+mn-ea"/>
              </a:rPr>
              <a:t>因此我们在求解关于磁位的泊松方程时，通常加的都是第二类边界条件，即磁位的法向导数为</a:t>
            </a:r>
            <a:r>
              <a:rPr lang="en-US" altLang="zh-CN">
                <a:sym typeface="+mn-ea"/>
              </a:rPr>
              <a:t>0.</a:t>
            </a:r>
            <a:endParaRPr lang="en-US" altLang="zh-CN"/>
          </a:p>
          <a:p>
            <a:endParaRPr lang="zh-CN" altLang="en-US"/>
          </a:p>
          <a:p>
            <a:r>
              <a:rPr lang="zh-CN" altLang="en-US"/>
              <a:t>通电导线内部越靠近中心磁场越大，在高频交流情况下，磁场会感应出反向电场，驱使电流和电场向导体外表面</a:t>
            </a:r>
            <a:r>
              <a:rPr lang="zh-CN" altLang="en-US"/>
              <a:t>集中。</a:t>
            </a:r>
            <a:endParaRPr lang="zh-CN" altLang="en-US"/>
          </a:p>
          <a:p>
            <a:endParaRPr lang="zh-CN" altLang="en-US">
              <a:sym typeface="+mn-ea"/>
            </a:endParaRPr>
          </a:p>
          <a:p>
            <a:r>
              <a:rPr lang="zh-CN" altLang="en-US">
                <a:sym typeface="+mn-ea"/>
              </a:rPr>
              <a:t>立体角（</a:t>
            </a:r>
            <a:r>
              <a:rPr lang="en-US" altLang="zh-CN">
                <a:sym typeface="+mn-ea"/>
              </a:rPr>
              <a:t>Solid Angle）</a:t>
            </a:r>
            <a:r>
              <a:rPr lang="zh-CN" altLang="en-US">
                <a:sym typeface="+mn-ea"/>
              </a:rPr>
              <a:t>是三维空间中衡量一个锥体所张开角度大小的物理量，单位为球面度（</a:t>
            </a:r>
            <a:r>
              <a:rPr lang="en-US" altLang="zh-CN">
                <a:sym typeface="+mn-ea"/>
              </a:rPr>
              <a:t>Steradian，</a:t>
            </a:r>
            <a:r>
              <a:rPr lang="zh-CN" altLang="en-US">
                <a:sym typeface="+mn-ea"/>
              </a:rPr>
              <a:t>符号 </a:t>
            </a:r>
            <a:r>
              <a:rPr lang="en-US" altLang="zh-CN">
                <a:sym typeface="+mn-ea"/>
              </a:rPr>
              <a:t>sr）</a:t>
            </a:r>
            <a:r>
              <a:rPr lang="zh-CN" altLang="en-US">
                <a:sym typeface="+mn-ea"/>
              </a:rPr>
              <a:t>，其定义式是球面投影面积</a:t>
            </a:r>
            <a:r>
              <a:rPr lang="en-US" altLang="zh-CN">
                <a:sym typeface="+mn-ea"/>
              </a:rPr>
              <a:t>A/</a:t>
            </a:r>
            <a:r>
              <a:rPr lang="zh-CN" altLang="en-US">
                <a:sym typeface="+mn-ea"/>
              </a:rPr>
              <a:t>半径</a:t>
            </a:r>
            <a:r>
              <a:rPr lang="en-US" altLang="zh-CN">
                <a:sym typeface="+mn-ea"/>
              </a:rPr>
              <a:t>r</a:t>
            </a:r>
            <a:r>
              <a:rPr lang="zh-CN" altLang="en-US">
                <a:sym typeface="+mn-ea"/>
              </a:rPr>
              <a:t>的平方。对于底面形状不规则的锥体，立体角没有通用的解析解，必须通过数值积分或几何投影法求解。</a:t>
            </a:r>
            <a:endParaRPr lang="zh-CN" altLang="en-US">
              <a:sym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导体中受到的三种效应：</a:t>
            </a:r>
            <a:endParaRPr lang="zh-CN" altLang="en-US"/>
          </a:p>
          <a:p>
            <a:r>
              <a:rPr lang="zh-CN" altLang="en-US">
                <a:sym typeface="+mn-ea"/>
              </a:rPr>
              <a:t>电阻效应</a:t>
            </a:r>
            <a:r>
              <a:rPr lang="en-US" altLang="zh-CN">
                <a:sym typeface="+mn-ea"/>
              </a:rPr>
              <a:t>-</a:t>
            </a:r>
            <a:r>
              <a:rPr lang="zh-CN" altLang="en-US">
                <a:sym typeface="+mn-ea"/>
              </a:rPr>
              <a:t>导体内的电子在移动</a:t>
            </a:r>
            <a:r>
              <a:rPr lang="zh-CN" altLang="en-US">
                <a:sym typeface="+mn-ea"/>
              </a:rPr>
              <a:t>时受到原子分子的碰撞减速。</a:t>
            </a:r>
            <a:endParaRPr lang="zh-CN" altLang="en-US"/>
          </a:p>
          <a:p>
            <a:r>
              <a:rPr lang="zh-CN" altLang="en-US">
                <a:sym typeface="+mn-ea"/>
              </a:rPr>
              <a:t>电容效应</a:t>
            </a:r>
            <a:r>
              <a:rPr lang="en-US" altLang="zh-CN">
                <a:sym typeface="+mn-ea"/>
              </a:rPr>
              <a:t>-</a:t>
            </a:r>
            <a:r>
              <a:rPr lang="zh-CN" altLang="en-US">
                <a:sym typeface="+mn-ea"/>
              </a:rPr>
              <a:t>两个导体间的电荷发生静电吸引。</a:t>
            </a:r>
            <a:endParaRPr lang="en-US" altLang="zh-CN"/>
          </a:p>
          <a:p>
            <a:r>
              <a:rPr lang="zh-CN" altLang="en-US">
                <a:sym typeface="+mn-ea"/>
              </a:rPr>
              <a:t>电感效应</a:t>
            </a:r>
            <a:r>
              <a:rPr lang="en-US" altLang="zh-CN">
                <a:sym typeface="+mn-ea"/>
              </a:rPr>
              <a:t>-</a:t>
            </a:r>
            <a:r>
              <a:rPr lang="zh-CN" altLang="en-US">
                <a:sym typeface="+mn-ea"/>
              </a:rPr>
              <a:t>通过导体的电流会</a:t>
            </a:r>
            <a:r>
              <a:rPr lang="zh-CN" altLang="en-US">
                <a:sym typeface="+mn-ea"/>
              </a:rPr>
              <a:t>产生磁场，阻碍自身电流变化（自感），同时在另一个导体中由于磁场变化产生感应电流（互感）。</a:t>
            </a:r>
            <a:endParaRPr lang="zh-CN" altLang="en-US"/>
          </a:p>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运动的观察者和静止的观察者看到的</a:t>
            </a:r>
            <a:r>
              <a:rPr lang="zh-CN" altLang="en-US"/>
              <a:t>电磁场是不一样的。</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latin typeface="微软雅黑" panose="020B0503020204020204" charset="-122"/>
                <a:ea typeface="微软雅黑" panose="020B0503020204020204" charset="-122"/>
              </a:rPr>
              <a:t>ε</a:t>
            </a:r>
            <a:r>
              <a:rPr lang="en-US" altLang="zh-CN">
                <a:latin typeface="微软雅黑" panose="020B0503020204020204" charset="-122"/>
                <a:ea typeface="微软雅黑" panose="020B0503020204020204" charset="-122"/>
              </a:rPr>
              <a:t>0</a:t>
            </a:r>
            <a:r>
              <a:rPr lang="zh-CN" altLang="en-US">
                <a:latin typeface="微软雅黑" panose="020B0503020204020204" charset="-122"/>
                <a:ea typeface="微软雅黑" panose="020B0503020204020204" charset="-122"/>
              </a:rPr>
              <a:t>为真空介电常数，μ</a:t>
            </a:r>
            <a:r>
              <a:rPr lang="en-US" altLang="zh-CN">
                <a:latin typeface="微软雅黑" panose="020B0503020204020204" charset="-122"/>
                <a:ea typeface="微软雅黑" panose="020B0503020204020204" charset="-122"/>
              </a:rPr>
              <a:t>0</a:t>
            </a:r>
            <a:r>
              <a:rPr lang="zh-CN" altLang="en-US">
                <a:latin typeface="微软雅黑" panose="020B0503020204020204" charset="-122"/>
                <a:ea typeface="微软雅黑" panose="020B0503020204020204" charset="-122"/>
              </a:rPr>
              <a:t>为真空磁导率，真空中一般不讲</a:t>
            </a:r>
            <a:r>
              <a:rPr lang="zh-CN" altLang="en-US">
                <a:latin typeface="微软雅黑" panose="020B0503020204020204" charset="-122"/>
                <a:ea typeface="微软雅黑" panose="020B0503020204020204" charset="-122"/>
              </a:rPr>
              <a:t>电导率，因为</a:t>
            </a:r>
            <a:r>
              <a:rPr lang="zh-CN" altLang="en-US">
                <a:latin typeface="微软雅黑" panose="020B0503020204020204" charset="-122"/>
                <a:ea typeface="微软雅黑" panose="020B0503020204020204" charset="-122"/>
                <a:sym typeface="+mn-ea"/>
              </a:rPr>
              <a:t>电导率针对的是介质中的传导电流，而不是真空中的运流电流。</a:t>
            </a:r>
            <a:endParaRPr lang="zh-CN" altLang="en-US">
              <a:latin typeface="微软雅黑" panose="020B0503020204020204" charset="-122"/>
              <a:ea typeface="微软雅黑" panose="020B0503020204020204" charset="-122"/>
              <a:sym typeface="+mn-ea"/>
            </a:endParaRPr>
          </a:p>
          <a:p>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波动方程是含时间的微分方程，要想得到唯一解，除了要知道边界条件外还需知道初始</a:t>
            </a:r>
            <a:r>
              <a:rPr lang="zh-CN" altLang="en-US">
                <a:latin typeface="微软雅黑" panose="020B0503020204020204" charset="-122"/>
                <a:ea typeface="微软雅黑" panose="020B0503020204020204" charset="-122"/>
              </a:rPr>
              <a:t>条件。</a:t>
            </a:r>
            <a:endParaRPr lang="zh-CN" altLang="en-US">
              <a:latin typeface="微软雅黑" panose="020B0503020204020204" charset="-122"/>
              <a:ea typeface="微软雅黑" panose="020B0503020204020204" charset="-122"/>
            </a:endParaRPr>
          </a:p>
          <a:p>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实际上，</a:t>
            </a:r>
            <a:r>
              <a:rPr lang="zh-CN" altLang="en-US">
                <a:latin typeface="微软雅黑" panose="020B0503020204020204" charset="-122"/>
                <a:ea typeface="微软雅黑" panose="020B0503020204020204" charset="-122"/>
              </a:rPr>
              <a:t>场源我们只需要知道电流密度</a:t>
            </a:r>
            <a:r>
              <a:rPr lang="en-US" altLang="zh-CN">
                <a:latin typeface="微软雅黑" panose="020B0503020204020204" charset="-122"/>
                <a:ea typeface="微软雅黑" panose="020B0503020204020204" charset="-122"/>
              </a:rPr>
              <a:t>J</a:t>
            </a:r>
            <a:r>
              <a:rPr lang="zh-CN" altLang="en-US">
                <a:latin typeface="微软雅黑" panose="020B0503020204020204" charset="-122"/>
                <a:ea typeface="微软雅黑" panose="020B0503020204020204" charset="-122"/>
              </a:rPr>
              <a:t>就够了，因为通过电流连续性方程可以由</a:t>
            </a:r>
            <a:r>
              <a:rPr lang="en-US" altLang="zh-CN">
                <a:latin typeface="微软雅黑" panose="020B0503020204020204" charset="-122"/>
                <a:ea typeface="微软雅黑" panose="020B0503020204020204" charset="-122"/>
              </a:rPr>
              <a:t>J</a:t>
            </a:r>
            <a:r>
              <a:rPr lang="zh-CN" altLang="en-US">
                <a:latin typeface="微软雅黑" panose="020B0503020204020204" charset="-122"/>
                <a:ea typeface="微软雅黑" panose="020B0503020204020204" charset="-122"/>
              </a:rPr>
              <a:t>算出ρ，而知道了</a:t>
            </a:r>
            <a:r>
              <a:rPr lang="zh-CN" altLang="en-US">
                <a:latin typeface="微软雅黑" panose="020B0503020204020204" charset="-122"/>
                <a:ea typeface="微软雅黑" panose="020B0503020204020204" charset="-122"/>
                <a:sym typeface="+mn-ea"/>
              </a:rPr>
              <a:t>ρ却无法算出</a:t>
            </a:r>
            <a:r>
              <a:rPr lang="en-US" altLang="zh-CN">
                <a:latin typeface="微软雅黑" panose="020B0503020204020204" charset="-122"/>
                <a:ea typeface="微软雅黑" panose="020B0503020204020204" charset="-122"/>
                <a:sym typeface="+mn-ea"/>
              </a:rPr>
              <a:t>J</a:t>
            </a:r>
            <a:r>
              <a:rPr lang="zh-CN" altLang="en-US">
                <a:latin typeface="微软雅黑" panose="020B0503020204020204" charset="-122"/>
                <a:ea typeface="微软雅黑" panose="020B0503020204020204" charset="-122"/>
                <a:sym typeface="+mn-ea"/>
              </a:rPr>
              <a:t>。</a:t>
            </a:r>
            <a:endParaRPr lang="zh-CN" altLang="en-US">
              <a:latin typeface="微软雅黑" panose="020B0503020204020204" charset="-122"/>
              <a:ea typeface="微软雅黑" panose="020B0503020204020204" charset="-122"/>
            </a:endParaRPr>
          </a:p>
          <a:p>
            <a:endParaRPr lang="zh-CN" altLang="en-US">
              <a:latin typeface="微软雅黑" panose="020B0503020204020204" charset="-122"/>
              <a:ea typeface="微软雅黑" panose="020B0503020204020204"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前面讲的镜像法、分离变量法虽然也可以处理有源区域（非齐次方程），但是在场源分布比较复杂的情况下处理难度较大。因此在实际求解非齐次 </a:t>
            </a:r>
            <a:r>
              <a:rPr lang="en-US" altLang="zh-CN"/>
              <a:t>PDE </a:t>
            </a:r>
            <a:r>
              <a:rPr lang="zh-CN" altLang="en-US"/>
              <a:t>时，经常出现“混合打法”：</a:t>
            </a:r>
            <a:endParaRPr lang="zh-CN" altLang="en-US"/>
          </a:p>
          <a:p>
            <a:r>
              <a:rPr lang="zh-CN" altLang="en-US"/>
              <a:t>先用</a:t>
            </a:r>
            <a:r>
              <a:rPr lang="zh-CN" altLang="en-US">
                <a:sym typeface="+mn-ea"/>
              </a:rPr>
              <a:t>镜像法、</a:t>
            </a:r>
            <a:r>
              <a:rPr lang="zh-CN" altLang="en-US"/>
              <a:t>分离变量法或者积分变换</a:t>
            </a:r>
            <a:r>
              <a:rPr lang="zh-CN" altLang="en-US"/>
              <a:t>法求格林函数，再用格林函数积分求最终解。</a:t>
            </a:r>
            <a:endParaRPr lang="zh-CN" altLang="en-US"/>
          </a:p>
          <a:p>
            <a:endParaRPr lang="zh-CN" altLang="en-US"/>
          </a:p>
          <a:p>
            <a:r>
              <a:rPr lang="en-US" altLang="zh-CN"/>
              <a:t>Az</a:t>
            </a:r>
            <a:r>
              <a:rPr lang="zh-CN" altLang="en-US"/>
              <a:t>的积分表达式中，第二项的积分结果为</a:t>
            </a:r>
            <a:r>
              <a:rPr lang="en-US" altLang="zh-CN"/>
              <a:t>0</a:t>
            </a:r>
            <a:r>
              <a:rPr lang="zh-CN" altLang="en-US"/>
              <a:t>，因为</a:t>
            </a:r>
            <a:r>
              <a:rPr lang="zh-CN" altLang="en-US">
                <a:latin typeface="微软雅黑" panose="020B0503020204020204" charset="-122"/>
                <a:ea typeface="微软雅黑" panose="020B0503020204020204" charset="-122"/>
              </a:rPr>
              <a:t>δ函数的非零点</a:t>
            </a:r>
            <a:r>
              <a:rPr lang="en-US" altLang="zh-CN">
                <a:latin typeface="微软雅黑" panose="020B0503020204020204" charset="-122"/>
                <a:ea typeface="微软雅黑" panose="020B0503020204020204" charset="-122"/>
              </a:rPr>
              <a:t>t’=</a:t>
            </a:r>
            <a:r>
              <a:rPr lang="en-US" altLang="zh-CN"/>
              <a:t>t+r/c</a:t>
            </a:r>
            <a:r>
              <a:rPr lang="zh-CN" altLang="en-US"/>
              <a:t>超过了积分上限</a:t>
            </a:r>
            <a:r>
              <a:rPr lang="en-US" altLang="zh-CN"/>
              <a:t>t</a:t>
            </a:r>
            <a:endParaRPr lang="zh-CN" altLang="en-US"/>
          </a:p>
          <a:p>
            <a:r>
              <a:rPr lang="zh-CN" altLang="en-US"/>
              <a:t>从结果可见，真空中电磁场波动方程的解，是将场源的变化以光速向四周辐射出去，这也就是</a:t>
            </a:r>
            <a:r>
              <a:rPr lang="zh-CN" altLang="en-US"/>
              <a:t>电磁波。</a:t>
            </a:r>
            <a:endParaRPr lang="zh-CN" altLang="en-US"/>
          </a:p>
          <a:p>
            <a:endParaRPr lang="zh-CN" altLang="en-US"/>
          </a:p>
          <a:p>
            <a:r>
              <a:rPr lang="zh-CN" altLang="en-US"/>
              <a:t>天线理论中的</a:t>
            </a:r>
            <a:r>
              <a:rPr lang="zh-CN" altLang="en-US">
                <a:sym typeface="+mn-ea"/>
              </a:rPr>
              <a:t>滞后位</a:t>
            </a:r>
            <a:r>
              <a:rPr lang="zh-CN" altLang="en-US"/>
              <a:t>（也叫</a:t>
            </a:r>
            <a:r>
              <a:rPr lang="zh-CN" altLang="en-US">
                <a:sym typeface="+mn-ea"/>
              </a:rPr>
              <a:t>推迟势</a:t>
            </a:r>
            <a:r>
              <a:rPr lang="zh-CN" altLang="en-US"/>
              <a:t>），说的就是天线表面的电流变化会以电磁波的形式，以光速向四周辐射，其理论推导也是基于数学中的格林函数</a:t>
            </a:r>
            <a:r>
              <a:rPr lang="zh-CN" altLang="en-US"/>
              <a:t>法。</a:t>
            </a:r>
            <a:endParaRPr lang="zh-CN" altLang="en-US"/>
          </a:p>
          <a:p>
            <a:r>
              <a:rPr lang="zh-CN" altLang="en-US"/>
              <a:t>电磁仿真软件</a:t>
            </a:r>
            <a:r>
              <a:rPr lang="zh-CN" altLang="en-US"/>
              <a:t>通过剖分天线的表面，建立表面电流的积分方程。只要解出表面电流，通过格林函数（即滞后位的数学表达）就能立刻算出空间中任意点的场。</a:t>
            </a:r>
            <a:endParaRPr lang="zh-CN" altLang="en-US"/>
          </a:p>
          <a:p>
            <a:endParaRPr lang="zh-CN" altLang="en-US"/>
          </a:p>
          <a:p>
            <a:r>
              <a:rPr lang="zh-CN" altLang="en-US"/>
              <a:t>本例中的激励源是点源，没有遇到积分奇异值问题。如果是一个按体积分布的源，那么当场点选在体积内时，对格林函数的积分会遇到奇异值问题，处理它的核心思路不是硬算，而是“挖掉奇点，分开处理”</a:t>
            </a:r>
            <a:r>
              <a:rPr lang="en-US" altLang="zh-CN"/>
              <a:t>—</a:t>
            </a:r>
            <a:endParaRPr lang="en-US" altLang="zh-CN"/>
          </a:p>
          <a:p>
            <a:r>
              <a:rPr lang="zh-CN" altLang="en-US"/>
              <a:t>将积分域 </a:t>
            </a:r>
            <a:r>
              <a:rPr lang="en-US" altLang="zh-CN"/>
              <a:t>Ω</a:t>
            </a:r>
            <a:r>
              <a:rPr lang="zh-CN" altLang="en-US"/>
              <a:t>拆分为奇异区域（奇点附近的小邻域 ）和规则区域。规则区域直接数值积分便可；奇异区域则采用极坐标变换（2</a:t>
            </a:r>
            <a:r>
              <a:rPr lang="en-US" altLang="zh-CN"/>
              <a:t>D）</a:t>
            </a:r>
            <a:r>
              <a:rPr lang="zh-CN" altLang="en-US"/>
              <a:t>或球坐标变换（3</a:t>
            </a:r>
            <a:r>
              <a:rPr lang="en-US" altLang="zh-CN"/>
              <a:t>D）</a:t>
            </a:r>
            <a:r>
              <a:rPr lang="zh-CN" altLang="en-US"/>
              <a:t>来抵消</a:t>
            </a:r>
            <a:r>
              <a:rPr lang="en-US" altLang="zh-CN"/>
              <a:t>1/r</a:t>
            </a:r>
            <a:r>
              <a:rPr lang="zh-CN" altLang="en-US"/>
              <a:t>的奇异性使其变为可积的常数或线性项，或者使用柯西主值</a:t>
            </a:r>
            <a:r>
              <a:rPr lang="zh-CN" altLang="en-US"/>
              <a:t>积分。</a:t>
            </a:r>
            <a:endParaRPr lang="zh-CN" altLang="en-US"/>
          </a:p>
          <a:p>
            <a:endParaRPr lang="zh-CN" altLang="en-US"/>
          </a:p>
          <a:p>
            <a:r>
              <a:rPr lang="zh-CN" altLang="en-US"/>
              <a:t>原本的波动方程是矢量方程，这里将其拆成三个方向上的标量波动方程分别使用格林函数法计算，但其实对于矢量方程，可以直接使用并矢格林函数来计算。</a:t>
            </a:r>
            <a:r>
              <a:rPr lang="zh-CN" altLang="en-US">
                <a:sym typeface="+mn-ea"/>
              </a:rPr>
              <a:t>三维空间中的</a:t>
            </a:r>
            <a:r>
              <a:rPr lang="zh-CN" altLang="en-US"/>
              <a:t>并矢格林函数是二阶张量</a:t>
            </a:r>
            <a:r>
              <a:rPr lang="en-US" altLang="zh-CN"/>
              <a:t>(</a:t>
            </a:r>
            <a:r>
              <a:rPr lang="en-US" altLang="zh-CN">
                <a:sym typeface="+mn-ea"/>
              </a:rPr>
              <a:t>3*3</a:t>
            </a:r>
            <a:r>
              <a:rPr lang="zh-CN" altLang="en-US">
                <a:sym typeface="+mn-ea"/>
              </a:rPr>
              <a:t>的矩阵</a:t>
            </a:r>
            <a:r>
              <a:rPr lang="en-US" altLang="zh-CN"/>
              <a:t>)</a:t>
            </a:r>
            <a:r>
              <a:rPr lang="zh-CN" altLang="en-US"/>
              <a:t>，它乘以一个矢量后得到</a:t>
            </a:r>
            <a:r>
              <a:rPr lang="zh-CN" altLang="en-US"/>
              <a:t>另一个矢量。</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本例中求解格林函数的方法就是积分变换法，它适合用于无界空间的偏微分方程求解，通过傅里叶变换将偏微分方程转换为代数方程进行</a:t>
            </a:r>
            <a:r>
              <a:rPr lang="zh-CN" altLang="en-US"/>
              <a:t>计算。</a:t>
            </a:r>
            <a:endParaRPr lang="zh-CN" altLang="en-US"/>
          </a:p>
          <a:p>
            <a:endParaRPr lang="zh-CN" altLang="en-US"/>
          </a:p>
          <a:p>
            <a:r>
              <a:rPr lang="zh-CN" altLang="en-US"/>
              <a:t>格林函数法具有</a:t>
            </a:r>
            <a:r>
              <a:rPr lang="en-US" altLang="zh-CN"/>
              <a:t>“</a:t>
            </a:r>
            <a:r>
              <a:rPr lang="zh-CN" altLang="en-US"/>
              <a:t>一次计算，广泛可用</a:t>
            </a:r>
            <a:r>
              <a:rPr lang="en-US" altLang="zh-CN"/>
              <a:t>”</a:t>
            </a:r>
            <a:r>
              <a:rPr lang="zh-CN" altLang="en-US"/>
              <a:t>的特点，同一方程在同一边界条件下的格林函数一旦算出来，那么对于任意的场源分布，都能通过与格林函数做积分很快地算出来。</a:t>
            </a:r>
            <a:endParaRPr lang="zh-CN" altLang="en-US"/>
          </a:p>
          <a:p>
            <a:r>
              <a:rPr lang="zh-CN" altLang="en-US"/>
              <a:t>实际上，常见的一些边界条件下的常见偏微分方程的格林函数都有表可查。右侧给出了三维无界空间中，常见</a:t>
            </a:r>
            <a:r>
              <a:rPr lang="en-US" altLang="zh-CN"/>
              <a:t>PDE</a:t>
            </a:r>
            <a:r>
              <a:rPr lang="zh-CN" altLang="en-US"/>
              <a:t>的格林函数（只保留</a:t>
            </a:r>
            <a:r>
              <a:rPr lang="zh-CN" altLang="en-US">
                <a:sym typeface="+mn-ea"/>
              </a:rPr>
              <a:t>满足因果律的项</a:t>
            </a:r>
            <a:r>
              <a:rPr lang="zh-CN" altLang="en-US"/>
              <a:t>）。</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latin typeface="微软雅黑" panose="020B0503020204020204" charset="-122"/>
                <a:ea typeface="微软雅黑" panose="020B0503020204020204" charset="-122"/>
                <a:sym typeface="+mn-ea"/>
              </a:rPr>
              <a:t>这里的介质指的线性、均匀、各向同性、非色散的介质。</a:t>
            </a:r>
            <a:endParaRPr lang="zh-CN" altLang="en-US">
              <a:latin typeface="微软雅黑" panose="020B0503020204020204" charset="-122"/>
              <a:ea typeface="微软雅黑" panose="020B0503020204020204" charset="-122"/>
            </a:endParaRPr>
          </a:p>
          <a:p>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注意：微观形式的欧姆定律在</a:t>
            </a:r>
            <a:r>
              <a:rPr lang="zh-CN" altLang="en-US">
                <a:latin typeface="微软雅黑" panose="020B0503020204020204" charset="-122"/>
                <a:ea typeface="微软雅黑" panose="020B0503020204020204" charset="-122"/>
              </a:rPr>
              <a:t>介质内部成立，在导体表面并不</a:t>
            </a:r>
            <a:r>
              <a:rPr lang="zh-CN" altLang="en-US">
                <a:latin typeface="微软雅黑" panose="020B0503020204020204" charset="-122"/>
                <a:ea typeface="微软雅黑" panose="020B0503020204020204" charset="-122"/>
              </a:rPr>
              <a:t>成立。</a:t>
            </a:r>
            <a:endParaRPr lang="zh-CN" altLang="en-US">
              <a:latin typeface="微软雅黑" panose="020B0503020204020204" charset="-122"/>
              <a:ea typeface="微软雅黑" panose="020B0503020204020204" charset="-122"/>
            </a:endParaRPr>
          </a:p>
          <a:p>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在均匀导体的内部，不会有永久的自由电荷分布，</a:t>
            </a:r>
            <a:r>
              <a:rPr lang="zh-CN" altLang="en-US">
                <a:latin typeface="微软雅黑" panose="020B0503020204020204" charset="-122"/>
                <a:ea typeface="微软雅黑" panose="020B0503020204020204" charset="-122"/>
              </a:rPr>
              <a:t>导体内部的自由电荷会逐渐减少，最终分布与导体外</a:t>
            </a:r>
            <a:r>
              <a:rPr lang="zh-CN" altLang="en-US">
                <a:latin typeface="微软雅黑" panose="020B0503020204020204" charset="-122"/>
                <a:ea typeface="微软雅黑" panose="020B0503020204020204" charset="-122"/>
              </a:rPr>
              <a:t>表面。</a:t>
            </a:r>
            <a:endParaRPr lang="zh-CN" altLang="en-US">
              <a:latin typeface="微软雅黑" panose="020B0503020204020204" charset="-122"/>
              <a:ea typeface="微软雅黑" panose="020B0503020204020204"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latin typeface="微软雅黑" panose="020B0503020204020204" charset="-122"/>
                <a:ea typeface="微软雅黑" panose="020B0503020204020204" charset="-122"/>
              </a:rPr>
              <a:t>使用复数来表示正弦电磁场，其原理和《电路分析》中的相量法是相同的，即使用了傅里叶变换：用复数代替</a:t>
            </a:r>
            <a:r>
              <a:rPr lang="en-US" altLang="zh-CN">
                <a:latin typeface="微软雅黑" panose="020B0503020204020204" charset="-122"/>
                <a:ea typeface="微软雅黑" panose="020B0503020204020204" charset="-122"/>
              </a:rPr>
              <a:t>cos</a:t>
            </a:r>
            <a:r>
              <a:rPr lang="zh-CN" altLang="en-US">
                <a:latin typeface="微软雅黑" panose="020B0503020204020204" charset="-122"/>
                <a:ea typeface="微软雅黑" panose="020B0503020204020204" charset="-122"/>
              </a:rPr>
              <a:t>，然后在频域计算，得出结果后变回</a:t>
            </a:r>
            <a:r>
              <a:rPr lang="en-US" altLang="zh-CN">
                <a:latin typeface="微软雅黑" panose="020B0503020204020204" charset="-122"/>
                <a:ea typeface="微软雅黑" panose="020B0503020204020204" charset="-122"/>
              </a:rPr>
              <a:t>cos</a:t>
            </a:r>
            <a:r>
              <a:rPr lang="zh-CN" altLang="en-US">
                <a:latin typeface="微软雅黑" panose="020B0503020204020204" charset="-122"/>
                <a:ea typeface="微软雅黑" panose="020B0503020204020204" charset="-122"/>
              </a:rPr>
              <a:t>，这样和直接使用</a:t>
            </a:r>
            <a:r>
              <a:rPr lang="en-US" altLang="zh-CN">
                <a:latin typeface="微软雅黑" panose="020B0503020204020204" charset="-122"/>
                <a:ea typeface="微软雅黑" panose="020B0503020204020204" charset="-122"/>
              </a:rPr>
              <a:t>cos</a:t>
            </a:r>
            <a:r>
              <a:rPr lang="zh-CN" altLang="en-US">
                <a:latin typeface="微软雅黑" panose="020B0503020204020204" charset="-122"/>
                <a:ea typeface="微软雅黑" panose="020B0503020204020204" charset="-122"/>
              </a:rPr>
              <a:t>在时域计算的结果是完全相同的，但是计算过程简便了</a:t>
            </a:r>
            <a:r>
              <a:rPr lang="zh-CN" altLang="en-US">
                <a:latin typeface="微软雅黑" panose="020B0503020204020204" charset="-122"/>
                <a:ea typeface="微软雅黑" panose="020B0503020204020204" charset="-122"/>
              </a:rPr>
              <a:t>不少。</a:t>
            </a:r>
            <a:endParaRPr lang="zh-CN" altLang="en-US">
              <a:latin typeface="微软雅黑" panose="020B0503020204020204" charset="-122"/>
              <a:ea typeface="微软雅黑" panose="020B0503020204020204" charset="-122"/>
            </a:endParaRPr>
          </a:p>
          <a:p>
            <a:endParaRPr lang="zh-CN" altLang="en-US">
              <a:latin typeface="微软雅黑" panose="020B0503020204020204" charset="-122"/>
              <a:ea typeface="微软雅黑" panose="020B0503020204020204" charset="-122"/>
            </a:endParaRPr>
          </a:p>
          <a:p>
            <a:r>
              <a:rPr lang="zh-CN" altLang="en-US">
                <a:latin typeface="微软雅黑" panose="020B0503020204020204" charset="-122"/>
                <a:ea typeface="微软雅黑" panose="020B0503020204020204" charset="-122"/>
              </a:rPr>
              <a:t>将波动方程、扩散方程，转为频域中的亥姆霍兹方程进行求解，也是数学物理方法中提到的经典处理</a:t>
            </a:r>
            <a:r>
              <a:rPr lang="zh-CN" altLang="en-US">
                <a:latin typeface="微软雅黑" panose="020B0503020204020204" charset="-122"/>
                <a:ea typeface="微软雅黑" panose="020B0503020204020204" charset="-122"/>
              </a:rPr>
              <a:t>方法。</a:t>
            </a:r>
            <a:endParaRPr lang="zh-CN" altLang="en-US">
              <a:latin typeface="微软雅黑" panose="020B0503020204020204" charset="-122"/>
              <a:ea typeface="微软雅黑" panose="020B0503020204020204"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平面波电场表达式中的</a:t>
            </a:r>
            <a:r>
              <a:rPr lang="en-US" altLang="zh-CN"/>
              <a:t>Exm</a:t>
            </a:r>
            <a:r>
              <a:rPr lang="zh-CN" altLang="en-US"/>
              <a:t>、</a:t>
            </a:r>
            <a:r>
              <a:rPr lang="en-US" altLang="zh-CN"/>
              <a:t>Eym</a:t>
            </a:r>
            <a:r>
              <a:rPr lang="zh-CN" altLang="en-US"/>
              <a:t>、</a:t>
            </a:r>
            <a:r>
              <a:rPr lang="zh-CN" altLang="en-US">
                <a:latin typeface="微软雅黑" panose="020B0503020204020204" charset="-122"/>
                <a:ea typeface="微软雅黑" panose="020B0503020204020204" charset="-122"/>
              </a:rPr>
              <a:t>φ</a:t>
            </a:r>
            <a:r>
              <a:rPr lang="en-US" altLang="zh-CN">
                <a:latin typeface="微软雅黑" panose="020B0503020204020204" charset="-122"/>
                <a:ea typeface="微软雅黑" panose="020B0503020204020204" charset="-122"/>
              </a:rPr>
              <a:t>x</a:t>
            </a:r>
            <a:r>
              <a:rPr lang="zh-CN" altLang="en-US">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sym typeface="+mn-ea"/>
              </a:rPr>
              <a:t>φ</a:t>
            </a:r>
            <a:r>
              <a:rPr lang="en-US" altLang="zh-CN">
                <a:latin typeface="微软雅黑" panose="020B0503020204020204" charset="-122"/>
                <a:ea typeface="微软雅黑" panose="020B0503020204020204" charset="-122"/>
                <a:sym typeface="+mn-ea"/>
              </a:rPr>
              <a:t>y</a:t>
            </a:r>
            <a:r>
              <a:rPr lang="zh-CN" altLang="en-US">
                <a:latin typeface="微软雅黑" panose="020B0503020204020204" charset="-122"/>
                <a:ea typeface="微软雅黑" panose="020B0503020204020204" charset="-122"/>
                <a:sym typeface="+mn-ea"/>
              </a:rPr>
              <a:t>这些常数，需要根据边界条件来确定</a:t>
            </a:r>
            <a:r>
              <a:rPr lang="en-US" altLang="zh-CN">
                <a:latin typeface="微软雅黑" panose="020B0503020204020204" charset="-122"/>
                <a:ea typeface="微软雅黑" panose="020B0503020204020204" charset="-122"/>
                <a:sym typeface="+mn-ea"/>
              </a:rPr>
              <a:t>(</a:t>
            </a:r>
            <a:r>
              <a:rPr lang="zh-CN" altLang="en-US">
                <a:latin typeface="微软雅黑" panose="020B0503020204020204" charset="-122"/>
                <a:ea typeface="微软雅黑" panose="020B0503020204020204" charset="-122"/>
                <a:sym typeface="+mn-ea"/>
              </a:rPr>
              <a:t>准确来说是根据天线上的电流来确定</a:t>
            </a:r>
            <a:r>
              <a:rPr lang="en-US" altLang="zh-CN">
                <a:latin typeface="微软雅黑" panose="020B0503020204020204" charset="-122"/>
                <a:ea typeface="微软雅黑" panose="020B0503020204020204" charset="-122"/>
                <a:sym typeface="+mn-ea"/>
              </a:rPr>
              <a:t>)</a:t>
            </a:r>
            <a:r>
              <a:rPr lang="zh-CN" altLang="en-US">
                <a:latin typeface="微软雅黑" panose="020B0503020204020204" charset="-122"/>
                <a:ea typeface="微软雅黑" panose="020B0503020204020204" charset="-122"/>
                <a:sym typeface="+mn-ea"/>
              </a:rPr>
              <a:t>，但是这里并没有指定边界条件，因此可以人为</a:t>
            </a:r>
            <a:r>
              <a:rPr lang="zh-CN" altLang="en-US">
                <a:latin typeface="微软雅黑" panose="020B0503020204020204" charset="-122"/>
                <a:ea typeface="微软雅黑" panose="020B0503020204020204" charset="-122"/>
                <a:sym typeface="+mn-ea"/>
              </a:rPr>
              <a:t>设定</a:t>
            </a:r>
            <a:endParaRPr lang="zh-CN" altLang="en-US">
              <a:latin typeface="微软雅黑" panose="020B0503020204020204" charset="-122"/>
              <a:ea typeface="微软雅黑" panose="020B0503020204020204" charset="-122"/>
              <a:sym typeface="+mn-ea"/>
            </a:endParaRPr>
          </a:p>
          <a:p>
            <a:endParaRPr lang="zh-CN" altLang="en-US">
              <a:latin typeface="微软雅黑" panose="020B0503020204020204" charset="-122"/>
              <a:ea typeface="微软雅黑" panose="020B0503020204020204" charset="-122"/>
              <a:sym typeface="+mn-ea"/>
            </a:endParaRPr>
          </a:p>
          <a:p>
            <a:r>
              <a:rPr lang="zh-CN" altLang="en-US">
                <a:latin typeface="微软雅黑" panose="020B0503020204020204" charset="-122"/>
                <a:ea typeface="微软雅黑" panose="020B0503020204020204" charset="-122"/>
                <a:sym typeface="+mn-ea"/>
              </a:rPr>
              <a:t>矩形</a:t>
            </a:r>
            <a:r>
              <a:rPr lang="zh-CN" altLang="en-US">
                <a:latin typeface="微软雅黑" panose="020B0503020204020204" charset="-122"/>
                <a:ea typeface="微软雅黑" panose="020B0503020204020204" charset="-122"/>
                <a:sym typeface="+mn-ea"/>
              </a:rPr>
              <a:t>波导中满足</a:t>
            </a:r>
            <a:r>
              <a:rPr lang="en-US" altLang="zh-CN">
                <a:latin typeface="微软雅黑" panose="020B0503020204020204" charset="-122"/>
                <a:ea typeface="微软雅黑" panose="020B0503020204020204" charset="-122"/>
                <a:sym typeface="+mn-ea"/>
              </a:rPr>
              <a:t>TEM</a:t>
            </a:r>
            <a:r>
              <a:rPr lang="zh-CN" altLang="en-US">
                <a:latin typeface="微软雅黑" panose="020B0503020204020204" charset="-122"/>
                <a:ea typeface="微软雅黑" panose="020B0503020204020204" charset="-122"/>
                <a:sym typeface="+mn-ea"/>
              </a:rPr>
              <a:t>模式的只有零解，因此</a:t>
            </a:r>
            <a:r>
              <a:rPr lang="en-US" altLang="zh-CN">
                <a:latin typeface="微软雅黑" panose="020B0503020204020204" charset="-122"/>
                <a:ea typeface="微软雅黑" panose="020B0503020204020204" charset="-122"/>
                <a:sym typeface="+mn-ea"/>
              </a:rPr>
              <a:t>TEM</a:t>
            </a:r>
            <a:r>
              <a:rPr lang="zh-CN" altLang="en-US">
                <a:latin typeface="微软雅黑" panose="020B0503020204020204" charset="-122"/>
                <a:ea typeface="微软雅黑" panose="020B0503020204020204" charset="-122"/>
                <a:sym typeface="+mn-ea"/>
              </a:rPr>
              <a:t>模无法在矩形波导中传输。实际上，</a:t>
            </a:r>
            <a:r>
              <a:rPr lang="en-US" altLang="zh-CN">
                <a:latin typeface="微软雅黑" panose="020B0503020204020204" charset="-122"/>
                <a:ea typeface="微软雅黑" panose="020B0503020204020204" charset="-122"/>
                <a:sym typeface="+mn-ea"/>
              </a:rPr>
              <a:t>TEM</a:t>
            </a:r>
            <a:r>
              <a:rPr lang="zh-CN" altLang="en-US">
                <a:latin typeface="微软雅黑" panose="020B0503020204020204" charset="-122"/>
                <a:ea typeface="微软雅黑" panose="020B0503020204020204" charset="-122"/>
                <a:sym typeface="+mn-ea"/>
              </a:rPr>
              <a:t>模只存在于多导体系统中，且其无法由纵向场法求解，其</a:t>
            </a:r>
            <a:r>
              <a:rPr lang="en-US" altLang="zh-CN">
                <a:latin typeface="微软雅黑" panose="020B0503020204020204" charset="-122"/>
                <a:ea typeface="微软雅黑" panose="020B0503020204020204" charset="-122"/>
                <a:sym typeface="+mn-ea"/>
              </a:rPr>
              <a:t>TEM</a:t>
            </a:r>
            <a:r>
              <a:rPr lang="zh-CN" altLang="en-US">
                <a:latin typeface="微软雅黑" panose="020B0503020204020204" charset="-122"/>
                <a:ea typeface="微软雅黑" panose="020B0503020204020204" charset="-122"/>
                <a:sym typeface="+mn-ea"/>
              </a:rPr>
              <a:t>模式的</a:t>
            </a:r>
            <a:r>
              <a:rPr lang="zh-CN" altLang="en-US">
                <a:latin typeface="微软雅黑" panose="020B0503020204020204" charset="-122"/>
                <a:ea typeface="微软雅黑" panose="020B0503020204020204" charset="-122"/>
                <a:sym typeface="+mn-ea"/>
              </a:rPr>
              <a:t>解可以通过求解拉普拉斯方程</a:t>
            </a:r>
            <a:r>
              <a:rPr lang="zh-CN" altLang="en-US">
                <a:latin typeface="微软雅黑" panose="020B0503020204020204" charset="-122"/>
                <a:ea typeface="微软雅黑" panose="020B0503020204020204" charset="-122"/>
                <a:sym typeface="+mn-ea"/>
              </a:rPr>
              <a:t>得到。</a:t>
            </a:r>
            <a:endParaRPr lang="zh-CN" altLang="en-US">
              <a:latin typeface="微软雅黑" panose="020B0503020204020204" charset="-122"/>
              <a:ea typeface="微软雅黑" panose="020B0503020204020204" charset="-122"/>
              <a:sym typeface="+mn-ea"/>
            </a:endParaRPr>
          </a:p>
          <a:p>
            <a:r>
              <a:rPr lang="zh-CN" altLang="en-US">
                <a:latin typeface="微软雅黑" panose="020B0503020204020204" charset="-122"/>
                <a:ea typeface="微软雅黑" panose="020B0503020204020204" charset="-122"/>
                <a:sym typeface="+mn-ea"/>
              </a:rPr>
              <a:t>矩形</a:t>
            </a:r>
            <a:r>
              <a:rPr lang="zh-CN" altLang="en-US">
                <a:latin typeface="微软雅黑" panose="020B0503020204020204" charset="-122"/>
                <a:ea typeface="微软雅黑" panose="020B0503020204020204" charset="-122"/>
                <a:sym typeface="+mn-ea"/>
              </a:rPr>
              <a:t>波导中可以同时存在无穷多的</a:t>
            </a:r>
            <a:r>
              <a:rPr lang="zh-CN" altLang="en-US">
                <a:latin typeface="微软雅黑" panose="020B0503020204020204" charset="-122"/>
                <a:ea typeface="微软雅黑" panose="020B0503020204020204" charset="-122"/>
                <a:sym typeface="+mn-ea"/>
              </a:rPr>
              <a:t>模式，各个模式的幅度大小是由边界条件决定的，通俗来说是由矩形波导的长宽以及馈电点的位置决定（探针必须放在该模式电场最强的地方才能有效激励）。</a:t>
            </a:r>
            <a:endParaRPr lang="zh-CN" altLang="en-US">
              <a:latin typeface="微软雅黑" panose="020B0503020204020204" charset="-122"/>
              <a:ea typeface="微软雅黑" panose="020B0503020204020204" charset="-122"/>
              <a:sym typeface="+mn-ea"/>
            </a:endParaRPr>
          </a:p>
          <a:p>
            <a:r>
              <a:rPr lang="zh-CN" altLang="en-US">
                <a:latin typeface="微软雅黑" panose="020B0503020204020204" charset="-122"/>
                <a:ea typeface="微软雅黑" panose="020B0503020204020204" charset="-122"/>
                <a:sym typeface="+mn-ea"/>
              </a:rPr>
              <a:t>矩形</a:t>
            </a:r>
            <a:r>
              <a:rPr lang="zh-CN" altLang="en-US">
                <a:latin typeface="微软雅黑" panose="020B0503020204020204" charset="-122"/>
                <a:ea typeface="微软雅黑" panose="020B0503020204020204" charset="-122"/>
                <a:sym typeface="+mn-ea"/>
              </a:rPr>
              <a:t>波导具有高通特性，只有频率大于截止频率的电磁波才能借由它传输，矩形波导的主模（频率最低）为</a:t>
            </a:r>
            <a:r>
              <a:rPr lang="en-US" altLang="zh-CN">
                <a:latin typeface="微软雅黑" panose="020B0503020204020204" charset="-122"/>
                <a:ea typeface="微软雅黑" panose="020B0503020204020204" charset="-122"/>
                <a:sym typeface="+mn-ea"/>
              </a:rPr>
              <a:t>TE10</a:t>
            </a:r>
            <a:r>
              <a:rPr lang="zh-CN" altLang="en-US">
                <a:latin typeface="微软雅黑" panose="020B0503020204020204" charset="-122"/>
                <a:ea typeface="微软雅黑" panose="020B0503020204020204" charset="-122"/>
                <a:sym typeface="+mn-ea"/>
              </a:rPr>
              <a:t>模，然后是</a:t>
            </a:r>
            <a:r>
              <a:rPr lang="en-US" altLang="zh-CN">
                <a:latin typeface="微软雅黑" panose="020B0503020204020204" charset="-122"/>
                <a:ea typeface="微软雅黑" panose="020B0503020204020204" charset="-122"/>
                <a:sym typeface="+mn-ea"/>
              </a:rPr>
              <a:t>TE20</a:t>
            </a:r>
            <a:r>
              <a:rPr lang="zh-CN" altLang="en-US">
                <a:latin typeface="微软雅黑" panose="020B0503020204020204" charset="-122"/>
                <a:ea typeface="微软雅黑" panose="020B0503020204020204" charset="-122"/>
                <a:sym typeface="+mn-ea"/>
              </a:rPr>
              <a:t>、</a:t>
            </a:r>
            <a:r>
              <a:rPr lang="en-US" altLang="zh-CN">
                <a:latin typeface="微软雅黑" panose="020B0503020204020204" charset="-122"/>
                <a:ea typeface="微软雅黑" panose="020B0503020204020204" charset="-122"/>
                <a:sym typeface="+mn-ea"/>
              </a:rPr>
              <a:t>TE01</a:t>
            </a:r>
            <a:r>
              <a:rPr lang="zh-CN" altLang="en-US">
                <a:latin typeface="微软雅黑" panose="020B0503020204020204" charset="-122"/>
                <a:ea typeface="微软雅黑" panose="020B0503020204020204" charset="-122"/>
                <a:sym typeface="+mn-ea"/>
              </a:rPr>
              <a:t>。</a:t>
            </a:r>
            <a:endParaRPr lang="zh-CN" altLang="en-US">
              <a:latin typeface="微软雅黑" panose="020B0503020204020204" charset="-122"/>
              <a:ea typeface="微软雅黑" panose="020B0503020204020204" charset="-122"/>
              <a:sym typeface="+mn-ea"/>
            </a:endParaRPr>
          </a:p>
          <a:p>
            <a:endParaRPr lang="zh-CN" altLang="en-US">
              <a:latin typeface="微软雅黑" panose="020B0503020204020204" charset="-122"/>
              <a:ea typeface="微软雅黑" panose="020B0503020204020204" charset="-122"/>
              <a:sym typeface="+mn-ea"/>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上面的坡印廷定理是针对各向同性介质的。此外它也有微分</a:t>
            </a:r>
            <a:r>
              <a:rPr lang="zh-CN" altLang="en-US"/>
              <a:t>形式。</a:t>
            </a:r>
            <a:endParaRPr lang="zh-CN" altLang="en-US"/>
          </a:p>
          <a:p>
            <a:endParaRPr lang="zh-CN" altLang="en-US"/>
          </a:p>
          <a:p>
            <a:r>
              <a:rPr lang="zh-CN" altLang="en-US"/>
              <a:t>电荷在电磁场中受到的洛伦兹力公式同样可以从能量的角度推导出来：在静态场中可使用虚位移法计算得到；在时变场中通过</a:t>
            </a:r>
            <a:r>
              <a:rPr lang="zh-CN" altLang="en-US"/>
              <a:t>计算哈密顿方程</a:t>
            </a:r>
            <a:r>
              <a:rPr lang="zh-CN" altLang="en-US"/>
              <a:t>得到。</a:t>
            </a:r>
            <a:endParaRPr lang="zh-CN" altLang="en-US"/>
          </a:p>
          <a:p>
            <a:endParaRPr lang="zh-CN" altLang="en-US"/>
          </a:p>
          <a:p>
            <a:r>
              <a:rPr lang="zh-CN" altLang="en-US"/>
              <a:t>趋肤效应表明，在微波频段，信号主要依靠导体周围空间中的电磁场传输，此时导体自身的形状、外部其他导体</a:t>
            </a:r>
            <a:r>
              <a:rPr lang="zh-CN" altLang="en-US">
                <a:sym typeface="+mn-ea"/>
              </a:rPr>
              <a:t>以及填充的介质</a:t>
            </a:r>
            <a:r>
              <a:rPr lang="zh-CN" altLang="en-US"/>
              <a:t>，都会影响电磁场的分布，进而影响信号传输时的最大功率容量、损耗</a:t>
            </a:r>
            <a:r>
              <a:rPr lang="zh-CN" altLang="en-US"/>
              <a:t>等等。</a:t>
            </a:r>
            <a:endParaRPr lang="zh-CN" altLang="en-US"/>
          </a:p>
          <a:p>
            <a:r>
              <a:rPr lang="zh-CN" altLang="en-US"/>
              <a:t>想要通过计算证明趋肤效应是比较复杂的，因为导体内的电流密度</a:t>
            </a:r>
            <a:r>
              <a:rPr lang="en-US" altLang="zh-CN"/>
              <a:t>J</a:t>
            </a:r>
            <a:r>
              <a:rPr lang="zh-CN" altLang="en-US"/>
              <a:t>我们无法知道，无法直接通过求解亥姆霍兹方程得到场的解。实际上，这需要使用体等效原理建立关于总场的体积分方程，然后通过求解积分方程的方法来计算总场，最后得到电流密度分布。</a:t>
            </a:r>
            <a:endParaRPr lang="zh-CN" altLang="en-US"/>
          </a:p>
          <a:p>
            <a:r>
              <a:rPr lang="zh-CN" altLang="en-US"/>
              <a:t>在教材上通过计算高频电磁波在导体中的传播常数，说明高频电磁波在导体内会快速衰减，由此说明高频电磁波无法在导体内传播，而是借助导体表面和周围空间</a:t>
            </a:r>
            <a:r>
              <a:rPr lang="zh-CN" altLang="en-US"/>
              <a:t>传播。</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sym typeface="+mn-ea"/>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常见的各向异性介质：等离子体</a:t>
            </a:r>
            <a:r>
              <a:rPr lang="en-US" altLang="zh-CN"/>
              <a:t>(</a:t>
            </a:r>
            <a:r>
              <a:rPr lang="zh-CN" altLang="en-US"/>
              <a:t>介电常数是二阶张量</a:t>
            </a:r>
            <a:r>
              <a:rPr lang="en-US" altLang="zh-CN"/>
              <a:t>)</a:t>
            </a:r>
            <a:r>
              <a:rPr lang="zh-CN" altLang="en-US"/>
              <a:t>、铁氧体（磁导率是二阶</a:t>
            </a:r>
            <a:r>
              <a:rPr lang="zh-CN" altLang="en-US"/>
              <a:t>张量）</a:t>
            </a:r>
            <a:endParaRPr lang="zh-CN" altLang="en-US"/>
          </a:p>
          <a:p>
            <a:endParaRPr lang="zh-CN" altLang="en-US"/>
          </a:p>
          <a:p>
            <a:r>
              <a:rPr lang="zh-CN" altLang="en-US"/>
              <a:t>计算复介电常数和复磁导率的模型有很多，常用的有：用于电介质的德拜模型</a:t>
            </a:r>
            <a:r>
              <a:rPr lang="en-US" altLang="zh-CN">
                <a:sym typeface="+mn-ea"/>
              </a:rPr>
              <a:t>（</a:t>
            </a:r>
            <a:r>
              <a:rPr lang="en-US" altLang="zh-CN">
                <a:sym typeface="+mn-ea"/>
              </a:rPr>
              <a:t>Debye</a:t>
            </a:r>
            <a:r>
              <a:rPr lang="en-US" altLang="zh-CN">
                <a:sym typeface="+mn-ea"/>
              </a:rPr>
              <a:t>Model</a:t>
            </a:r>
            <a:r>
              <a:rPr lang="zh-CN" altLang="en-US">
                <a:sym typeface="+mn-ea"/>
              </a:rPr>
              <a:t>，极性分子</a:t>
            </a:r>
            <a:r>
              <a:rPr lang="en-US" altLang="zh-CN">
                <a:sym typeface="+mn-ea"/>
              </a:rPr>
              <a:t>/</a:t>
            </a:r>
            <a:r>
              <a:rPr lang="zh-CN" altLang="en-US">
                <a:sym typeface="+mn-ea"/>
              </a:rPr>
              <a:t>微波频段</a:t>
            </a:r>
            <a:r>
              <a:rPr lang="en-US" altLang="zh-CN">
                <a:sym typeface="+mn-ea"/>
              </a:rPr>
              <a:t>）</a:t>
            </a:r>
            <a:r>
              <a:rPr lang="zh-CN" altLang="en-US"/>
              <a:t>和洛伦兹模型</a:t>
            </a:r>
            <a:r>
              <a:rPr lang="en-US" altLang="zh-CN">
                <a:sym typeface="+mn-ea"/>
              </a:rPr>
              <a:t>（Lorentz Model</a:t>
            </a:r>
            <a:r>
              <a:rPr lang="zh-CN" altLang="en-US">
                <a:sym typeface="+mn-ea"/>
              </a:rPr>
              <a:t>，束缚电子</a:t>
            </a:r>
            <a:r>
              <a:rPr lang="en-US" altLang="zh-CN">
                <a:sym typeface="+mn-ea"/>
              </a:rPr>
              <a:t>/</a:t>
            </a:r>
            <a:r>
              <a:rPr lang="zh-CN" altLang="en-US">
                <a:sym typeface="+mn-ea"/>
              </a:rPr>
              <a:t>光频段</a:t>
            </a:r>
            <a:r>
              <a:rPr lang="en-US" altLang="zh-CN">
                <a:sym typeface="+mn-ea"/>
              </a:rPr>
              <a:t>）</a:t>
            </a:r>
            <a:r>
              <a:rPr lang="zh-CN" altLang="en-US"/>
              <a:t>、用于导体和等离子</a:t>
            </a:r>
            <a:r>
              <a:rPr lang="zh-CN" altLang="en-US"/>
              <a:t>体的德鲁德模型</a:t>
            </a:r>
            <a:r>
              <a:rPr lang="en-US" altLang="zh-CN"/>
              <a:t>（Drude Model）</a:t>
            </a:r>
            <a:r>
              <a:rPr lang="zh-CN" altLang="en-US"/>
              <a:t>。</a:t>
            </a:r>
            <a:endParaRPr lang="zh-CN" altLang="en-US"/>
          </a:p>
          <a:p>
            <a:r>
              <a:rPr lang="zh-CN" altLang="en-US">
                <a:sym typeface="+mn-ea"/>
              </a:rPr>
              <a:t>导体也是色散介质，其色散特性源于自由电子的运动惯性。当电磁波在导体中传播时，自由电子无法瞬间响应高频电场的变化，导致电导率和等效介电常数随频率变化。</a:t>
            </a:r>
            <a:endParaRPr lang="zh-CN" altLang="en-US"/>
          </a:p>
          <a:p>
            <a:endParaRPr lang="zh-CN" altLang="en-US"/>
          </a:p>
          <a:p>
            <a:r>
              <a:rPr lang="zh-CN" altLang="en-US">
                <a:sym typeface="+mn-ea"/>
              </a:rPr>
              <a:t>区分电导率引起的损耗和复介电常数虚部引起的损耗：电导率衡量的是传导电流引起的损耗，它是由自由电荷的漂移碰撞导致的（像在“泥潭”（导体）中划船，阻力来自自由电荷的宏观流动受阻）；而复介电常数虚部衡量的</a:t>
            </a:r>
            <a:r>
              <a:rPr lang="zh-CN" altLang="en-US">
                <a:sym typeface="+mn-ea"/>
              </a:rPr>
              <a:t>是位移电流引起的损耗，它是束缚电荷的摩擦弛豫引起的损耗（像反复扭转一根“橡皮筋”（介质），阻力来自微观极化的内摩擦）。在大多数真实介质（尤其是含水、含杂质材料）中，两者同时存在。在特定频段，其中一种机制可能占主导。</a:t>
            </a:r>
            <a:endParaRPr lang="zh-CN" altLang="en-US">
              <a:sym typeface="+mn-ea"/>
            </a:endParaRPr>
          </a:p>
          <a:p>
            <a:endParaRPr lang="zh-CN" altLang="en-US"/>
          </a:p>
          <a:p>
            <a:r>
              <a:rPr lang="zh-CN" altLang="en-US"/>
              <a:t>介质的损耗角正切越小，表示信号在该介质中的传输损耗越小，因此做高频微波电路通过需要损耗角正切</a:t>
            </a:r>
            <a:r>
              <a:rPr lang="zh-CN" altLang="en-US"/>
              <a:t>较小的板材，而做吸波材料的通常选择</a:t>
            </a:r>
            <a:r>
              <a:rPr lang="zh-CN" altLang="en-US">
                <a:sym typeface="+mn-ea"/>
              </a:rPr>
              <a:t>损耗角正切较大的</a:t>
            </a:r>
            <a:r>
              <a:rPr lang="zh-CN" altLang="en-US">
                <a:sym typeface="+mn-ea"/>
              </a:rPr>
              <a:t>材料。</a:t>
            </a:r>
            <a:endParaRPr lang="zh-CN" altLang="en-US">
              <a:sym typeface="+mn-ea"/>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亥姆霍兹定理表明：矢量场只有两种源：散度源和旋度源，当一个矢量场的这两种源完全确定时，这个矢量场就完全确定</a:t>
            </a:r>
            <a:r>
              <a:rPr lang="zh-CN" altLang="en-US"/>
              <a:t>了。</a:t>
            </a:r>
            <a:endParaRPr lang="zh-CN" altLang="en-US"/>
          </a:p>
          <a:p>
            <a:endParaRPr lang="zh-CN" altLang="en-US"/>
          </a:p>
          <a:p>
            <a:r>
              <a:rPr lang="zh-CN" altLang="en-US"/>
              <a:t>卡森互易定理表明，一个天线用作发射和接收时，其方向图、增益和输入阻抗都是相同</a:t>
            </a:r>
            <a:r>
              <a:rPr lang="zh-CN" altLang="en-US"/>
              <a:t>的。</a:t>
            </a:r>
            <a:endParaRPr lang="zh-CN" altLang="en-US"/>
          </a:p>
          <a:p>
            <a:endParaRPr lang="zh-CN" altLang="en-US"/>
          </a:p>
          <a:p>
            <a:r>
              <a:rPr lang="zh-CN" altLang="en-US">
                <a:sym typeface="+mn-ea"/>
              </a:rPr>
              <a:t>本文档未涉及到的电磁场相关定理，请查阅研究生课程《高等电磁场理论》。</a:t>
            </a:r>
            <a:endParaRPr lang="zh-CN" altLang="en-US">
              <a:sym typeface="+mn-ea"/>
            </a:endParaRPr>
          </a:p>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巴比涅原理常用在缝隙天线的分析</a:t>
            </a:r>
            <a:r>
              <a:rPr lang="zh-CN" altLang="en-US"/>
              <a:t>上：一个无限大导电平面上的缝隙天线的辐射方向图，与其互补的金属偶极子天线的辐射方向图完全相同（在远场区）</a:t>
            </a:r>
            <a:endParaRPr lang="zh-CN" altLang="en-US"/>
          </a:p>
          <a:p>
            <a:endParaRPr lang="zh-CN" altLang="en-US"/>
          </a:p>
          <a:p>
            <a:r>
              <a:rPr lang="zh-CN" altLang="en-US"/>
              <a:t>面等效原理是惠更斯原理在电磁场中的推广。面等效的方式比较多，可分为</a:t>
            </a:r>
            <a:r>
              <a:rPr lang="en-US" altLang="zh-CN"/>
              <a:t>Love </a:t>
            </a:r>
            <a:r>
              <a:rPr lang="zh-CN" altLang="en-US"/>
              <a:t>等效（内部媒质​是自由空间）、谢昆诺夫等效</a:t>
            </a:r>
            <a:r>
              <a:rPr lang="en-US" altLang="zh-CN"/>
              <a:t>(</a:t>
            </a:r>
            <a:r>
              <a:rPr lang="zh-CN" altLang="en-US">
                <a:sym typeface="+mn-ea"/>
              </a:rPr>
              <a:t>内部媒质​填充</a:t>
            </a:r>
            <a:r>
              <a:rPr lang="en-US" altLang="zh-CN">
                <a:sym typeface="+mn-ea"/>
              </a:rPr>
              <a:t>PEC</a:t>
            </a:r>
            <a:r>
              <a:rPr lang="zh-CN" altLang="en-US">
                <a:sym typeface="+mn-ea"/>
              </a:rPr>
              <a:t>或</a:t>
            </a:r>
            <a:r>
              <a:rPr lang="en-US" altLang="zh-CN">
                <a:sym typeface="+mn-ea"/>
              </a:rPr>
              <a:t>PMC</a:t>
            </a:r>
            <a:r>
              <a:rPr lang="en-US" altLang="zh-CN"/>
              <a:t>)</a:t>
            </a:r>
            <a:r>
              <a:rPr lang="zh-CN" altLang="en-US"/>
              <a:t>等。</a:t>
            </a:r>
            <a:r>
              <a:rPr lang="zh-CN" altLang="en-US">
                <a:sym typeface="+mn-ea"/>
              </a:rPr>
              <a:t>面等效原理在天线口径场分析、矩量法计算导体散射场等领域都有</a:t>
            </a:r>
            <a:r>
              <a:rPr lang="zh-CN" altLang="en-US">
                <a:sym typeface="+mn-ea"/>
              </a:rPr>
              <a:t>应用。</a:t>
            </a:r>
            <a:endParaRPr lang="zh-CN" altLang="en-US">
              <a:sym typeface="+mn-ea"/>
            </a:endParaRPr>
          </a:p>
          <a:p>
            <a:r>
              <a:rPr lang="zh-CN" altLang="en-US">
                <a:sym typeface="+mn-ea"/>
              </a:rPr>
              <a:t>面等效原理和体等效原理中，等效电流和等效磁流都是与总场有关的，由于在很多问题中我们事先并不知道总场，因此我们也无法直接知道等效电流和等效磁流的大小，但注意到等效后整个空间变为了无限大自由空间，因此我们可以利用总场</a:t>
            </a:r>
            <a:r>
              <a:rPr lang="en-US" altLang="zh-CN">
                <a:sym typeface="+mn-ea"/>
              </a:rPr>
              <a:t>=</a:t>
            </a:r>
            <a:r>
              <a:rPr lang="zh-CN" altLang="en-US">
                <a:sym typeface="+mn-ea"/>
              </a:rPr>
              <a:t>入射场</a:t>
            </a:r>
            <a:r>
              <a:rPr lang="en-US" altLang="zh-CN">
                <a:sym typeface="+mn-ea"/>
              </a:rPr>
              <a:t>+</a:t>
            </a:r>
            <a:r>
              <a:rPr lang="zh-CN" altLang="en-US">
                <a:sym typeface="+mn-ea"/>
              </a:rPr>
              <a:t>散射场，建立积分方程，求解</a:t>
            </a:r>
            <a:r>
              <a:rPr lang="zh-CN" altLang="en-US">
                <a:sym typeface="+mn-ea"/>
              </a:rPr>
              <a:t>之便可得到总场和等效</a:t>
            </a:r>
            <a:r>
              <a:rPr lang="zh-CN" altLang="en-US">
                <a:sym typeface="+mn-ea"/>
              </a:rPr>
              <a:t>源。</a:t>
            </a:r>
            <a:endParaRPr lang="zh-CN" altLang="en-US">
              <a:sym typeface="+mn-ea"/>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狭义相对论的时空观中，时间和空间统一为四维时空。将电场和磁场封装为一个四维的二阶张量，将电流密度和电荷密度封装为一个四维矢量，并使用爱因斯坦求和协定后，麦克斯韦方程组可以简化为两个非常简洁的方程。</a:t>
            </a:r>
            <a:endParaRPr lang="zh-CN" altLang="en-US"/>
          </a:p>
          <a:p>
            <a:r>
              <a:rPr lang="zh-CN" altLang="en-US"/>
              <a:t>这两个方程表示了：电场和磁场是同一个客观物质，只是由于观察的参考系不同而表现出不同的形式。比如一个电荷在与其相对</a:t>
            </a:r>
            <a:r>
              <a:rPr lang="zh-CN" altLang="en-US">
                <a:sym typeface="+mn-ea"/>
              </a:rPr>
              <a:t>静止的</a:t>
            </a:r>
            <a:r>
              <a:rPr lang="zh-CN" altLang="en-US"/>
              <a:t>参考系中只</a:t>
            </a:r>
            <a:r>
              <a:rPr lang="zh-CN" altLang="en-US"/>
              <a:t>能看到电场；但当你换一个相对运动的参考系去观察时，经过洛伦兹变换，这个</a:t>
            </a:r>
            <a:r>
              <a:rPr lang="zh-CN" altLang="en-US"/>
              <a:t>电荷就会同时表现出电场和磁场。</a:t>
            </a:r>
            <a:endParaRPr lang="zh-CN" altLang="en-US"/>
          </a:p>
          <a:p>
            <a:r>
              <a:rPr lang="zh-CN" altLang="en-US"/>
              <a:t>（具体可参考《</a:t>
            </a:r>
            <a:r>
              <a:rPr lang="zh-CN" altLang="en-US"/>
              <a:t>电动力学》）</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2C229F6-7B07-42C2-872D-4ED59D86448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61A8E99-3EF8-41F0-B147-5C3925870A7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229F6-7B07-42C2-872D-4ED59D86448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A8E99-3EF8-41F0-B147-5C3925870A7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229F6-7B07-42C2-872D-4ED59D86448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1A8E99-3EF8-41F0-B147-5C3925870A7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webp"/><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webp"/><Relationship Id="rId3" Type="http://schemas.openxmlformats.org/officeDocument/2006/relationships/image" Target="../media/image3.jpeg"/><Relationship Id="rId2" Type="http://schemas.openxmlformats.org/officeDocument/2006/relationships/image" Target="../media/image2.jpeg"/><Relationship Id="rId10" Type="http://schemas.openxmlformats.org/officeDocument/2006/relationships/notesSlide" Target="../notesSlides/notesSlide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webp"/><Relationship Id="rId7" Type="http://schemas.openxmlformats.org/officeDocument/2006/relationships/image" Target="../media/image15.jpeg"/><Relationship Id="rId6" Type="http://schemas.openxmlformats.org/officeDocument/2006/relationships/image" Target="../media/image14.png"/><Relationship Id="rId5" Type="http://schemas.openxmlformats.org/officeDocument/2006/relationships/image" Target="../media/image13.webp"/><Relationship Id="rId4" Type="http://schemas.openxmlformats.org/officeDocument/2006/relationships/image" Target="../media/image12.jpeg"/><Relationship Id="rId3" Type="http://schemas.openxmlformats.org/officeDocument/2006/relationships/image" Target="../media/image11.png"/><Relationship Id="rId2" Type="http://schemas.openxmlformats.org/officeDocument/2006/relationships/image" Target="../media/image10.jpeg"/><Relationship Id="rId14" Type="http://schemas.openxmlformats.org/officeDocument/2006/relationships/notesSlide" Target="../notesSlides/notesSlide3.xml"/><Relationship Id="rId13" Type="http://schemas.openxmlformats.org/officeDocument/2006/relationships/slideLayout" Target="../slideLayouts/slideLayout1.xml"/><Relationship Id="rId12" Type="http://schemas.openxmlformats.org/officeDocument/2006/relationships/image" Target="../media/image20.jpeg"/><Relationship Id="rId11" Type="http://schemas.openxmlformats.org/officeDocument/2006/relationships/image" Target="../media/image19.png"/><Relationship Id="rId10" Type="http://schemas.openxmlformats.org/officeDocument/2006/relationships/image" Target="../media/image18.png"/><Relationship Id="rId1"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24.wmf"/><Relationship Id="rId7" Type="http://schemas.openxmlformats.org/officeDocument/2006/relationships/oleObject" Target="../embeddings/oleObject4.bin"/><Relationship Id="rId6" Type="http://schemas.openxmlformats.org/officeDocument/2006/relationships/image" Target="../media/image23.wmf"/><Relationship Id="rId5" Type="http://schemas.openxmlformats.org/officeDocument/2006/relationships/oleObject" Target="../embeddings/oleObject3.bin"/><Relationship Id="rId4" Type="http://schemas.openxmlformats.org/officeDocument/2006/relationships/image" Target="../media/image22.wmf"/><Relationship Id="rId35" Type="http://schemas.openxmlformats.org/officeDocument/2006/relationships/notesSlide" Target="../notesSlides/notesSlide4.xml"/><Relationship Id="rId34" Type="http://schemas.openxmlformats.org/officeDocument/2006/relationships/vmlDrawing" Target="../drawings/vmlDrawing1.vml"/><Relationship Id="rId33" Type="http://schemas.openxmlformats.org/officeDocument/2006/relationships/slideLayout" Target="../slideLayouts/slideLayout2.xml"/><Relationship Id="rId32" Type="http://schemas.openxmlformats.org/officeDocument/2006/relationships/image" Target="../media/image36.wmf"/><Relationship Id="rId31" Type="http://schemas.openxmlformats.org/officeDocument/2006/relationships/oleObject" Target="../embeddings/oleObject16.bin"/><Relationship Id="rId30" Type="http://schemas.openxmlformats.org/officeDocument/2006/relationships/image" Target="../media/image35.wmf"/><Relationship Id="rId3" Type="http://schemas.openxmlformats.org/officeDocument/2006/relationships/oleObject" Target="../embeddings/oleObject2.bin"/><Relationship Id="rId29" Type="http://schemas.openxmlformats.org/officeDocument/2006/relationships/oleObject" Target="../embeddings/oleObject15.bin"/><Relationship Id="rId28" Type="http://schemas.openxmlformats.org/officeDocument/2006/relationships/image" Target="../media/image34.wmf"/><Relationship Id="rId27" Type="http://schemas.openxmlformats.org/officeDocument/2006/relationships/oleObject" Target="../embeddings/oleObject14.bin"/><Relationship Id="rId26" Type="http://schemas.openxmlformats.org/officeDocument/2006/relationships/image" Target="../media/image33.wmf"/><Relationship Id="rId25" Type="http://schemas.openxmlformats.org/officeDocument/2006/relationships/oleObject" Target="../embeddings/oleObject13.bin"/><Relationship Id="rId24" Type="http://schemas.openxmlformats.org/officeDocument/2006/relationships/image" Target="../media/image32.wmf"/><Relationship Id="rId23" Type="http://schemas.openxmlformats.org/officeDocument/2006/relationships/oleObject" Target="../embeddings/oleObject12.bin"/><Relationship Id="rId22" Type="http://schemas.openxmlformats.org/officeDocument/2006/relationships/image" Target="../media/image31.wmf"/><Relationship Id="rId21" Type="http://schemas.openxmlformats.org/officeDocument/2006/relationships/oleObject" Target="../embeddings/oleObject11.bin"/><Relationship Id="rId20" Type="http://schemas.openxmlformats.org/officeDocument/2006/relationships/image" Target="../media/image30.wmf"/><Relationship Id="rId2" Type="http://schemas.openxmlformats.org/officeDocument/2006/relationships/image" Target="../media/image21.wmf"/><Relationship Id="rId19" Type="http://schemas.openxmlformats.org/officeDocument/2006/relationships/oleObject" Target="../embeddings/oleObject10.bin"/><Relationship Id="rId18" Type="http://schemas.openxmlformats.org/officeDocument/2006/relationships/image" Target="../media/image29.wmf"/><Relationship Id="rId17" Type="http://schemas.openxmlformats.org/officeDocument/2006/relationships/oleObject" Target="../embeddings/oleObject9.bin"/><Relationship Id="rId16" Type="http://schemas.openxmlformats.org/officeDocument/2006/relationships/image" Target="../media/image28.wmf"/><Relationship Id="rId15" Type="http://schemas.openxmlformats.org/officeDocument/2006/relationships/oleObject" Target="../embeddings/oleObject8.bin"/><Relationship Id="rId14" Type="http://schemas.openxmlformats.org/officeDocument/2006/relationships/image" Target="../media/image27.wmf"/><Relationship Id="rId13" Type="http://schemas.openxmlformats.org/officeDocument/2006/relationships/oleObject" Target="../embeddings/oleObject7.bin"/><Relationship Id="rId12" Type="http://schemas.openxmlformats.org/officeDocument/2006/relationships/image" Target="../media/image26.wmf"/><Relationship Id="rId11" Type="http://schemas.openxmlformats.org/officeDocument/2006/relationships/oleObject" Target="../embeddings/oleObject6.bin"/><Relationship Id="rId10" Type="http://schemas.openxmlformats.org/officeDocument/2006/relationships/image" Target="../media/image25.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44.wmf"/><Relationship Id="rId7" Type="http://schemas.openxmlformats.org/officeDocument/2006/relationships/oleObject" Target="../embeddings/oleObject19.bin"/><Relationship Id="rId6" Type="http://schemas.openxmlformats.org/officeDocument/2006/relationships/image" Target="../media/image43.png"/><Relationship Id="rId5" Type="http://schemas.openxmlformats.org/officeDocument/2006/relationships/image" Target="../media/image42.wmf"/><Relationship Id="rId4" Type="http://schemas.openxmlformats.org/officeDocument/2006/relationships/oleObject" Target="../embeddings/oleObject18.bin"/><Relationship Id="rId3" Type="http://schemas.openxmlformats.org/officeDocument/2006/relationships/image" Target="../media/image41.wmf"/><Relationship Id="rId2" Type="http://schemas.openxmlformats.org/officeDocument/2006/relationships/oleObject" Target="../embeddings/oleObject17.bin"/><Relationship Id="rId17" Type="http://schemas.openxmlformats.org/officeDocument/2006/relationships/notesSlide" Target="../notesSlides/notesSlide6.xml"/><Relationship Id="rId16" Type="http://schemas.openxmlformats.org/officeDocument/2006/relationships/vmlDrawing" Target="../drawings/vmlDrawing2.vml"/><Relationship Id="rId15" Type="http://schemas.openxmlformats.org/officeDocument/2006/relationships/slideLayout" Target="../slideLayouts/slideLayout1.xml"/><Relationship Id="rId14" Type="http://schemas.openxmlformats.org/officeDocument/2006/relationships/image" Target="../media/image49.png"/><Relationship Id="rId13" Type="http://schemas.openxmlformats.org/officeDocument/2006/relationships/image" Target="../media/image48.png"/><Relationship Id="rId12" Type="http://schemas.openxmlformats.org/officeDocument/2006/relationships/image" Target="../media/image47.png"/><Relationship Id="rId11" Type="http://schemas.openxmlformats.org/officeDocument/2006/relationships/image" Target="../media/image46.png"/><Relationship Id="rId10" Type="http://schemas.openxmlformats.org/officeDocument/2006/relationships/image" Target="../media/image45.wmf"/><Relationship Id="rId1" Type="http://schemas.openxmlformats.org/officeDocument/2006/relationships/image" Target="../media/image40.png"/></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53.wmf"/><Relationship Id="rId7" Type="http://schemas.openxmlformats.org/officeDocument/2006/relationships/oleObject" Target="../embeddings/oleObject23.bin"/><Relationship Id="rId6" Type="http://schemas.openxmlformats.org/officeDocument/2006/relationships/image" Target="../media/image52.wmf"/><Relationship Id="rId5" Type="http://schemas.openxmlformats.org/officeDocument/2006/relationships/oleObject" Target="../embeddings/oleObject22.bin"/><Relationship Id="rId4" Type="http://schemas.openxmlformats.org/officeDocument/2006/relationships/image" Target="../media/image51.wmf"/><Relationship Id="rId3" Type="http://schemas.openxmlformats.org/officeDocument/2006/relationships/oleObject" Target="../embeddings/oleObject21.bin"/><Relationship Id="rId21" Type="http://schemas.openxmlformats.org/officeDocument/2006/relationships/notesSlide" Target="../notesSlides/notesSlide7.xml"/><Relationship Id="rId20" Type="http://schemas.openxmlformats.org/officeDocument/2006/relationships/vmlDrawing" Target="../drawings/vmlDrawing3.vml"/><Relationship Id="rId2" Type="http://schemas.openxmlformats.org/officeDocument/2006/relationships/tags" Target="../tags/tag1.xml"/><Relationship Id="rId19" Type="http://schemas.openxmlformats.org/officeDocument/2006/relationships/slideLayout" Target="../slideLayouts/slideLayout1.xml"/><Relationship Id="rId18" Type="http://schemas.openxmlformats.org/officeDocument/2006/relationships/image" Target="../media/image58.wmf"/><Relationship Id="rId17" Type="http://schemas.openxmlformats.org/officeDocument/2006/relationships/oleObject" Target="../embeddings/oleObject28.bin"/><Relationship Id="rId16" Type="http://schemas.openxmlformats.org/officeDocument/2006/relationships/image" Target="../media/image57.wmf"/><Relationship Id="rId15" Type="http://schemas.openxmlformats.org/officeDocument/2006/relationships/oleObject" Target="../embeddings/oleObject27.bin"/><Relationship Id="rId14" Type="http://schemas.openxmlformats.org/officeDocument/2006/relationships/image" Target="../media/image56.wmf"/><Relationship Id="rId13" Type="http://schemas.openxmlformats.org/officeDocument/2006/relationships/oleObject" Target="../embeddings/oleObject26.bin"/><Relationship Id="rId12" Type="http://schemas.openxmlformats.org/officeDocument/2006/relationships/image" Target="../media/image55.wmf"/><Relationship Id="rId11" Type="http://schemas.openxmlformats.org/officeDocument/2006/relationships/oleObject" Target="../embeddings/oleObject25.bin"/><Relationship Id="rId10" Type="http://schemas.openxmlformats.org/officeDocument/2006/relationships/image" Target="../media/image54.wmf"/><Relationship Id="rId1" Type="http://schemas.openxmlformats.org/officeDocument/2006/relationships/image" Target="../media/image50.png"/></Relationships>
</file>

<file path=ppt/slides/_rels/slide10.xml.rels><?xml version="1.0" encoding="UTF-8" standalone="yes"?>
<Relationships xmlns="http://schemas.openxmlformats.org/package/2006/relationships"><Relationship Id="rId9" Type="http://schemas.openxmlformats.org/officeDocument/2006/relationships/image" Target="../media/image61.wmf"/><Relationship Id="rId8" Type="http://schemas.openxmlformats.org/officeDocument/2006/relationships/oleObject" Target="../embeddings/oleObject32.bin"/><Relationship Id="rId7" Type="http://schemas.openxmlformats.org/officeDocument/2006/relationships/image" Target="../media/image60.wmf"/><Relationship Id="rId6" Type="http://schemas.openxmlformats.org/officeDocument/2006/relationships/oleObject" Target="../embeddings/oleObject31.bin"/><Relationship Id="rId5" Type="http://schemas.openxmlformats.org/officeDocument/2006/relationships/image" Target="../media/image59.wmf"/><Relationship Id="rId4" Type="http://schemas.openxmlformats.org/officeDocument/2006/relationships/oleObject" Target="../embeddings/oleObject30.bin"/><Relationship Id="rId3" Type="http://schemas.openxmlformats.org/officeDocument/2006/relationships/image" Target="../media/image51.wmf"/><Relationship Id="rId20" Type="http://schemas.openxmlformats.org/officeDocument/2006/relationships/notesSlide" Target="../notesSlides/notesSlide8.xml"/><Relationship Id="rId2" Type="http://schemas.openxmlformats.org/officeDocument/2006/relationships/oleObject" Target="../embeddings/oleObject29.bin"/><Relationship Id="rId19" Type="http://schemas.openxmlformats.org/officeDocument/2006/relationships/vmlDrawing" Target="../drawings/vmlDrawing4.vml"/><Relationship Id="rId18" Type="http://schemas.openxmlformats.org/officeDocument/2006/relationships/slideLayout" Target="../slideLayouts/slideLayout1.xml"/><Relationship Id="rId17" Type="http://schemas.openxmlformats.org/officeDocument/2006/relationships/image" Target="../media/image65.wmf"/><Relationship Id="rId16" Type="http://schemas.openxmlformats.org/officeDocument/2006/relationships/oleObject" Target="../embeddings/oleObject36.bin"/><Relationship Id="rId15" Type="http://schemas.openxmlformats.org/officeDocument/2006/relationships/image" Target="../media/image64.wmf"/><Relationship Id="rId14" Type="http://schemas.openxmlformats.org/officeDocument/2006/relationships/oleObject" Target="../embeddings/oleObject35.bin"/><Relationship Id="rId13" Type="http://schemas.openxmlformats.org/officeDocument/2006/relationships/image" Target="../media/image63.wmf"/><Relationship Id="rId12" Type="http://schemas.openxmlformats.org/officeDocument/2006/relationships/oleObject" Target="../embeddings/oleObject34.bin"/><Relationship Id="rId11" Type="http://schemas.openxmlformats.org/officeDocument/2006/relationships/image" Target="../media/image62.wmf"/><Relationship Id="rId10" Type="http://schemas.openxmlformats.org/officeDocument/2006/relationships/oleObject" Target="../embeddings/oleObject33.bin"/><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9" Type="http://schemas.openxmlformats.org/officeDocument/2006/relationships/image" Target="../media/image67.wmf"/><Relationship Id="rId8" Type="http://schemas.openxmlformats.org/officeDocument/2006/relationships/oleObject" Target="../embeddings/oleObject40.bin"/><Relationship Id="rId7" Type="http://schemas.openxmlformats.org/officeDocument/2006/relationships/image" Target="../media/image66.wmf"/><Relationship Id="rId6" Type="http://schemas.openxmlformats.org/officeDocument/2006/relationships/oleObject" Target="../embeddings/oleObject39.bin"/><Relationship Id="rId5" Type="http://schemas.openxmlformats.org/officeDocument/2006/relationships/image" Target="../media/image59.wmf"/><Relationship Id="rId4" Type="http://schemas.openxmlformats.org/officeDocument/2006/relationships/oleObject" Target="../embeddings/oleObject38.bin"/><Relationship Id="rId3" Type="http://schemas.openxmlformats.org/officeDocument/2006/relationships/image" Target="../media/image51.wmf"/><Relationship Id="rId2" Type="http://schemas.openxmlformats.org/officeDocument/2006/relationships/oleObject" Target="../embeddings/oleObject37.bin"/><Relationship Id="rId19" Type="http://schemas.openxmlformats.org/officeDocument/2006/relationships/vmlDrawing" Target="../drawings/vmlDrawing5.vml"/><Relationship Id="rId18" Type="http://schemas.openxmlformats.org/officeDocument/2006/relationships/slideLayout" Target="../slideLayouts/slideLayout1.xml"/><Relationship Id="rId17" Type="http://schemas.openxmlformats.org/officeDocument/2006/relationships/image" Target="../media/image71.wmf"/><Relationship Id="rId16" Type="http://schemas.openxmlformats.org/officeDocument/2006/relationships/oleObject" Target="../embeddings/oleObject44.bin"/><Relationship Id="rId15" Type="http://schemas.openxmlformats.org/officeDocument/2006/relationships/image" Target="../media/image70.wmf"/><Relationship Id="rId14" Type="http://schemas.openxmlformats.org/officeDocument/2006/relationships/oleObject" Target="../embeddings/oleObject43.bin"/><Relationship Id="rId13" Type="http://schemas.openxmlformats.org/officeDocument/2006/relationships/image" Target="../media/image69.wmf"/><Relationship Id="rId12" Type="http://schemas.openxmlformats.org/officeDocument/2006/relationships/oleObject" Target="../embeddings/oleObject42.bin"/><Relationship Id="rId11" Type="http://schemas.openxmlformats.org/officeDocument/2006/relationships/image" Target="../media/image68.wmf"/><Relationship Id="rId10" Type="http://schemas.openxmlformats.org/officeDocument/2006/relationships/oleObject" Target="../embeddings/oleObject41.bin"/><Relationship Id="rId1" Type="http://schemas.openxmlformats.org/officeDocument/2006/relationships/tags" Target="../tags/tag3.xml"/></Relationships>
</file>

<file path=ppt/slides/_rels/slide12.xml.rels><?xml version="1.0" encoding="UTF-8" standalone="yes"?>
<Relationships xmlns="http://schemas.openxmlformats.org/package/2006/relationships"><Relationship Id="rId9" Type="http://schemas.openxmlformats.org/officeDocument/2006/relationships/image" Target="../media/image75.wmf"/><Relationship Id="rId8" Type="http://schemas.openxmlformats.org/officeDocument/2006/relationships/oleObject" Target="../embeddings/oleObject48.bin"/><Relationship Id="rId7" Type="http://schemas.openxmlformats.org/officeDocument/2006/relationships/image" Target="../media/image74.wmf"/><Relationship Id="rId6" Type="http://schemas.openxmlformats.org/officeDocument/2006/relationships/oleObject" Target="../embeddings/oleObject47.bin"/><Relationship Id="rId5" Type="http://schemas.openxmlformats.org/officeDocument/2006/relationships/image" Target="../media/image73.wmf"/><Relationship Id="rId4" Type="http://schemas.openxmlformats.org/officeDocument/2006/relationships/oleObject" Target="../embeddings/oleObject46.bin"/><Relationship Id="rId3" Type="http://schemas.openxmlformats.org/officeDocument/2006/relationships/image" Target="../media/image72.wmf"/><Relationship Id="rId2" Type="http://schemas.openxmlformats.org/officeDocument/2006/relationships/oleObject" Target="../embeddings/oleObject45.bin"/><Relationship Id="rId17" Type="http://schemas.openxmlformats.org/officeDocument/2006/relationships/notesSlide" Target="../notesSlides/notesSlide9.xml"/><Relationship Id="rId16" Type="http://schemas.openxmlformats.org/officeDocument/2006/relationships/vmlDrawing" Target="../drawings/vmlDrawing6.vml"/><Relationship Id="rId15" Type="http://schemas.openxmlformats.org/officeDocument/2006/relationships/slideLayout" Target="../slideLayouts/slideLayout1.xml"/><Relationship Id="rId14" Type="http://schemas.openxmlformats.org/officeDocument/2006/relationships/image" Target="../media/image78.png"/><Relationship Id="rId13" Type="http://schemas.openxmlformats.org/officeDocument/2006/relationships/image" Target="../media/image77.wmf"/><Relationship Id="rId12" Type="http://schemas.openxmlformats.org/officeDocument/2006/relationships/oleObject" Target="../embeddings/oleObject50.bin"/><Relationship Id="rId11" Type="http://schemas.openxmlformats.org/officeDocument/2006/relationships/image" Target="../media/image76.wmf"/><Relationship Id="rId10" Type="http://schemas.openxmlformats.org/officeDocument/2006/relationships/oleObject" Target="../embeddings/oleObject49.bin"/><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9" Type="http://schemas.openxmlformats.org/officeDocument/2006/relationships/image" Target="../media/image81.wmf"/><Relationship Id="rId8" Type="http://schemas.openxmlformats.org/officeDocument/2006/relationships/oleObject" Target="../embeddings/oleObject54.bin"/><Relationship Id="rId7" Type="http://schemas.openxmlformats.org/officeDocument/2006/relationships/image" Target="../media/image80.wmf"/><Relationship Id="rId6" Type="http://schemas.openxmlformats.org/officeDocument/2006/relationships/oleObject" Target="../embeddings/oleObject53.bin"/><Relationship Id="rId5" Type="http://schemas.openxmlformats.org/officeDocument/2006/relationships/image" Target="../media/image79.wmf"/><Relationship Id="rId4" Type="http://schemas.openxmlformats.org/officeDocument/2006/relationships/oleObject" Target="../embeddings/oleObject52.bin"/><Relationship Id="rId3" Type="http://schemas.openxmlformats.org/officeDocument/2006/relationships/image" Target="../media/image51.wmf"/><Relationship Id="rId28" Type="http://schemas.openxmlformats.org/officeDocument/2006/relationships/notesSlide" Target="../notesSlides/notesSlide10.xml"/><Relationship Id="rId27" Type="http://schemas.openxmlformats.org/officeDocument/2006/relationships/vmlDrawing" Target="../drawings/vmlDrawing7.vml"/><Relationship Id="rId26" Type="http://schemas.openxmlformats.org/officeDocument/2006/relationships/slideLayout" Target="../slideLayouts/slideLayout1.xml"/><Relationship Id="rId25" Type="http://schemas.openxmlformats.org/officeDocument/2006/relationships/image" Target="../media/image88.wmf"/><Relationship Id="rId24" Type="http://schemas.openxmlformats.org/officeDocument/2006/relationships/oleObject" Target="../embeddings/oleObject62.bin"/><Relationship Id="rId23" Type="http://schemas.openxmlformats.org/officeDocument/2006/relationships/image" Target="../media/image87.wmf"/><Relationship Id="rId22" Type="http://schemas.openxmlformats.org/officeDocument/2006/relationships/oleObject" Target="../embeddings/oleObject61.bin"/><Relationship Id="rId21" Type="http://schemas.openxmlformats.org/officeDocument/2006/relationships/image" Target="../media/image86.wmf"/><Relationship Id="rId20" Type="http://schemas.openxmlformats.org/officeDocument/2006/relationships/oleObject" Target="../embeddings/oleObject60.bin"/><Relationship Id="rId2" Type="http://schemas.openxmlformats.org/officeDocument/2006/relationships/oleObject" Target="../embeddings/oleObject51.bin"/><Relationship Id="rId19" Type="http://schemas.openxmlformats.org/officeDocument/2006/relationships/image" Target="../media/image85.wmf"/><Relationship Id="rId18" Type="http://schemas.openxmlformats.org/officeDocument/2006/relationships/oleObject" Target="../embeddings/oleObject59.bin"/><Relationship Id="rId17" Type="http://schemas.openxmlformats.org/officeDocument/2006/relationships/image" Target="../media/image73.wmf"/><Relationship Id="rId16" Type="http://schemas.openxmlformats.org/officeDocument/2006/relationships/oleObject" Target="../embeddings/oleObject58.bin"/><Relationship Id="rId15" Type="http://schemas.openxmlformats.org/officeDocument/2006/relationships/image" Target="../media/image84.wmf"/><Relationship Id="rId14" Type="http://schemas.openxmlformats.org/officeDocument/2006/relationships/oleObject" Target="../embeddings/oleObject57.bin"/><Relationship Id="rId13" Type="http://schemas.openxmlformats.org/officeDocument/2006/relationships/image" Target="../media/image83.wmf"/><Relationship Id="rId12" Type="http://schemas.openxmlformats.org/officeDocument/2006/relationships/oleObject" Target="../embeddings/oleObject56.bin"/><Relationship Id="rId11" Type="http://schemas.openxmlformats.org/officeDocument/2006/relationships/image" Target="../media/image82.wmf"/><Relationship Id="rId10" Type="http://schemas.openxmlformats.org/officeDocument/2006/relationships/oleObject" Target="../embeddings/oleObject55.bin"/><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9" Type="http://schemas.openxmlformats.org/officeDocument/2006/relationships/image" Target="../media/image92.wmf"/><Relationship Id="rId8" Type="http://schemas.openxmlformats.org/officeDocument/2006/relationships/oleObject" Target="../embeddings/oleObject66.bin"/><Relationship Id="rId7" Type="http://schemas.openxmlformats.org/officeDocument/2006/relationships/image" Target="../media/image91.wmf"/><Relationship Id="rId6" Type="http://schemas.openxmlformats.org/officeDocument/2006/relationships/oleObject" Target="../embeddings/oleObject65.bin"/><Relationship Id="rId5" Type="http://schemas.openxmlformats.org/officeDocument/2006/relationships/image" Target="../media/image90.wmf"/><Relationship Id="rId4" Type="http://schemas.openxmlformats.org/officeDocument/2006/relationships/oleObject" Target="../embeddings/oleObject64.bin"/><Relationship Id="rId3" Type="http://schemas.openxmlformats.org/officeDocument/2006/relationships/image" Target="../media/image89.wmf"/><Relationship Id="rId2" Type="http://schemas.openxmlformats.org/officeDocument/2006/relationships/oleObject" Target="../embeddings/oleObject63.bin"/><Relationship Id="rId16" Type="http://schemas.openxmlformats.org/officeDocument/2006/relationships/vmlDrawing" Target="../drawings/vmlDrawing8.vml"/><Relationship Id="rId15" Type="http://schemas.openxmlformats.org/officeDocument/2006/relationships/slideLayout" Target="../slideLayouts/slideLayout1.xml"/><Relationship Id="rId14" Type="http://schemas.openxmlformats.org/officeDocument/2006/relationships/image" Target="../media/image95.wmf"/><Relationship Id="rId13" Type="http://schemas.openxmlformats.org/officeDocument/2006/relationships/oleObject" Target="../embeddings/oleObject68.bin"/><Relationship Id="rId12" Type="http://schemas.openxmlformats.org/officeDocument/2006/relationships/image" Target="../media/image94.png"/><Relationship Id="rId11" Type="http://schemas.openxmlformats.org/officeDocument/2006/relationships/image" Target="../media/image93.wmf"/><Relationship Id="rId10" Type="http://schemas.openxmlformats.org/officeDocument/2006/relationships/oleObject" Target="../embeddings/oleObject67.bin"/><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oleObject" Target="../embeddings/oleObject72.bin"/><Relationship Id="rId7" Type="http://schemas.openxmlformats.org/officeDocument/2006/relationships/image" Target="../media/image98.wmf"/><Relationship Id="rId6" Type="http://schemas.openxmlformats.org/officeDocument/2006/relationships/oleObject" Target="../embeddings/oleObject71.bin"/><Relationship Id="rId5" Type="http://schemas.openxmlformats.org/officeDocument/2006/relationships/image" Target="../media/image97.wmf"/><Relationship Id="rId4" Type="http://schemas.openxmlformats.org/officeDocument/2006/relationships/oleObject" Target="../embeddings/oleObject70.bin"/><Relationship Id="rId3" Type="http://schemas.openxmlformats.org/officeDocument/2006/relationships/image" Target="../media/image96.wmf"/><Relationship Id="rId27" Type="http://schemas.openxmlformats.org/officeDocument/2006/relationships/vmlDrawing" Target="../drawings/vmlDrawing9.vml"/><Relationship Id="rId26" Type="http://schemas.openxmlformats.org/officeDocument/2006/relationships/slideLayout" Target="../slideLayouts/slideLayout1.xml"/><Relationship Id="rId25" Type="http://schemas.openxmlformats.org/officeDocument/2006/relationships/image" Target="../media/image104.wmf"/><Relationship Id="rId24" Type="http://schemas.openxmlformats.org/officeDocument/2006/relationships/oleObject" Target="../embeddings/oleObject80.bin"/><Relationship Id="rId23" Type="http://schemas.openxmlformats.org/officeDocument/2006/relationships/image" Target="../media/image90.wmf"/><Relationship Id="rId22" Type="http://schemas.openxmlformats.org/officeDocument/2006/relationships/oleObject" Target="../embeddings/oleObject79.bin"/><Relationship Id="rId21" Type="http://schemas.openxmlformats.org/officeDocument/2006/relationships/image" Target="../media/image89.wmf"/><Relationship Id="rId20" Type="http://schemas.openxmlformats.org/officeDocument/2006/relationships/oleObject" Target="../embeddings/oleObject78.bin"/><Relationship Id="rId2" Type="http://schemas.openxmlformats.org/officeDocument/2006/relationships/oleObject" Target="../embeddings/oleObject69.bin"/><Relationship Id="rId19" Type="http://schemas.openxmlformats.org/officeDocument/2006/relationships/image" Target="../media/image103.wmf"/><Relationship Id="rId18" Type="http://schemas.openxmlformats.org/officeDocument/2006/relationships/oleObject" Target="../embeddings/oleObject77.bin"/><Relationship Id="rId17" Type="http://schemas.openxmlformats.org/officeDocument/2006/relationships/image" Target="../media/image102.wmf"/><Relationship Id="rId16" Type="http://schemas.openxmlformats.org/officeDocument/2006/relationships/oleObject" Target="../embeddings/oleObject76.bin"/><Relationship Id="rId15" Type="http://schemas.openxmlformats.org/officeDocument/2006/relationships/image" Target="../media/image101.wmf"/><Relationship Id="rId14" Type="http://schemas.openxmlformats.org/officeDocument/2006/relationships/oleObject" Target="../embeddings/oleObject75.bin"/><Relationship Id="rId13" Type="http://schemas.openxmlformats.org/officeDocument/2006/relationships/image" Target="../media/image100.wmf"/><Relationship Id="rId12" Type="http://schemas.openxmlformats.org/officeDocument/2006/relationships/oleObject" Target="../embeddings/oleObject74.bin"/><Relationship Id="rId11" Type="http://schemas.openxmlformats.org/officeDocument/2006/relationships/image" Target="../media/image85.wmf"/><Relationship Id="rId10" Type="http://schemas.openxmlformats.org/officeDocument/2006/relationships/oleObject" Target="../embeddings/oleObject73.bin"/><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vmlDrawing" Target="../drawings/vmlDrawing10.vml"/><Relationship Id="rId7" Type="http://schemas.openxmlformats.org/officeDocument/2006/relationships/slideLayout" Target="../slideLayouts/slideLayout1.xml"/><Relationship Id="rId6" Type="http://schemas.openxmlformats.org/officeDocument/2006/relationships/image" Target="../media/image107.wmf"/><Relationship Id="rId5" Type="http://schemas.openxmlformats.org/officeDocument/2006/relationships/oleObject" Target="../embeddings/oleObject83.bin"/><Relationship Id="rId4" Type="http://schemas.openxmlformats.org/officeDocument/2006/relationships/image" Target="../media/image106.wmf"/><Relationship Id="rId3" Type="http://schemas.openxmlformats.org/officeDocument/2006/relationships/oleObject" Target="../embeddings/oleObject82.bin"/><Relationship Id="rId2" Type="http://schemas.openxmlformats.org/officeDocument/2006/relationships/image" Target="../media/image105.wmf"/><Relationship Id="rId1" Type="http://schemas.openxmlformats.org/officeDocument/2006/relationships/oleObject" Target="../embeddings/oleObject8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9" Type="http://schemas.openxmlformats.org/officeDocument/2006/relationships/image" Target="../media/image113.wmf"/><Relationship Id="rId8" Type="http://schemas.openxmlformats.org/officeDocument/2006/relationships/oleObject" Target="../embeddings/oleObject86.bin"/><Relationship Id="rId7" Type="http://schemas.openxmlformats.org/officeDocument/2006/relationships/image" Target="../media/image112.wmf"/><Relationship Id="rId6" Type="http://schemas.openxmlformats.org/officeDocument/2006/relationships/oleObject" Target="../embeddings/oleObject85.bin"/><Relationship Id="rId5" Type="http://schemas.openxmlformats.org/officeDocument/2006/relationships/image" Target="../media/image111.wmf"/><Relationship Id="rId4" Type="http://schemas.openxmlformats.org/officeDocument/2006/relationships/oleObject" Target="../embeddings/oleObject84.bin"/><Relationship Id="rId3" Type="http://schemas.openxmlformats.org/officeDocument/2006/relationships/image" Target="../media/image110.png"/><Relationship Id="rId27" Type="http://schemas.openxmlformats.org/officeDocument/2006/relationships/notesSlide" Target="../notesSlides/notesSlide12.xml"/><Relationship Id="rId26" Type="http://schemas.openxmlformats.org/officeDocument/2006/relationships/vmlDrawing" Target="../drawings/vmlDrawing11.vml"/><Relationship Id="rId25" Type="http://schemas.openxmlformats.org/officeDocument/2006/relationships/slideLayout" Target="../slideLayouts/slideLayout1.xml"/><Relationship Id="rId24" Type="http://schemas.openxmlformats.org/officeDocument/2006/relationships/image" Target="../media/image121.webp"/><Relationship Id="rId23" Type="http://schemas.openxmlformats.org/officeDocument/2006/relationships/image" Target="../media/image120.wmf"/><Relationship Id="rId22" Type="http://schemas.openxmlformats.org/officeDocument/2006/relationships/oleObject" Target="../embeddings/oleObject93.bin"/><Relationship Id="rId21" Type="http://schemas.openxmlformats.org/officeDocument/2006/relationships/image" Target="../media/image119.wmf"/><Relationship Id="rId20" Type="http://schemas.openxmlformats.org/officeDocument/2006/relationships/oleObject" Target="../embeddings/oleObject92.bin"/><Relationship Id="rId2" Type="http://schemas.openxmlformats.org/officeDocument/2006/relationships/image" Target="../media/image109.png"/><Relationship Id="rId19" Type="http://schemas.openxmlformats.org/officeDocument/2006/relationships/image" Target="../media/image118.wmf"/><Relationship Id="rId18" Type="http://schemas.openxmlformats.org/officeDocument/2006/relationships/oleObject" Target="../embeddings/oleObject91.bin"/><Relationship Id="rId17" Type="http://schemas.openxmlformats.org/officeDocument/2006/relationships/image" Target="../media/image117.wmf"/><Relationship Id="rId16" Type="http://schemas.openxmlformats.org/officeDocument/2006/relationships/oleObject" Target="../embeddings/oleObject90.bin"/><Relationship Id="rId15" Type="http://schemas.openxmlformats.org/officeDocument/2006/relationships/image" Target="../media/image116.wmf"/><Relationship Id="rId14" Type="http://schemas.openxmlformats.org/officeDocument/2006/relationships/oleObject" Target="../embeddings/oleObject89.bin"/><Relationship Id="rId13" Type="http://schemas.openxmlformats.org/officeDocument/2006/relationships/image" Target="../media/image115.wmf"/><Relationship Id="rId12" Type="http://schemas.openxmlformats.org/officeDocument/2006/relationships/oleObject" Target="../embeddings/oleObject88.bin"/><Relationship Id="rId11" Type="http://schemas.openxmlformats.org/officeDocument/2006/relationships/image" Target="../media/image114.wmf"/><Relationship Id="rId10" Type="http://schemas.openxmlformats.org/officeDocument/2006/relationships/oleObject" Target="../embeddings/oleObject87.bin"/><Relationship Id="rId1" Type="http://schemas.openxmlformats.org/officeDocument/2006/relationships/image" Target="../media/image108.png"/></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127.png"/><Relationship Id="rId7" Type="http://schemas.openxmlformats.org/officeDocument/2006/relationships/image" Target="../media/image126.wmf"/><Relationship Id="rId6" Type="http://schemas.openxmlformats.org/officeDocument/2006/relationships/oleObject" Target="../embeddings/oleObject95.bin"/><Relationship Id="rId5" Type="http://schemas.openxmlformats.org/officeDocument/2006/relationships/image" Target="../media/image125.png"/><Relationship Id="rId4" Type="http://schemas.openxmlformats.org/officeDocument/2006/relationships/image" Target="../media/image124.png"/><Relationship Id="rId3" Type="http://schemas.openxmlformats.org/officeDocument/2006/relationships/image" Target="../media/image123.wmf"/><Relationship Id="rId2" Type="http://schemas.openxmlformats.org/officeDocument/2006/relationships/oleObject" Target="../embeddings/oleObject94.bin"/><Relationship Id="rId14" Type="http://schemas.openxmlformats.org/officeDocument/2006/relationships/notesSlide" Target="../notesSlides/notesSlide13.xml"/><Relationship Id="rId13" Type="http://schemas.openxmlformats.org/officeDocument/2006/relationships/vmlDrawing" Target="../drawings/vmlDrawing12.vml"/><Relationship Id="rId12" Type="http://schemas.openxmlformats.org/officeDocument/2006/relationships/slideLayout" Target="../slideLayouts/slideLayout1.xml"/><Relationship Id="rId11" Type="http://schemas.openxmlformats.org/officeDocument/2006/relationships/image" Target="../media/image129.png"/><Relationship Id="rId10" Type="http://schemas.openxmlformats.org/officeDocument/2006/relationships/image" Target="../media/image128.wmf"/><Relationship Id="rId1" Type="http://schemas.openxmlformats.org/officeDocument/2006/relationships/image" Target="../media/image122.png"/></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vmlDrawing" Target="../drawings/vmlDrawing13.vml"/><Relationship Id="rId7" Type="http://schemas.openxmlformats.org/officeDocument/2006/relationships/slideLayout" Target="../slideLayouts/slideLayout2.xml"/><Relationship Id="rId6" Type="http://schemas.openxmlformats.org/officeDocument/2006/relationships/image" Target="../media/image133.wmf"/><Relationship Id="rId5" Type="http://schemas.openxmlformats.org/officeDocument/2006/relationships/oleObject" Target="../embeddings/oleObject98.bin"/><Relationship Id="rId4" Type="http://schemas.openxmlformats.org/officeDocument/2006/relationships/image" Target="../media/image132.png"/><Relationship Id="rId3" Type="http://schemas.openxmlformats.org/officeDocument/2006/relationships/image" Target="../media/image131.png"/><Relationship Id="rId2" Type="http://schemas.openxmlformats.org/officeDocument/2006/relationships/image" Target="../media/image130.wmf"/><Relationship Id="rId1" Type="http://schemas.openxmlformats.org/officeDocument/2006/relationships/oleObject" Target="../embeddings/oleObject97.bin"/></Relationships>
</file>

<file path=ppt/slides/_rels/slide21.xml.rels><?xml version="1.0" encoding="UTF-8" standalone="yes"?>
<Relationships xmlns="http://schemas.openxmlformats.org/package/2006/relationships"><Relationship Id="rId9" Type="http://schemas.openxmlformats.org/officeDocument/2006/relationships/image" Target="../media/image138.png"/><Relationship Id="rId8" Type="http://schemas.openxmlformats.org/officeDocument/2006/relationships/image" Target="../media/image137.wmf"/><Relationship Id="rId7" Type="http://schemas.openxmlformats.org/officeDocument/2006/relationships/oleObject" Target="../embeddings/oleObject102.bin"/><Relationship Id="rId6" Type="http://schemas.openxmlformats.org/officeDocument/2006/relationships/image" Target="../media/image136.wmf"/><Relationship Id="rId5" Type="http://schemas.openxmlformats.org/officeDocument/2006/relationships/oleObject" Target="../embeddings/oleObject101.bin"/><Relationship Id="rId4" Type="http://schemas.openxmlformats.org/officeDocument/2006/relationships/image" Target="../media/image135.wmf"/><Relationship Id="rId3" Type="http://schemas.openxmlformats.org/officeDocument/2006/relationships/oleObject" Target="../embeddings/oleObject100.bin"/><Relationship Id="rId2" Type="http://schemas.openxmlformats.org/officeDocument/2006/relationships/image" Target="../media/image134.wmf"/><Relationship Id="rId14" Type="http://schemas.openxmlformats.org/officeDocument/2006/relationships/notesSlide" Target="../notesSlides/notesSlide15.xml"/><Relationship Id="rId13" Type="http://schemas.openxmlformats.org/officeDocument/2006/relationships/vmlDrawing" Target="../drawings/vmlDrawing14.vml"/><Relationship Id="rId12" Type="http://schemas.openxmlformats.org/officeDocument/2006/relationships/slideLayout" Target="../slideLayouts/slideLayout1.xml"/><Relationship Id="rId11" Type="http://schemas.openxmlformats.org/officeDocument/2006/relationships/image" Target="../media/image140.png"/><Relationship Id="rId10" Type="http://schemas.openxmlformats.org/officeDocument/2006/relationships/image" Target="../media/image139.png"/><Relationship Id="rId1" Type="http://schemas.openxmlformats.org/officeDocument/2006/relationships/oleObject" Target="../embeddings/oleObject99.bin"/></Relationships>
</file>

<file path=ppt/slides/_rels/slide22.xml.rels><?xml version="1.0" encoding="UTF-8" standalone="yes"?>
<Relationships xmlns="http://schemas.openxmlformats.org/package/2006/relationships"><Relationship Id="rId9" Type="http://schemas.openxmlformats.org/officeDocument/2006/relationships/image" Target="../media/image144.wmf"/><Relationship Id="rId8" Type="http://schemas.openxmlformats.org/officeDocument/2006/relationships/oleObject" Target="../embeddings/oleObject106.bin"/><Relationship Id="rId7" Type="http://schemas.openxmlformats.org/officeDocument/2006/relationships/image" Target="../media/image143.wmf"/><Relationship Id="rId6" Type="http://schemas.openxmlformats.org/officeDocument/2006/relationships/oleObject" Target="../embeddings/oleObject105.bin"/><Relationship Id="rId5" Type="http://schemas.openxmlformats.org/officeDocument/2006/relationships/image" Target="../media/image142.wmf"/><Relationship Id="rId4" Type="http://schemas.openxmlformats.org/officeDocument/2006/relationships/oleObject" Target="../embeddings/oleObject104.bin"/><Relationship Id="rId38" Type="http://schemas.openxmlformats.org/officeDocument/2006/relationships/notesSlide" Target="../notesSlides/notesSlide16.xml"/><Relationship Id="rId37" Type="http://schemas.openxmlformats.org/officeDocument/2006/relationships/vmlDrawing" Target="../drawings/vmlDrawing15.vml"/><Relationship Id="rId36" Type="http://schemas.openxmlformats.org/officeDocument/2006/relationships/slideLayout" Target="../slideLayouts/slideLayout2.xml"/><Relationship Id="rId35" Type="http://schemas.openxmlformats.org/officeDocument/2006/relationships/image" Target="../media/image157.wmf"/><Relationship Id="rId34" Type="http://schemas.openxmlformats.org/officeDocument/2006/relationships/oleObject" Target="../embeddings/oleObject119.bin"/><Relationship Id="rId33" Type="http://schemas.openxmlformats.org/officeDocument/2006/relationships/image" Target="../media/image156.wmf"/><Relationship Id="rId32" Type="http://schemas.openxmlformats.org/officeDocument/2006/relationships/oleObject" Target="../embeddings/oleObject118.bin"/><Relationship Id="rId31" Type="http://schemas.openxmlformats.org/officeDocument/2006/relationships/image" Target="../media/image155.wmf"/><Relationship Id="rId30" Type="http://schemas.openxmlformats.org/officeDocument/2006/relationships/oleObject" Target="../embeddings/oleObject117.bin"/><Relationship Id="rId3" Type="http://schemas.openxmlformats.org/officeDocument/2006/relationships/image" Target="../media/image141.wmf"/><Relationship Id="rId29" Type="http://schemas.openxmlformats.org/officeDocument/2006/relationships/image" Target="../media/image154.wmf"/><Relationship Id="rId28" Type="http://schemas.openxmlformats.org/officeDocument/2006/relationships/oleObject" Target="../embeddings/oleObject116.bin"/><Relationship Id="rId27" Type="http://schemas.openxmlformats.org/officeDocument/2006/relationships/image" Target="../media/image153.wmf"/><Relationship Id="rId26" Type="http://schemas.openxmlformats.org/officeDocument/2006/relationships/oleObject" Target="../embeddings/oleObject115.bin"/><Relationship Id="rId25" Type="http://schemas.openxmlformats.org/officeDocument/2006/relationships/image" Target="../media/image152.wmf"/><Relationship Id="rId24" Type="http://schemas.openxmlformats.org/officeDocument/2006/relationships/oleObject" Target="../embeddings/oleObject114.bin"/><Relationship Id="rId23" Type="http://schemas.openxmlformats.org/officeDocument/2006/relationships/image" Target="../media/image151.wmf"/><Relationship Id="rId22" Type="http://schemas.openxmlformats.org/officeDocument/2006/relationships/oleObject" Target="../embeddings/oleObject113.bin"/><Relationship Id="rId21" Type="http://schemas.openxmlformats.org/officeDocument/2006/relationships/image" Target="../media/image150.wmf"/><Relationship Id="rId20" Type="http://schemas.openxmlformats.org/officeDocument/2006/relationships/oleObject" Target="../embeddings/oleObject112.bin"/><Relationship Id="rId2" Type="http://schemas.openxmlformats.org/officeDocument/2006/relationships/oleObject" Target="../embeddings/oleObject103.bin"/><Relationship Id="rId19" Type="http://schemas.openxmlformats.org/officeDocument/2006/relationships/image" Target="../media/image149.wmf"/><Relationship Id="rId18" Type="http://schemas.openxmlformats.org/officeDocument/2006/relationships/oleObject" Target="../embeddings/oleObject111.bin"/><Relationship Id="rId17" Type="http://schemas.openxmlformats.org/officeDocument/2006/relationships/image" Target="../media/image148.wmf"/><Relationship Id="rId16" Type="http://schemas.openxmlformats.org/officeDocument/2006/relationships/oleObject" Target="../embeddings/oleObject110.bin"/><Relationship Id="rId15" Type="http://schemas.openxmlformats.org/officeDocument/2006/relationships/image" Target="../media/image147.wmf"/><Relationship Id="rId14" Type="http://schemas.openxmlformats.org/officeDocument/2006/relationships/oleObject" Target="../embeddings/oleObject109.bin"/><Relationship Id="rId13" Type="http://schemas.openxmlformats.org/officeDocument/2006/relationships/image" Target="../media/image146.wmf"/><Relationship Id="rId12" Type="http://schemas.openxmlformats.org/officeDocument/2006/relationships/oleObject" Target="../embeddings/oleObject108.bin"/><Relationship Id="rId11" Type="http://schemas.openxmlformats.org/officeDocument/2006/relationships/image" Target="../media/image145.wmf"/><Relationship Id="rId10" Type="http://schemas.openxmlformats.org/officeDocument/2006/relationships/oleObject" Target="../embeddings/oleObject107.bin"/><Relationship Id="rId1" Type="http://schemas.openxmlformats.org/officeDocument/2006/relationships/image" Target="../media/image108.png"/></Relationships>
</file>

<file path=ppt/slides/_rels/slide23.xml.rels><?xml version="1.0" encoding="UTF-8" standalone="yes"?>
<Relationships xmlns="http://schemas.openxmlformats.org/package/2006/relationships"><Relationship Id="rId9" Type="http://schemas.openxmlformats.org/officeDocument/2006/relationships/image" Target="../media/image165.png"/><Relationship Id="rId8" Type="http://schemas.openxmlformats.org/officeDocument/2006/relationships/image" Target="../media/image164.png"/><Relationship Id="rId7" Type="http://schemas.openxmlformats.org/officeDocument/2006/relationships/image" Target="../media/image163.png"/><Relationship Id="rId6" Type="http://schemas.openxmlformats.org/officeDocument/2006/relationships/image" Target="../media/image162.png"/><Relationship Id="rId5" Type="http://schemas.openxmlformats.org/officeDocument/2006/relationships/image" Target="../media/image161.wmf"/><Relationship Id="rId4" Type="http://schemas.openxmlformats.org/officeDocument/2006/relationships/oleObject" Target="../embeddings/oleObject120.bin"/><Relationship Id="rId3" Type="http://schemas.openxmlformats.org/officeDocument/2006/relationships/image" Target="../media/image160.png"/><Relationship Id="rId2" Type="http://schemas.openxmlformats.org/officeDocument/2006/relationships/image" Target="../media/image159.png"/><Relationship Id="rId13" Type="http://schemas.openxmlformats.org/officeDocument/2006/relationships/notesSlide" Target="../notesSlides/notesSlide17.xml"/><Relationship Id="rId12" Type="http://schemas.openxmlformats.org/officeDocument/2006/relationships/vmlDrawing" Target="../drawings/vmlDrawing16.vml"/><Relationship Id="rId11" Type="http://schemas.openxmlformats.org/officeDocument/2006/relationships/slideLayout" Target="../slideLayouts/slideLayout1.xml"/><Relationship Id="rId10" Type="http://schemas.openxmlformats.org/officeDocument/2006/relationships/image" Target="../media/image166.png"/><Relationship Id="rId1" Type="http://schemas.openxmlformats.org/officeDocument/2006/relationships/image" Target="../media/image158.png"/></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25.bin"/><Relationship Id="rId8" Type="http://schemas.openxmlformats.org/officeDocument/2006/relationships/image" Target="../media/image170.wmf"/><Relationship Id="rId7" Type="http://schemas.openxmlformats.org/officeDocument/2006/relationships/oleObject" Target="../embeddings/oleObject124.bin"/><Relationship Id="rId6" Type="http://schemas.openxmlformats.org/officeDocument/2006/relationships/image" Target="../media/image169.wmf"/><Relationship Id="rId5" Type="http://schemas.openxmlformats.org/officeDocument/2006/relationships/oleObject" Target="../embeddings/oleObject123.bin"/><Relationship Id="rId4" Type="http://schemas.openxmlformats.org/officeDocument/2006/relationships/image" Target="../media/image168.wmf"/><Relationship Id="rId3" Type="http://schemas.openxmlformats.org/officeDocument/2006/relationships/oleObject" Target="../embeddings/oleObject122.bin"/><Relationship Id="rId26" Type="http://schemas.openxmlformats.org/officeDocument/2006/relationships/notesSlide" Target="../notesSlides/notesSlide18.xml"/><Relationship Id="rId25" Type="http://schemas.openxmlformats.org/officeDocument/2006/relationships/vmlDrawing" Target="../drawings/vmlDrawing17.vml"/><Relationship Id="rId24" Type="http://schemas.openxmlformats.org/officeDocument/2006/relationships/slideLayout" Target="../slideLayouts/slideLayout1.xml"/><Relationship Id="rId23" Type="http://schemas.openxmlformats.org/officeDocument/2006/relationships/image" Target="../media/image177.wmf"/><Relationship Id="rId22" Type="http://schemas.openxmlformats.org/officeDocument/2006/relationships/oleObject" Target="../embeddings/oleObject132.bin"/><Relationship Id="rId21" Type="http://schemas.openxmlformats.org/officeDocument/2006/relationships/image" Target="../media/image176.wmf"/><Relationship Id="rId20" Type="http://schemas.openxmlformats.org/officeDocument/2006/relationships/oleObject" Target="../embeddings/oleObject131.bin"/><Relationship Id="rId2" Type="http://schemas.openxmlformats.org/officeDocument/2006/relationships/image" Target="../media/image167.wmf"/><Relationship Id="rId19" Type="http://schemas.openxmlformats.org/officeDocument/2006/relationships/image" Target="../media/image175.wmf"/><Relationship Id="rId18" Type="http://schemas.openxmlformats.org/officeDocument/2006/relationships/oleObject" Target="../embeddings/oleObject130.bin"/><Relationship Id="rId17" Type="http://schemas.openxmlformats.org/officeDocument/2006/relationships/image" Target="../media/image174.wmf"/><Relationship Id="rId16" Type="http://schemas.openxmlformats.org/officeDocument/2006/relationships/oleObject" Target="../embeddings/oleObject129.bin"/><Relationship Id="rId15" Type="http://schemas.openxmlformats.org/officeDocument/2006/relationships/image" Target="../media/image173.wmf"/><Relationship Id="rId14" Type="http://schemas.openxmlformats.org/officeDocument/2006/relationships/oleObject" Target="../embeddings/oleObject128.bin"/><Relationship Id="rId13" Type="http://schemas.openxmlformats.org/officeDocument/2006/relationships/oleObject" Target="../embeddings/oleObject127.bin"/><Relationship Id="rId12" Type="http://schemas.openxmlformats.org/officeDocument/2006/relationships/image" Target="../media/image172.wmf"/><Relationship Id="rId11" Type="http://schemas.openxmlformats.org/officeDocument/2006/relationships/oleObject" Target="../embeddings/oleObject126.bin"/><Relationship Id="rId10" Type="http://schemas.openxmlformats.org/officeDocument/2006/relationships/image" Target="../media/image171.wmf"/><Relationship Id="rId1" Type="http://schemas.openxmlformats.org/officeDocument/2006/relationships/oleObject" Target="../embeddings/oleObject121.bin"/></Relationships>
</file>

<file path=ppt/slides/_rels/slide25.xml.rels><?xml version="1.0" encoding="UTF-8" standalone="yes"?>
<Relationships xmlns="http://schemas.openxmlformats.org/package/2006/relationships"><Relationship Id="rId9" Type="http://schemas.openxmlformats.org/officeDocument/2006/relationships/image" Target="../media/image182.wmf"/><Relationship Id="rId8" Type="http://schemas.openxmlformats.org/officeDocument/2006/relationships/oleObject" Target="../embeddings/oleObject136.bin"/><Relationship Id="rId7" Type="http://schemas.openxmlformats.org/officeDocument/2006/relationships/image" Target="../media/image181.wmf"/><Relationship Id="rId6" Type="http://schemas.openxmlformats.org/officeDocument/2006/relationships/oleObject" Target="../embeddings/oleObject135.bin"/><Relationship Id="rId5" Type="http://schemas.openxmlformats.org/officeDocument/2006/relationships/image" Target="../media/image180.wmf"/><Relationship Id="rId4" Type="http://schemas.openxmlformats.org/officeDocument/2006/relationships/oleObject" Target="../embeddings/oleObject134.bin"/><Relationship Id="rId3" Type="http://schemas.openxmlformats.org/officeDocument/2006/relationships/image" Target="../media/image179.wmf"/><Relationship Id="rId24" Type="http://schemas.openxmlformats.org/officeDocument/2006/relationships/notesSlide" Target="../notesSlides/notesSlide19.xml"/><Relationship Id="rId23" Type="http://schemas.openxmlformats.org/officeDocument/2006/relationships/vmlDrawing" Target="../drawings/vmlDrawing18.vml"/><Relationship Id="rId22" Type="http://schemas.openxmlformats.org/officeDocument/2006/relationships/slideLayout" Target="../slideLayouts/slideLayout1.xml"/><Relationship Id="rId21" Type="http://schemas.openxmlformats.org/officeDocument/2006/relationships/image" Target="../media/image188.wmf"/><Relationship Id="rId20" Type="http://schemas.openxmlformats.org/officeDocument/2006/relationships/oleObject" Target="../embeddings/oleObject142.bin"/><Relationship Id="rId2" Type="http://schemas.openxmlformats.org/officeDocument/2006/relationships/oleObject" Target="../embeddings/oleObject133.bin"/><Relationship Id="rId19" Type="http://schemas.openxmlformats.org/officeDocument/2006/relationships/image" Target="../media/image187.wmf"/><Relationship Id="rId18" Type="http://schemas.openxmlformats.org/officeDocument/2006/relationships/oleObject" Target="../embeddings/oleObject141.bin"/><Relationship Id="rId17" Type="http://schemas.openxmlformats.org/officeDocument/2006/relationships/image" Target="../media/image186.wmf"/><Relationship Id="rId16" Type="http://schemas.openxmlformats.org/officeDocument/2006/relationships/oleObject" Target="../embeddings/oleObject140.bin"/><Relationship Id="rId15" Type="http://schemas.openxmlformats.org/officeDocument/2006/relationships/image" Target="../media/image185.wmf"/><Relationship Id="rId14" Type="http://schemas.openxmlformats.org/officeDocument/2006/relationships/oleObject" Target="../embeddings/oleObject139.bin"/><Relationship Id="rId13" Type="http://schemas.openxmlformats.org/officeDocument/2006/relationships/image" Target="../media/image184.wmf"/><Relationship Id="rId12" Type="http://schemas.openxmlformats.org/officeDocument/2006/relationships/oleObject" Target="../embeddings/oleObject138.bin"/><Relationship Id="rId11" Type="http://schemas.openxmlformats.org/officeDocument/2006/relationships/image" Target="../media/image183.wmf"/><Relationship Id="rId10" Type="http://schemas.openxmlformats.org/officeDocument/2006/relationships/oleObject" Target="../embeddings/oleObject137.bin"/><Relationship Id="rId1" Type="http://schemas.openxmlformats.org/officeDocument/2006/relationships/image" Target="../media/image178.png"/></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93.png"/><Relationship Id="rId7" Type="http://schemas.openxmlformats.org/officeDocument/2006/relationships/image" Target="../media/image192.wmf"/><Relationship Id="rId6" Type="http://schemas.openxmlformats.org/officeDocument/2006/relationships/oleObject" Target="../embeddings/oleObject145.bin"/><Relationship Id="rId5" Type="http://schemas.openxmlformats.org/officeDocument/2006/relationships/image" Target="../media/image191.wmf"/><Relationship Id="rId4" Type="http://schemas.openxmlformats.org/officeDocument/2006/relationships/oleObject" Target="../embeddings/oleObject144.bin"/><Relationship Id="rId3" Type="http://schemas.openxmlformats.org/officeDocument/2006/relationships/image" Target="../media/image190.wmf"/><Relationship Id="rId2" Type="http://schemas.openxmlformats.org/officeDocument/2006/relationships/oleObject" Target="../embeddings/oleObject143.bin"/><Relationship Id="rId11" Type="http://schemas.openxmlformats.org/officeDocument/2006/relationships/notesSlide" Target="../notesSlides/notesSlide20.xml"/><Relationship Id="rId10" Type="http://schemas.openxmlformats.org/officeDocument/2006/relationships/vmlDrawing" Target="../drawings/vmlDrawing19.vml"/><Relationship Id="rId1" Type="http://schemas.openxmlformats.org/officeDocument/2006/relationships/image" Target="../media/image189.png"/></Relationships>
</file>

<file path=ppt/slides/_rels/slide27.xml.rels><?xml version="1.0" encoding="UTF-8" standalone="yes"?>
<Relationships xmlns="http://schemas.openxmlformats.org/package/2006/relationships"><Relationship Id="rId9" Type="http://schemas.openxmlformats.org/officeDocument/2006/relationships/image" Target="../media/image197.wmf"/><Relationship Id="rId8" Type="http://schemas.openxmlformats.org/officeDocument/2006/relationships/oleObject" Target="../embeddings/oleObject149.bin"/><Relationship Id="rId72" Type="http://schemas.openxmlformats.org/officeDocument/2006/relationships/notesSlide" Target="../notesSlides/notesSlide21.xml"/><Relationship Id="rId71" Type="http://schemas.openxmlformats.org/officeDocument/2006/relationships/vmlDrawing" Target="../drawings/vmlDrawing20.vml"/><Relationship Id="rId70" Type="http://schemas.openxmlformats.org/officeDocument/2006/relationships/slideLayout" Target="../slideLayouts/slideLayout1.xml"/><Relationship Id="rId7" Type="http://schemas.openxmlformats.org/officeDocument/2006/relationships/image" Target="../media/image196.wmf"/><Relationship Id="rId69" Type="http://schemas.openxmlformats.org/officeDocument/2006/relationships/image" Target="../media/image217.wmf"/><Relationship Id="rId68" Type="http://schemas.openxmlformats.org/officeDocument/2006/relationships/oleObject" Target="../embeddings/oleObject184.bin"/><Relationship Id="rId67" Type="http://schemas.openxmlformats.org/officeDocument/2006/relationships/image" Target="../media/image216.wmf"/><Relationship Id="rId66" Type="http://schemas.openxmlformats.org/officeDocument/2006/relationships/oleObject" Target="../embeddings/oleObject183.bin"/><Relationship Id="rId65" Type="http://schemas.openxmlformats.org/officeDocument/2006/relationships/image" Target="../media/image215.wmf"/><Relationship Id="rId64" Type="http://schemas.openxmlformats.org/officeDocument/2006/relationships/oleObject" Target="../embeddings/oleObject182.bin"/><Relationship Id="rId63" Type="http://schemas.openxmlformats.org/officeDocument/2006/relationships/oleObject" Target="../embeddings/oleObject181.bin"/><Relationship Id="rId62" Type="http://schemas.openxmlformats.org/officeDocument/2006/relationships/oleObject" Target="../embeddings/oleObject180.bin"/><Relationship Id="rId61" Type="http://schemas.openxmlformats.org/officeDocument/2006/relationships/image" Target="../media/image214.wmf"/><Relationship Id="rId60" Type="http://schemas.openxmlformats.org/officeDocument/2006/relationships/oleObject" Target="../embeddings/oleObject179.bin"/><Relationship Id="rId6" Type="http://schemas.openxmlformats.org/officeDocument/2006/relationships/oleObject" Target="../embeddings/oleObject148.bin"/><Relationship Id="rId59" Type="http://schemas.openxmlformats.org/officeDocument/2006/relationships/image" Target="../media/image213.wmf"/><Relationship Id="rId58" Type="http://schemas.openxmlformats.org/officeDocument/2006/relationships/oleObject" Target="../embeddings/oleObject178.bin"/><Relationship Id="rId57" Type="http://schemas.openxmlformats.org/officeDocument/2006/relationships/oleObject" Target="../embeddings/oleObject177.bin"/><Relationship Id="rId56" Type="http://schemas.openxmlformats.org/officeDocument/2006/relationships/oleObject" Target="../embeddings/oleObject176.bin"/><Relationship Id="rId55" Type="http://schemas.openxmlformats.org/officeDocument/2006/relationships/oleObject" Target="../embeddings/oleObject175.bin"/><Relationship Id="rId54" Type="http://schemas.openxmlformats.org/officeDocument/2006/relationships/image" Target="../media/image212.wmf"/><Relationship Id="rId53" Type="http://schemas.openxmlformats.org/officeDocument/2006/relationships/oleObject" Target="../embeddings/oleObject174.bin"/><Relationship Id="rId52" Type="http://schemas.openxmlformats.org/officeDocument/2006/relationships/image" Target="../media/image211.wmf"/><Relationship Id="rId51" Type="http://schemas.openxmlformats.org/officeDocument/2006/relationships/oleObject" Target="../embeddings/oleObject173.bin"/><Relationship Id="rId50" Type="http://schemas.openxmlformats.org/officeDocument/2006/relationships/image" Target="../media/image210.wmf"/><Relationship Id="rId5" Type="http://schemas.openxmlformats.org/officeDocument/2006/relationships/image" Target="../media/image195.wmf"/><Relationship Id="rId49" Type="http://schemas.openxmlformats.org/officeDocument/2006/relationships/oleObject" Target="../embeddings/oleObject172.bin"/><Relationship Id="rId48" Type="http://schemas.openxmlformats.org/officeDocument/2006/relationships/image" Target="../media/image209.wmf"/><Relationship Id="rId47" Type="http://schemas.openxmlformats.org/officeDocument/2006/relationships/oleObject" Target="../embeddings/oleObject171.bin"/><Relationship Id="rId46" Type="http://schemas.openxmlformats.org/officeDocument/2006/relationships/image" Target="../media/image208.wmf"/><Relationship Id="rId45" Type="http://schemas.openxmlformats.org/officeDocument/2006/relationships/oleObject" Target="../embeddings/oleObject170.bin"/><Relationship Id="rId44" Type="http://schemas.openxmlformats.org/officeDocument/2006/relationships/oleObject" Target="../embeddings/oleObject169.bin"/><Relationship Id="rId43" Type="http://schemas.openxmlformats.org/officeDocument/2006/relationships/oleObject" Target="../embeddings/oleObject168.bin"/><Relationship Id="rId42" Type="http://schemas.openxmlformats.org/officeDocument/2006/relationships/image" Target="../media/image172.wmf"/><Relationship Id="rId41" Type="http://schemas.openxmlformats.org/officeDocument/2006/relationships/oleObject" Target="../embeddings/oleObject167.bin"/><Relationship Id="rId40" Type="http://schemas.openxmlformats.org/officeDocument/2006/relationships/oleObject" Target="../embeddings/oleObject166.bin"/><Relationship Id="rId4" Type="http://schemas.openxmlformats.org/officeDocument/2006/relationships/oleObject" Target="../embeddings/oleObject147.bin"/><Relationship Id="rId39" Type="http://schemas.openxmlformats.org/officeDocument/2006/relationships/image" Target="../media/image207.wmf"/><Relationship Id="rId38" Type="http://schemas.openxmlformats.org/officeDocument/2006/relationships/oleObject" Target="../embeddings/oleObject165.bin"/><Relationship Id="rId37" Type="http://schemas.openxmlformats.org/officeDocument/2006/relationships/image" Target="../media/image206.wmf"/><Relationship Id="rId36" Type="http://schemas.openxmlformats.org/officeDocument/2006/relationships/oleObject" Target="../embeddings/oleObject164.bin"/><Relationship Id="rId35" Type="http://schemas.openxmlformats.org/officeDocument/2006/relationships/image" Target="../media/image205.wmf"/><Relationship Id="rId34" Type="http://schemas.openxmlformats.org/officeDocument/2006/relationships/oleObject" Target="../embeddings/oleObject163.bin"/><Relationship Id="rId33" Type="http://schemas.openxmlformats.org/officeDocument/2006/relationships/image" Target="../media/image204.wmf"/><Relationship Id="rId32" Type="http://schemas.openxmlformats.org/officeDocument/2006/relationships/oleObject" Target="../embeddings/oleObject162.bin"/><Relationship Id="rId31" Type="http://schemas.openxmlformats.org/officeDocument/2006/relationships/image" Target="../media/image203.wmf"/><Relationship Id="rId30" Type="http://schemas.openxmlformats.org/officeDocument/2006/relationships/oleObject" Target="../embeddings/oleObject161.bin"/><Relationship Id="rId3" Type="http://schemas.openxmlformats.org/officeDocument/2006/relationships/image" Target="../media/image194.wmf"/><Relationship Id="rId29" Type="http://schemas.openxmlformats.org/officeDocument/2006/relationships/image" Target="../media/image202.wmf"/><Relationship Id="rId28" Type="http://schemas.openxmlformats.org/officeDocument/2006/relationships/oleObject" Target="../embeddings/oleObject160.bin"/><Relationship Id="rId27" Type="http://schemas.openxmlformats.org/officeDocument/2006/relationships/image" Target="../media/image201.wmf"/><Relationship Id="rId26" Type="http://schemas.openxmlformats.org/officeDocument/2006/relationships/oleObject" Target="../embeddings/oleObject159.bin"/><Relationship Id="rId25" Type="http://schemas.openxmlformats.org/officeDocument/2006/relationships/oleObject" Target="../embeddings/oleObject158.bin"/><Relationship Id="rId24" Type="http://schemas.openxmlformats.org/officeDocument/2006/relationships/oleObject" Target="../embeddings/oleObject157.bin"/><Relationship Id="rId23" Type="http://schemas.openxmlformats.org/officeDocument/2006/relationships/image" Target="../media/image173.wmf"/><Relationship Id="rId22" Type="http://schemas.openxmlformats.org/officeDocument/2006/relationships/oleObject" Target="../embeddings/oleObject156.bin"/><Relationship Id="rId21" Type="http://schemas.openxmlformats.org/officeDocument/2006/relationships/image" Target="../media/image171.wmf"/><Relationship Id="rId20" Type="http://schemas.openxmlformats.org/officeDocument/2006/relationships/oleObject" Target="../embeddings/oleObject155.bin"/><Relationship Id="rId2" Type="http://schemas.openxmlformats.org/officeDocument/2006/relationships/oleObject" Target="../embeddings/oleObject146.bin"/><Relationship Id="rId19" Type="http://schemas.openxmlformats.org/officeDocument/2006/relationships/image" Target="../media/image170.wmf"/><Relationship Id="rId18" Type="http://schemas.openxmlformats.org/officeDocument/2006/relationships/oleObject" Target="../embeddings/oleObject154.bin"/><Relationship Id="rId17" Type="http://schemas.openxmlformats.org/officeDocument/2006/relationships/image" Target="../media/image169.wmf"/><Relationship Id="rId16" Type="http://schemas.openxmlformats.org/officeDocument/2006/relationships/oleObject" Target="../embeddings/oleObject153.bin"/><Relationship Id="rId15" Type="http://schemas.openxmlformats.org/officeDocument/2006/relationships/image" Target="../media/image200.wmf"/><Relationship Id="rId14" Type="http://schemas.openxmlformats.org/officeDocument/2006/relationships/oleObject" Target="../embeddings/oleObject152.bin"/><Relationship Id="rId13" Type="http://schemas.openxmlformats.org/officeDocument/2006/relationships/image" Target="../media/image199.wmf"/><Relationship Id="rId12" Type="http://schemas.openxmlformats.org/officeDocument/2006/relationships/oleObject" Target="../embeddings/oleObject151.bin"/><Relationship Id="rId11" Type="http://schemas.openxmlformats.org/officeDocument/2006/relationships/image" Target="../media/image198.wmf"/><Relationship Id="rId10" Type="http://schemas.openxmlformats.org/officeDocument/2006/relationships/oleObject" Target="../embeddings/oleObject150.bin"/><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9" Type="http://schemas.openxmlformats.org/officeDocument/2006/relationships/image" Target="../media/image222.wmf"/><Relationship Id="rId8" Type="http://schemas.openxmlformats.org/officeDocument/2006/relationships/oleObject" Target="../embeddings/oleObject188.bin"/><Relationship Id="rId7" Type="http://schemas.openxmlformats.org/officeDocument/2006/relationships/image" Target="../media/image221.wmf"/><Relationship Id="rId6" Type="http://schemas.openxmlformats.org/officeDocument/2006/relationships/oleObject" Target="../embeddings/oleObject187.bin"/><Relationship Id="rId5" Type="http://schemas.openxmlformats.org/officeDocument/2006/relationships/image" Target="../media/image220.png"/><Relationship Id="rId4" Type="http://schemas.openxmlformats.org/officeDocument/2006/relationships/image" Target="../media/image219.wmf"/><Relationship Id="rId3" Type="http://schemas.openxmlformats.org/officeDocument/2006/relationships/oleObject" Target="../embeddings/oleObject186.bin"/><Relationship Id="rId2" Type="http://schemas.openxmlformats.org/officeDocument/2006/relationships/image" Target="../media/image218.wmf"/><Relationship Id="rId16" Type="http://schemas.openxmlformats.org/officeDocument/2006/relationships/notesSlide" Target="../notesSlides/notesSlide22.xml"/><Relationship Id="rId15" Type="http://schemas.openxmlformats.org/officeDocument/2006/relationships/vmlDrawing" Target="../drawings/vmlDrawing21.vml"/><Relationship Id="rId14" Type="http://schemas.openxmlformats.org/officeDocument/2006/relationships/slideLayout" Target="../slideLayouts/slideLayout1.xml"/><Relationship Id="rId13" Type="http://schemas.openxmlformats.org/officeDocument/2006/relationships/image" Target="../media/image225.wmf"/><Relationship Id="rId12" Type="http://schemas.openxmlformats.org/officeDocument/2006/relationships/oleObject" Target="../embeddings/oleObject189.bin"/><Relationship Id="rId11" Type="http://schemas.openxmlformats.org/officeDocument/2006/relationships/image" Target="../media/image224.png"/><Relationship Id="rId10" Type="http://schemas.openxmlformats.org/officeDocument/2006/relationships/image" Target="../media/image223.png"/><Relationship Id="rId1" Type="http://schemas.openxmlformats.org/officeDocument/2006/relationships/oleObject" Target="../embeddings/oleObject185.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1.xml"/><Relationship Id="rId7" Type="http://schemas.openxmlformats.org/officeDocument/2006/relationships/image" Target="../media/image229.wmf"/><Relationship Id="rId6" Type="http://schemas.openxmlformats.org/officeDocument/2006/relationships/oleObject" Target="../embeddings/oleObject192.bin"/><Relationship Id="rId5" Type="http://schemas.openxmlformats.org/officeDocument/2006/relationships/image" Target="../media/image228.wmf"/><Relationship Id="rId4" Type="http://schemas.openxmlformats.org/officeDocument/2006/relationships/oleObject" Target="../embeddings/oleObject191.bin"/><Relationship Id="rId3" Type="http://schemas.openxmlformats.org/officeDocument/2006/relationships/image" Target="../media/image227.png"/><Relationship Id="rId2" Type="http://schemas.openxmlformats.org/officeDocument/2006/relationships/image" Target="../media/image226.wmf"/><Relationship Id="rId10" Type="http://schemas.openxmlformats.org/officeDocument/2006/relationships/notesSlide" Target="../notesSlides/notesSlide23.xml"/><Relationship Id="rId1" Type="http://schemas.openxmlformats.org/officeDocument/2006/relationships/oleObject" Target="../embeddings/oleObject190.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196.bin"/><Relationship Id="rId8" Type="http://schemas.openxmlformats.org/officeDocument/2006/relationships/image" Target="../media/image142.wmf"/><Relationship Id="rId7" Type="http://schemas.openxmlformats.org/officeDocument/2006/relationships/oleObject" Target="../embeddings/oleObject195.bin"/><Relationship Id="rId6" Type="http://schemas.openxmlformats.org/officeDocument/2006/relationships/image" Target="../media/image141.wmf"/><Relationship Id="rId5" Type="http://schemas.openxmlformats.org/officeDocument/2006/relationships/oleObject" Target="../embeddings/oleObject194.bin"/><Relationship Id="rId4" Type="http://schemas.openxmlformats.org/officeDocument/2006/relationships/image" Target="../media/image108.png"/><Relationship Id="rId31" Type="http://schemas.openxmlformats.org/officeDocument/2006/relationships/notesSlide" Target="../notesSlides/notesSlide24.xml"/><Relationship Id="rId30" Type="http://schemas.openxmlformats.org/officeDocument/2006/relationships/vmlDrawing" Target="../drawings/vmlDrawing23.vml"/><Relationship Id="rId3" Type="http://schemas.openxmlformats.org/officeDocument/2006/relationships/image" Target="../media/image231.wmf"/><Relationship Id="rId29" Type="http://schemas.openxmlformats.org/officeDocument/2006/relationships/slideLayout" Target="../slideLayouts/slideLayout1.xml"/><Relationship Id="rId28" Type="http://schemas.openxmlformats.org/officeDocument/2006/relationships/image" Target="../media/image239.wmf"/><Relationship Id="rId27" Type="http://schemas.openxmlformats.org/officeDocument/2006/relationships/oleObject" Target="../embeddings/oleObject205.bin"/><Relationship Id="rId26" Type="http://schemas.openxmlformats.org/officeDocument/2006/relationships/image" Target="../media/image238.wmf"/><Relationship Id="rId25" Type="http://schemas.openxmlformats.org/officeDocument/2006/relationships/oleObject" Target="../embeddings/oleObject204.bin"/><Relationship Id="rId24" Type="http://schemas.openxmlformats.org/officeDocument/2006/relationships/image" Target="../media/image237.wmf"/><Relationship Id="rId23" Type="http://schemas.openxmlformats.org/officeDocument/2006/relationships/oleObject" Target="../embeddings/oleObject203.bin"/><Relationship Id="rId22" Type="http://schemas.openxmlformats.org/officeDocument/2006/relationships/image" Target="../media/image236.wmf"/><Relationship Id="rId21" Type="http://schemas.openxmlformats.org/officeDocument/2006/relationships/oleObject" Target="../embeddings/oleObject202.bin"/><Relationship Id="rId20" Type="http://schemas.openxmlformats.org/officeDocument/2006/relationships/image" Target="../media/image235.wmf"/><Relationship Id="rId2" Type="http://schemas.openxmlformats.org/officeDocument/2006/relationships/oleObject" Target="../embeddings/oleObject193.bin"/><Relationship Id="rId19" Type="http://schemas.openxmlformats.org/officeDocument/2006/relationships/oleObject" Target="../embeddings/oleObject201.bin"/><Relationship Id="rId18" Type="http://schemas.openxmlformats.org/officeDocument/2006/relationships/image" Target="../media/image234.wmf"/><Relationship Id="rId17" Type="http://schemas.openxmlformats.org/officeDocument/2006/relationships/oleObject" Target="../embeddings/oleObject200.bin"/><Relationship Id="rId16" Type="http://schemas.openxmlformats.org/officeDocument/2006/relationships/image" Target="../media/image233.wmf"/><Relationship Id="rId15" Type="http://schemas.openxmlformats.org/officeDocument/2006/relationships/oleObject" Target="../embeddings/oleObject199.bin"/><Relationship Id="rId14" Type="http://schemas.openxmlformats.org/officeDocument/2006/relationships/image" Target="../media/image232.wmf"/><Relationship Id="rId13" Type="http://schemas.openxmlformats.org/officeDocument/2006/relationships/oleObject" Target="../embeddings/oleObject198.bin"/><Relationship Id="rId12" Type="http://schemas.openxmlformats.org/officeDocument/2006/relationships/image" Target="../media/image144.wmf"/><Relationship Id="rId11" Type="http://schemas.openxmlformats.org/officeDocument/2006/relationships/oleObject" Target="../embeddings/oleObject197.bin"/><Relationship Id="rId10" Type="http://schemas.openxmlformats.org/officeDocument/2006/relationships/image" Target="../media/image143.wmf"/><Relationship Id="rId1" Type="http://schemas.openxmlformats.org/officeDocument/2006/relationships/image" Target="../media/image230.png"/></Relationships>
</file>

<file path=ppt/slides/_rels/slide32.xml.rels><?xml version="1.0" encoding="UTF-8" standalone="yes"?>
<Relationships xmlns="http://schemas.openxmlformats.org/package/2006/relationships"><Relationship Id="rId9" Type="http://schemas.openxmlformats.org/officeDocument/2006/relationships/vmlDrawing" Target="../drawings/vmlDrawing24.vml"/><Relationship Id="rId8" Type="http://schemas.openxmlformats.org/officeDocument/2006/relationships/slideLayout" Target="../slideLayouts/slideLayout1.xml"/><Relationship Id="rId7" Type="http://schemas.openxmlformats.org/officeDocument/2006/relationships/image" Target="../media/image243.wmf"/><Relationship Id="rId6" Type="http://schemas.openxmlformats.org/officeDocument/2006/relationships/oleObject" Target="../embeddings/oleObject208.bin"/><Relationship Id="rId5" Type="http://schemas.openxmlformats.org/officeDocument/2006/relationships/image" Target="../media/image242.png"/><Relationship Id="rId4" Type="http://schemas.openxmlformats.org/officeDocument/2006/relationships/image" Target="../media/image241.wmf"/><Relationship Id="rId3" Type="http://schemas.openxmlformats.org/officeDocument/2006/relationships/oleObject" Target="../embeddings/oleObject207.bin"/><Relationship Id="rId2" Type="http://schemas.openxmlformats.org/officeDocument/2006/relationships/image" Target="../media/image240.wmf"/><Relationship Id="rId10" Type="http://schemas.openxmlformats.org/officeDocument/2006/relationships/notesSlide" Target="../notesSlides/notesSlide25.xml"/><Relationship Id="rId1" Type="http://schemas.openxmlformats.org/officeDocument/2006/relationships/oleObject" Target="../embeddings/oleObject206.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212.bin"/><Relationship Id="rId8" Type="http://schemas.openxmlformats.org/officeDocument/2006/relationships/image" Target="../media/image246.wmf"/><Relationship Id="rId7" Type="http://schemas.openxmlformats.org/officeDocument/2006/relationships/oleObject" Target="../embeddings/oleObject211.bin"/><Relationship Id="rId6" Type="http://schemas.openxmlformats.org/officeDocument/2006/relationships/image" Target="../media/image235.wmf"/><Relationship Id="rId5" Type="http://schemas.openxmlformats.org/officeDocument/2006/relationships/oleObject" Target="../embeddings/oleObject210.bin"/><Relationship Id="rId4" Type="http://schemas.openxmlformats.org/officeDocument/2006/relationships/image" Target="../media/image110.png"/><Relationship Id="rId3" Type="http://schemas.openxmlformats.org/officeDocument/2006/relationships/image" Target="../media/image245.wmf"/><Relationship Id="rId26" Type="http://schemas.openxmlformats.org/officeDocument/2006/relationships/notesSlide" Target="../notesSlides/notesSlide26.xml"/><Relationship Id="rId25" Type="http://schemas.openxmlformats.org/officeDocument/2006/relationships/vmlDrawing" Target="../drawings/vmlDrawing25.vml"/><Relationship Id="rId24" Type="http://schemas.openxmlformats.org/officeDocument/2006/relationships/slideLayout" Target="../slideLayouts/slideLayout1.xml"/><Relationship Id="rId23" Type="http://schemas.openxmlformats.org/officeDocument/2006/relationships/image" Target="../media/image254.png"/><Relationship Id="rId22" Type="http://schemas.openxmlformats.org/officeDocument/2006/relationships/image" Target="../media/image253.wmf"/><Relationship Id="rId21" Type="http://schemas.openxmlformats.org/officeDocument/2006/relationships/oleObject" Target="../embeddings/oleObject218.bin"/><Relationship Id="rId20" Type="http://schemas.openxmlformats.org/officeDocument/2006/relationships/image" Target="../media/image252.wmf"/><Relationship Id="rId2" Type="http://schemas.openxmlformats.org/officeDocument/2006/relationships/oleObject" Target="../embeddings/oleObject209.bin"/><Relationship Id="rId19" Type="http://schemas.openxmlformats.org/officeDocument/2006/relationships/oleObject" Target="../embeddings/oleObject217.bin"/><Relationship Id="rId18" Type="http://schemas.openxmlformats.org/officeDocument/2006/relationships/image" Target="../media/image251.wmf"/><Relationship Id="rId17" Type="http://schemas.openxmlformats.org/officeDocument/2006/relationships/oleObject" Target="../embeddings/oleObject216.bin"/><Relationship Id="rId16" Type="http://schemas.openxmlformats.org/officeDocument/2006/relationships/image" Target="../media/image250.wmf"/><Relationship Id="rId15" Type="http://schemas.openxmlformats.org/officeDocument/2006/relationships/oleObject" Target="../embeddings/oleObject215.bin"/><Relationship Id="rId14" Type="http://schemas.openxmlformats.org/officeDocument/2006/relationships/image" Target="../media/image249.wmf"/><Relationship Id="rId13" Type="http://schemas.openxmlformats.org/officeDocument/2006/relationships/oleObject" Target="../embeddings/oleObject214.bin"/><Relationship Id="rId12" Type="http://schemas.openxmlformats.org/officeDocument/2006/relationships/image" Target="../media/image248.wmf"/><Relationship Id="rId11" Type="http://schemas.openxmlformats.org/officeDocument/2006/relationships/oleObject" Target="../embeddings/oleObject213.bin"/><Relationship Id="rId10" Type="http://schemas.openxmlformats.org/officeDocument/2006/relationships/image" Target="../media/image247.wmf"/><Relationship Id="rId1" Type="http://schemas.openxmlformats.org/officeDocument/2006/relationships/image" Target="../media/image244.png"/></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vmlDrawing" Target="../drawings/vmlDrawing26.vml"/><Relationship Id="rId7" Type="http://schemas.openxmlformats.org/officeDocument/2006/relationships/slideLayout" Target="../slideLayouts/slideLayout1.xml"/><Relationship Id="rId6" Type="http://schemas.openxmlformats.org/officeDocument/2006/relationships/image" Target="../media/image254.png"/><Relationship Id="rId5" Type="http://schemas.openxmlformats.org/officeDocument/2006/relationships/image" Target="../media/image257.wmf"/><Relationship Id="rId4" Type="http://schemas.openxmlformats.org/officeDocument/2006/relationships/oleObject" Target="../embeddings/oleObject220.bin"/><Relationship Id="rId3" Type="http://schemas.openxmlformats.org/officeDocument/2006/relationships/image" Target="../media/image256.wmf"/><Relationship Id="rId2" Type="http://schemas.openxmlformats.org/officeDocument/2006/relationships/oleObject" Target="../embeddings/oleObject219.bin"/><Relationship Id="rId1" Type="http://schemas.openxmlformats.org/officeDocument/2006/relationships/image" Target="../media/image255.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vmlDrawing" Target="../drawings/vmlDrawing27.vml"/><Relationship Id="rId5" Type="http://schemas.openxmlformats.org/officeDocument/2006/relationships/slideLayout" Target="../slideLayouts/slideLayout1.xml"/><Relationship Id="rId4" Type="http://schemas.openxmlformats.org/officeDocument/2006/relationships/image" Target="../media/image260.png"/><Relationship Id="rId3" Type="http://schemas.openxmlformats.org/officeDocument/2006/relationships/image" Target="../media/image259.png"/><Relationship Id="rId2" Type="http://schemas.openxmlformats.org/officeDocument/2006/relationships/image" Target="../media/image258.wmf"/><Relationship Id="rId1" Type="http://schemas.openxmlformats.org/officeDocument/2006/relationships/oleObject" Target="../embeddings/oleObject221.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225.bin"/><Relationship Id="rId8" Type="http://schemas.openxmlformats.org/officeDocument/2006/relationships/image" Target="../media/image261.wmf"/><Relationship Id="rId7" Type="http://schemas.openxmlformats.org/officeDocument/2006/relationships/oleObject" Target="../embeddings/oleObject224.bin"/><Relationship Id="rId6" Type="http://schemas.openxmlformats.org/officeDocument/2006/relationships/image" Target="../media/image247.wmf"/><Relationship Id="rId5" Type="http://schemas.openxmlformats.org/officeDocument/2006/relationships/oleObject" Target="../embeddings/oleObject223.bin"/><Relationship Id="rId4" Type="http://schemas.openxmlformats.org/officeDocument/2006/relationships/image" Target="../media/image235.wmf"/><Relationship Id="rId3" Type="http://schemas.openxmlformats.org/officeDocument/2006/relationships/oleObject" Target="../embeddings/oleObject222.bin"/><Relationship Id="rId29" Type="http://schemas.openxmlformats.org/officeDocument/2006/relationships/notesSlide" Target="../notesSlides/notesSlide29.xml"/><Relationship Id="rId28" Type="http://schemas.openxmlformats.org/officeDocument/2006/relationships/vmlDrawing" Target="../drawings/vmlDrawing28.vml"/><Relationship Id="rId27" Type="http://schemas.openxmlformats.org/officeDocument/2006/relationships/slideLayout" Target="../slideLayouts/slideLayout1.xml"/><Relationship Id="rId26" Type="http://schemas.openxmlformats.org/officeDocument/2006/relationships/image" Target="../media/image270.wmf"/><Relationship Id="rId25" Type="http://schemas.openxmlformats.org/officeDocument/2006/relationships/oleObject" Target="../embeddings/oleObject233.bin"/><Relationship Id="rId24" Type="http://schemas.openxmlformats.org/officeDocument/2006/relationships/image" Target="../media/image269.wmf"/><Relationship Id="rId23" Type="http://schemas.openxmlformats.org/officeDocument/2006/relationships/oleObject" Target="../embeddings/oleObject232.bin"/><Relationship Id="rId22" Type="http://schemas.openxmlformats.org/officeDocument/2006/relationships/image" Target="../media/image268.wmf"/><Relationship Id="rId21" Type="http://schemas.openxmlformats.org/officeDocument/2006/relationships/oleObject" Target="../embeddings/oleObject231.bin"/><Relationship Id="rId20" Type="http://schemas.openxmlformats.org/officeDocument/2006/relationships/image" Target="../media/image267.wmf"/><Relationship Id="rId2" Type="http://schemas.openxmlformats.org/officeDocument/2006/relationships/image" Target="../media/image110.png"/><Relationship Id="rId19" Type="http://schemas.openxmlformats.org/officeDocument/2006/relationships/oleObject" Target="../embeddings/oleObject230.bin"/><Relationship Id="rId18" Type="http://schemas.openxmlformats.org/officeDocument/2006/relationships/image" Target="../media/image266.wmf"/><Relationship Id="rId17" Type="http://schemas.openxmlformats.org/officeDocument/2006/relationships/oleObject" Target="../embeddings/oleObject229.bin"/><Relationship Id="rId16" Type="http://schemas.openxmlformats.org/officeDocument/2006/relationships/image" Target="../media/image265.wmf"/><Relationship Id="rId15" Type="http://schemas.openxmlformats.org/officeDocument/2006/relationships/oleObject" Target="../embeddings/oleObject228.bin"/><Relationship Id="rId14" Type="http://schemas.openxmlformats.org/officeDocument/2006/relationships/image" Target="../media/image264.wmf"/><Relationship Id="rId13" Type="http://schemas.openxmlformats.org/officeDocument/2006/relationships/oleObject" Target="../embeddings/oleObject227.bin"/><Relationship Id="rId12" Type="http://schemas.openxmlformats.org/officeDocument/2006/relationships/image" Target="../media/image263.wmf"/><Relationship Id="rId11" Type="http://schemas.openxmlformats.org/officeDocument/2006/relationships/oleObject" Target="../embeddings/oleObject226.bin"/><Relationship Id="rId10" Type="http://schemas.openxmlformats.org/officeDocument/2006/relationships/image" Target="../media/image262.wmf"/><Relationship Id="rId1" Type="http://schemas.openxmlformats.org/officeDocument/2006/relationships/image" Target="../media/image108.png"/></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238.bin"/><Relationship Id="rId8" Type="http://schemas.openxmlformats.org/officeDocument/2006/relationships/image" Target="../media/image274.wmf"/><Relationship Id="rId7" Type="http://schemas.openxmlformats.org/officeDocument/2006/relationships/oleObject" Target="../embeddings/oleObject237.bin"/><Relationship Id="rId6" Type="http://schemas.openxmlformats.org/officeDocument/2006/relationships/image" Target="../media/image273.wmf"/><Relationship Id="rId5" Type="http://schemas.openxmlformats.org/officeDocument/2006/relationships/oleObject" Target="../embeddings/oleObject236.bin"/><Relationship Id="rId4" Type="http://schemas.openxmlformats.org/officeDocument/2006/relationships/image" Target="../media/image272.wmf"/><Relationship Id="rId3" Type="http://schemas.openxmlformats.org/officeDocument/2006/relationships/oleObject" Target="../embeddings/oleObject235.bin"/><Relationship Id="rId29" Type="http://schemas.openxmlformats.org/officeDocument/2006/relationships/notesSlide" Target="../notesSlides/notesSlide30.xml"/><Relationship Id="rId28" Type="http://schemas.openxmlformats.org/officeDocument/2006/relationships/vmlDrawing" Target="../drawings/vmlDrawing29.vml"/><Relationship Id="rId27" Type="http://schemas.openxmlformats.org/officeDocument/2006/relationships/slideLayout" Target="../slideLayouts/slideLayout1.xml"/><Relationship Id="rId26" Type="http://schemas.openxmlformats.org/officeDocument/2006/relationships/oleObject" Target="../embeddings/oleObject247.bin"/><Relationship Id="rId25" Type="http://schemas.openxmlformats.org/officeDocument/2006/relationships/oleObject" Target="../embeddings/oleObject246.bin"/><Relationship Id="rId24" Type="http://schemas.openxmlformats.org/officeDocument/2006/relationships/image" Target="../media/image282.wmf"/><Relationship Id="rId23" Type="http://schemas.openxmlformats.org/officeDocument/2006/relationships/oleObject" Target="../embeddings/oleObject245.bin"/><Relationship Id="rId22" Type="http://schemas.openxmlformats.org/officeDocument/2006/relationships/image" Target="../media/image281.wmf"/><Relationship Id="rId21" Type="http://schemas.openxmlformats.org/officeDocument/2006/relationships/oleObject" Target="../embeddings/oleObject244.bin"/><Relationship Id="rId20" Type="http://schemas.openxmlformats.org/officeDocument/2006/relationships/image" Target="../media/image280.wmf"/><Relationship Id="rId2" Type="http://schemas.openxmlformats.org/officeDocument/2006/relationships/image" Target="../media/image271.wmf"/><Relationship Id="rId19" Type="http://schemas.openxmlformats.org/officeDocument/2006/relationships/oleObject" Target="../embeddings/oleObject243.bin"/><Relationship Id="rId18" Type="http://schemas.openxmlformats.org/officeDocument/2006/relationships/image" Target="../media/image279.wmf"/><Relationship Id="rId17" Type="http://schemas.openxmlformats.org/officeDocument/2006/relationships/oleObject" Target="../embeddings/oleObject242.bin"/><Relationship Id="rId16" Type="http://schemas.openxmlformats.org/officeDocument/2006/relationships/image" Target="../media/image278.wmf"/><Relationship Id="rId15" Type="http://schemas.openxmlformats.org/officeDocument/2006/relationships/oleObject" Target="../embeddings/oleObject241.bin"/><Relationship Id="rId14" Type="http://schemas.openxmlformats.org/officeDocument/2006/relationships/image" Target="../media/image277.wmf"/><Relationship Id="rId13" Type="http://schemas.openxmlformats.org/officeDocument/2006/relationships/oleObject" Target="../embeddings/oleObject240.bin"/><Relationship Id="rId12" Type="http://schemas.openxmlformats.org/officeDocument/2006/relationships/image" Target="../media/image276.wmf"/><Relationship Id="rId11" Type="http://schemas.openxmlformats.org/officeDocument/2006/relationships/oleObject" Target="../embeddings/oleObject239.bin"/><Relationship Id="rId10" Type="http://schemas.openxmlformats.org/officeDocument/2006/relationships/image" Target="../media/image275.wmf"/><Relationship Id="rId1" Type="http://schemas.openxmlformats.org/officeDocument/2006/relationships/oleObject" Target="../embeddings/oleObject234.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52.bin"/><Relationship Id="rId8" Type="http://schemas.openxmlformats.org/officeDocument/2006/relationships/image" Target="../media/image286.wmf"/><Relationship Id="rId7" Type="http://schemas.openxmlformats.org/officeDocument/2006/relationships/oleObject" Target="../embeddings/oleObject251.bin"/><Relationship Id="rId6" Type="http://schemas.openxmlformats.org/officeDocument/2006/relationships/image" Target="../media/image285.wmf"/><Relationship Id="rId5" Type="http://schemas.openxmlformats.org/officeDocument/2006/relationships/oleObject" Target="../embeddings/oleObject250.bin"/><Relationship Id="rId4" Type="http://schemas.openxmlformats.org/officeDocument/2006/relationships/image" Target="../media/image284.wmf"/><Relationship Id="rId3" Type="http://schemas.openxmlformats.org/officeDocument/2006/relationships/oleObject" Target="../embeddings/oleObject249.bin"/><Relationship Id="rId29" Type="http://schemas.openxmlformats.org/officeDocument/2006/relationships/notesSlide" Target="../notesSlides/notesSlide31.xml"/><Relationship Id="rId28" Type="http://schemas.openxmlformats.org/officeDocument/2006/relationships/vmlDrawing" Target="../drawings/vmlDrawing30.vml"/><Relationship Id="rId27" Type="http://schemas.openxmlformats.org/officeDocument/2006/relationships/slideLayout" Target="../slideLayouts/slideLayout12.xml"/><Relationship Id="rId26" Type="http://schemas.openxmlformats.org/officeDocument/2006/relationships/image" Target="../media/image295.wmf"/><Relationship Id="rId25" Type="http://schemas.openxmlformats.org/officeDocument/2006/relationships/oleObject" Target="../embeddings/oleObject260.bin"/><Relationship Id="rId24" Type="http://schemas.openxmlformats.org/officeDocument/2006/relationships/image" Target="../media/image294.wmf"/><Relationship Id="rId23" Type="http://schemas.openxmlformats.org/officeDocument/2006/relationships/oleObject" Target="../embeddings/oleObject259.bin"/><Relationship Id="rId22" Type="http://schemas.openxmlformats.org/officeDocument/2006/relationships/image" Target="../media/image293.wmf"/><Relationship Id="rId21" Type="http://schemas.openxmlformats.org/officeDocument/2006/relationships/oleObject" Target="../embeddings/oleObject258.bin"/><Relationship Id="rId20" Type="http://schemas.openxmlformats.org/officeDocument/2006/relationships/image" Target="../media/image292.wmf"/><Relationship Id="rId2" Type="http://schemas.openxmlformats.org/officeDocument/2006/relationships/image" Target="../media/image283.wmf"/><Relationship Id="rId19" Type="http://schemas.openxmlformats.org/officeDocument/2006/relationships/oleObject" Target="../embeddings/oleObject257.bin"/><Relationship Id="rId18" Type="http://schemas.openxmlformats.org/officeDocument/2006/relationships/image" Target="../media/image291.wmf"/><Relationship Id="rId17" Type="http://schemas.openxmlformats.org/officeDocument/2006/relationships/oleObject" Target="../embeddings/oleObject256.bin"/><Relationship Id="rId16" Type="http://schemas.openxmlformats.org/officeDocument/2006/relationships/image" Target="../media/image290.wmf"/><Relationship Id="rId15" Type="http://schemas.openxmlformats.org/officeDocument/2006/relationships/oleObject" Target="../embeddings/oleObject255.bin"/><Relationship Id="rId14" Type="http://schemas.openxmlformats.org/officeDocument/2006/relationships/image" Target="../media/image289.wmf"/><Relationship Id="rId13" Type="http://schemas.openxmlformats.org/officeDocument/2006/relationships/oleObject" Target="../embeddings/oleObject254.bin"/><Relationship Id="rId12" Type="http://schemas.openxmlformats.org/officeDocument/2006/relationships/image" Target="../media/image288.wmf"/><Relationship Id="rId11" Type="http://schemas.openxmlformats.org/officeDocument/2006/relationships/oleObject" Target="../embeddings/oleObject253.bin"/><Relationship Id="rId10" Type="http://schemas.openxmlformats.org/officeDocument/2006/relationships/image" Target="../media/image287.wmf"/><Relationship Id="rId1" Type="http://schemas.openxmlformats.org/officeDocument/2006/relationships/oleObject" Target="../embeddings/oleObject248.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9" Type="http://schemas.openxmlformats.org/officeDocument/2006/relationships/notesSlide" Target="../notesSlides/notesSlide32.xml"/><Relationship Id="rId8" Type="http://schemas.openxmlformats.org/officeDocument/2006/relationships/vmlDrawing" Target="../drawings/vmlDrawing31.vml"/><Relationship Id="rId7" Type="http://schemas.openxmlformats.org/officeDocument/2006/relationships/slideLayout" Target="../slideLayouts/slideLayout1.xml"/><Relationship Id="rId6" Type="http://schemas.openxmlformats.org/officeDocument/2006/relationships/image" Target="../media/image298.wmf"/><Relationship Id="rId5" Type="http://schemas.openxmlformats.org/officeDocument/2006/relationships/oleObject" Target="../embeddings/oleObject263.bin"/><Relationship Id="rId4" Type="http://schemas.openxmlformats.org/officeDocument/2006/relationships/image" Target="../media/image297.wmf"/><Relationship Id="rId3" Type="http://schemas.openxmlformats.org/officeDocument/2006/relationships/oleObject" Target="../embeddings/oleObject262.bin"/><Relationship Id="rId2" Type="http://schemas.openxmlformats.org/officeDocument/2006/relationships/image" Target="../media/image296.wmf"/><Relationship Id="rId1" Type="http://schemas.openxmlformats.org/officeDocument/2006/relationships/oleObject" Target="../embeddings/oleObject261.bin"/></Relationships>
</file>

<file path=ppt/slides/_rels/slide41.xml.rels><?xml version="1.0" encoding="UTF-8" standalone="yes"?>
<Relationships xmlns="http://schemas.openxmlformats.org/package/2006/relationships"><Relationship Id="rId9" Type="http://schemas.openxmlformats.org/officeDocument/2006/relationships/image" Target="../media/image114.wmf"/><Relationship Id="rId8" Type="http://schemas.openxmlformats.org/officeDocument/2006/relationships/oleObject" Target="../embeddings/oleObject267.bin"/><Relationship Id="rId70" Type="http://schemas.openxmlformats.org/officeDocument/2006/relationships/notesSlide" Target="../notesSlides/notesSlide33.xml"/><Relationship Id="rId7" Type="http://schemas.openxmlformats.org/officeDocument/2006/relationships/image" Target="../media/image113.wmf"/><Relationship Id="rId69" Type="http://schemas.openxmlformats.org/officeDocument/2006/relationships/vmlDrawing" Target="../drawings/vmlDrawing32.vml"/><Relationship Id="rId68" Type="http://schemas.openxmlformats.org/officeDocument/2006/relationships/slideLayout" Target="../slideLayouts/slideLayout1.xml"/><Relationship Id="rId67" Type="http://schemas.openxmlformats.org/officeDocument/2006/relationships/image" Target="../media/image324.wmf"/><Relationship Id="rId66" Type="http://schemas.openxmlformats.org/officeDocument/2006/relationships/oleObject" Target="../embeddings/oleObject298.bin"/><Relationship Id="rId65" Type="http://schemas.openxmlformats.org/officeDocument/2006/relationships/image" Target="../media/image323.wmf"/><Relationship Id="rId64" Type="http://schemas.openxmlformats.org/officeDocument/2006/relationships/oleObject" Target="../embeddings/oleObject297.bin"/><Relationship Id="rId63" Type="http://schemas.openxmlformats.org/officeDocument/2006/relationships/image" Target="../media/image322.wmf"/><Relationship Id="rId62" Type="http://schemas.openxmlformats.org/officeDocument/2006/relationships/oleObject" Target="../embeddings/oleObject296.bin"/><Relationship Id="rId61" Type="http://schemas.openxmlformats.org/officeDocument/2006/relationships/image" Target="../media/image321.wmf"/><Relationship Id="rId60" Type="http://schemas.openxmlformats.org/officeDocument/2006/relationships/oleObject" Target="../embeddings/oleObject295.bin"/><Relationship Id="rId6" Type="http://schemas.openxmlformats.org/officeDocument/2006/relationships/oleObject" Target="../embeddings/oleObject266.bin"/><Relationship Id="rId59" Type="http://schemas.openxmlformats.org/officeDocument/2006/relationships/image" Target="../media/image320.wmf"/><Relationship Id="rId58" Type="http://schemas.openxmlformats.org/officeDocument/2006/relationships/oleObject" Target="../embeddings/oleObject294.bin"/><Relationship Id="rId57" Type="http://schemas.openxmlformats.org/officeDocument/2006/relationships/image" Target="../media/image319.wmf"/><Relationship Id="rId56" Type="http://schemas.openxmlformats.org/officeDocument/2006/relationships/oleObject" Target="../embeddings/oleObject293.bin"/><Relationship Id="rId55" Type="http://schemas.openxmlformats.org/officeDocument/2006/relationships/image" Target="../media/image318.wmf"/><Relationship Id="rId54" Type="http://schemas.openxmlformats.org/officeDocument/2006/relationships/oleObject" Target="../embeddings/oleObject292.bin"/><Relationship Id="rId53" Type="http://schemas.openxmlformats.org/officeDocument/2006/relationships/image" Target="../media/image317.wmf"/><Relationship Id="rId52" Type="http://schemas.openxmlformats.org/officeDocument/2006/relationships/oleObject" Target="../embeddings/oleObject291.bin"/><Relationship Id="rId51" Type="http://schemas.openxmlformats.org/officeDocument/2006/relationships/oleObject" Target="../embeddings/oleObject290.bin"/><Relationship Id="rId50" Type="http://schemas.openxmlformats.org/officeDocument/2006/relationships/oleObject" Target="../embeddings/oleObject289.bin"/><Relationship Id="rId5" Type="http://schemas.openxmlformats.org/officeDocument/2006/relationships/image" Target="../media/image112.wmf"/><Relationship Id="rId49" Type="http://schemas.openxmlformats.org/officeDocument/2006/relationships/oleObject" Target="../embeddings/oleObject288.bin"/><Relationship Id="rId48" Type="http://schemas.openxmlformats.org/officeDocument/2006/relationships/oleObject" Target="../embeddings/oleObject287.bin"/><Relationship Id="rId47" Type="http://schemas.openxmlformats.org/officeDocument/2006/relationships/image" Target="../media/image316.wmf"/><Relationship Id="rId46" Type="http://schemas.openxmlformats.org/officeDocument/2006/relationships/oleObject" Target="../embeddings/oleObject286.bin"/><Relationship Id="rId45" Type="http://schemas.openxmlformats.org/officeDocument/2006/relationships/image" Target="../media/image315.wmf"/><Relationship Id="rId44" Type="http://schemas.openxmlformats.org/officeDocument/2006/relationships/oleObject" Target="../embeddings/oleObject285.bin"/><Relationship Id="rId43" Type="http://schemas.openxmlformats.org/officeDocument/2006/relationships/image" Target="../media/image314.wmf"/><Relationship Id="rId42" Type="http://schemas.openxmlformats.org/officeDocument/2006/relationships/oleObject" Target="../embeddings/oleObject284.bin"/><Relationship Id="rId41" Type="http://schemas.openxmlformats.org/officeDocument/2006/relationships/image" Target="../media/image313.wmf"/><Relationship Id="rId40" Type="http://schemas.openxmlformats.org/officeDocument/2006/relationships/oleObject" Target="../embeddings/oleObject283.bin"/><Relationship Id="rId4" Type="http://schemas.openxmlformats.org/officeDocument/2006/relationships/oleObject" Target="../embeddings/oleObject265.bin"/><Relationship Id="rId39" Type="http://schemas.openxmlformats.org/officeDocument/2006/relationships/image" Target="../media/image312.wmf"/><Relationship Id="rId38" Type="http://schemas.openxmlformats.org/officeDocument/2006/relationships/oleObject" Target="../embeddings/oleObject282.bin"/><Relationship Id="rId37" Type="http://schemas.openxmlformats.org/officeDocument/2006/relationships/image" Target="../media/image311.wmf"/><Relationship Id="rId36" Type="http://schemas.openxmlformats.org/officeDocument/2006/relationships/oleObject" Target="../embeddings/oleObject281.bin"/><Relationship Id="rId35" Type="http://schemas.openxmlformats.org/officeDocument/2006/relationships/image" Target="../media/image310.wmf"/><Relationship Id="rId34" Type="http://schemas.openxmlformats.org/officeDocument/2006/relationships/oleObject" Target="../embeddings/oleObject280.bin"/><Relationship Id="rId33" Type="http://schemas.openxmlformats.org/officeDocument/2006/relationships/image" Target="../media/image247.wmf"/><Relationship Id="rId32" Type="http://schemas.openxmlformats.org/officeDocument/2006/relationships/oleObject" Target="../embeddings/oleObject279.bin"/><Relationship Id="rId31" Type="http://schemas.openxmlformats.org/officeDocument/2006/relationships/image" Target="../media/image309.wmf"/><Relationship Id="rId30" Type="http://schemas.openxmlformats.org/officeDocument/2006/relationships/oleObject" Target="../embeddings/oleObject278.bin"/><Relationship Id="rId3" Type="http://schemas.openxmlformats.org/officeDocument/2006/relationships/image" Target="../media/image299.wmf"/><Relationship Id="rId29" Type="http://schemas.openxmlformats.org/officeDocument/2006/relationships/image" Target="../media/image308.wmf"/><Relationship Id="rId28" Type="http://schemas.openxmlformats.org/officeDocument/2006/relationships/oleObject" Target="../embeddings/oleObject277.bin"/><Relationship Id="rId27" Type="http://schemas.openxmlformats.org/officeDocument/2006/relationships/image" Target="../media/image307.wmf"/><Relationship Id="rId26" Type="http://schemas.openxmlformats.org/officeDocument/2006/relationships/oleObject" Target="../embeddings/oleObject276.bin"/><Relationship Id="rId25" Type="http://schemas.openxmlformats.org/officeDocument/2006/relationships/image" Target="../media/image306.wmf"/><Relationship Id="rId24" Type="http://schemas.openxmlformats.org/officeDocument/2006/relationships/oleObject" Target="../embeddings/oleObject275.bin"/><Relationship Id="rId23" Type="http://schemas.openxmlformats.org/officeDocument/2006/relationships/image" Target="../media/image305.wmf"/><Relationship Id="rId22" Type="http://schemas.openxmlformats.org/officeDocument/2006/relationships/oleObject" Target="../embeddings/oleObject274.bin"/><Relationship Id="rId21" Type="http://schemas.openxmlformats.org/officeDocument/2006/relationships/image" Target="../media/image269.wmf"/><Relationship Id="rId20" Type="http://schemas.openxmlformats.org/officeDocument/2006/relationships/oleObject" Target="../embeddings/oleObject273.bin"/><Relationship Id="rId2" Type="http://schemas.openxmlformats.org/officeDocument/2006/relationships/oleObject" Target="../embeddings/oleObject264.bin"/><Relationship Id="rId19" Type="http://schemas.openxmlformats.org/officeDocument/2006/relationships/image" Target="../media/image304.wmf"/><Relationship Id="rId18" Type="http://schemas.openxmlformats.org/officeDocument/2006/relationships/oleObject" Target="../embeddings/oleObject272.bin"/><Relationship Id="rId17" Type="http://schemas.openxmlformats.org/officeDocument/2006/relationships/image" Target="../media/image303.wmf"/><Relationship Id="rId16" Type="http://schemas.openxmlformats.org/officeDocument/2006/relationships/oleObject" Target="../embeddings/oleObject271.bin"/><Relationship Id="rId15" Type="http://schemas.openxmlformats.org/officeDocument/2006/relationships/image" Target="../media/image302.wmf"/><Relationship Id="rId14" Type="http://schemas.openxmlformats.org/officeDocument/2006/relationships/oleObject" Target="../embeddings/oleObject270.bin"/><Relationship Id="rId13" Type="http://schemas.openxmlformats.org/officeDocument/2006/relationships/image" Target="../media/image301.wmf"/><Relationship Id="rId12" Type="http://schemas.openxmlformats.org/officeDocument/2006/relationships/oleObject" Target="../embeddings/oleObject269.bin"/><Relationship Id="rId11" Type="http://schemas.openxmlformats.org/officeDocument/2006/relationships/image" Target="../media/image300.wmf"/><Relationship Id="rId10" Type="http://schemas.openxmlformats.org/officeDocument/2006/relationships/oleObject" Target="../embeddings/oleObject268.bin"/><Relationship Id="rId1" Type="http://schemas.openxmlformats.org/officeDocument/2006/relationships/image" Target="../media/image108.png"/></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303.bin"/><Relationship Id="rId8" Type="http://schemas.openxmlformats.org/officeDocument/2006/relationships/image" Target="../media/image328.wmf"/><Relationship Id="rId7" Type="http://schemas.openxmlformats.org/officeDocument/2006/relationships/oleObject" Target="../embeddings/oleObject302.bin"/><Relationship Id="rId6" Type="http://schemas.openxmlformats.org/officeDocument/2006/relationships/image" Target="../media/image327.wmf"/><Relationship Id="rId5" Type="http://schemas.openxmlformats.org/officeDocument/2006/relationships/oleObject" Target="../embeddings/oleObject301.bin"/><Relationship Id="rId4" Type="http://schemas.openxmlformats.org/officeDocument/2006/relationships/image" Target="../media/image326.wmf"/><Relationship Id="rId3" Type="http://schemas.openxmlformats.org/officeDocument/2006/relationships/oleObject" Target="../embeddings/oleObject300.bin"/><Relationship Id="rId2" Type="http://schemas.openxmlformats.org/officeDocument/2006/relationships/image" Target="../media/image325.wmf"/><Relationship Id="rId17" Type="http://schemas.openxmlformats.org/officeDocument/2006/relationships/notesSlide" Target="../notesSlides/notesSlide34.xml"/><Relationship Id="rId16" Type="http://schemas.openxmlformats.org/officeDocument/2006/relationships/vmlDrawing" Target="../drawings/vmlDrawing33.vml"/><Relationship Id="rId15" Type="http://schemas.openxmlformats.org/officeDocument/2006/relationships/slideLayout" Target="../slideLayouts/slideLayout2.xml"/><Relationship Id="rId14" Type="http://schemas.openxmlformats.org/officeDocument/2006/relationships/image" Target="../media/image332.wmf"/><Relationship Id="rId13" Type="http://schemas.openxmlformats.org/officeDocument/2006/relationships/oleObject" Target="../embeddings/oleObject304.bin"/><Relationship Id="rId12" Type="http://schemas.openxmlformats.org/officeDocument/2006/relationships/image" Target="../media/image331.png"/><Relationship Id="rId11" Type="http://schemas.openxmlformats.org/officeDocument/2006/relationships/image" Target="../media/image330.png"/><Relationship Id="rId10" Type="http://schemas.openxmlformats.org/officeDocument/2006/relationships/image" Target="../media/image329.wmf"/><Relationship Id="rId1" Type="http://schemas.openxmlformats.org/officeDocument/2006/relationships/oleObject" Target="../embeddings/oleObject299.bin"/></Relationships>
</file>

<file path=ppt/slides/_rels/slide43.xml.rels><?xml version="1.0" encoding="UTF-8" standalone="yes"?>
<Relationships xmlns="http://schemas.openxmlformats.org/package/2006/relationships"><Relationship Id="rId9" Type="http://schemas.openxmlformats.org/officeDocument/2006/relationships/image" Target="../media/image336.wmf"/><Relationship Id="rId8" Type="http://schemas.openxmlformats.org/officeDocument/2006/relationships/oleObject" Target="../embeddings/oleObject308.bin"/><Relationship Id="rId7" Type="http://schemas.openxmlformats.org/officeDocument/2006/relationships/image" Target="../media/image335.wmf"/><Relationship Id="rId6" Type="http://schemas.openxmlformats.org/officeDocument/2006/relationships/oleObject" Target="../embeddings/oleObject307.bin"/><Relationship Id="rId5" Type="http://schemas.openxmlformats.org/officeDocument/2006/relationships/image" Target="../media/image334.wmf"/><Relationship Id="rId4" Type="http://schemas.openxmlformats.org/officeDocument/2006/relationships/oleObject" Target="../embeddings/oleObject306.bin"/><Relationship Id="rId3" Type="http://schemas.openxmlformats.org/officeDocument/2006/relationships/tags" Target="../tags/tag9.xml"/><Relationship Id="rId23" Type="http://schemas.openxmlformats.org/officeDocument/2006/relationships/notesSlide" Target="../notesSlides/notesSlide35.xml"/><Relationship Id="rId22" Type="http://schemas.openxmlformats.org/officeDocument/2006/relationships/vmlDrawing" Target="../drawings/vmlDrawing34.vml"/><Relationship Id="rId21" Type="http://schemas.openxmlformats.org/officeDocument/2006/relationships/slideLayout" Target="../slideLayouts/slideLayout2.xml"/><Relationship Id="rId20" Type="http://schemas.openxmlformats.org/officeDocument/2006/relationships/image" Target="../media/image342.png"/><Relationship Id="rId2" Type="http://schemas.openxmlformats.org/officeDocument/2006/relationships/image" Target="../media/image333.wmf"/><Relationship Id="rId19" Type="http://schemas.openxmlformats.org/officeDocument/2006/relationships/image" Target="../media/image341.wmf"/><Relationship Id="rId18" Type="http://schemas.openxmlformats.org/officeDocument/2006/relationships/oleObject" Target="../embeddings/oleObject313.bin"/><Relationship Id="rId17" Type="http://schemas.openxmlformats.org/officeDocument/2006/relationships/image" Target="../media/image340.wmf"/><Relationship Id="rId16" Type="http://schemas.openxmlformats.org/officeDocument/2006/relationships/oleObject" Target="../embeddings/oleObject312.bin"/><Relationship Id="rId15" Type="http://schemas.openxmlformats.org/officeDocument/2006/relationships/image" Target="../media/image339.wmf"/><Relationship Id="rId14" Type="http://schemas.openxmlformats.org/officeDocument/2006/relationships/oleObject" Target="../embeddings/oleObject311.bin"/><Relationship Id="rId13" Type="http://schemas.openxmlformats.org/officeDocument/2006/relationships/image" Target="../media/image338.wmf"/><Relationship Id="rId12" Type="http://schemas.openxmlformats.org/officeDocument/2006/relationships/oleObject" Target="../embeddings/oleObject310.bin"/><Relationship Id="rId11" Type="http://schemas.openxmlformats.org/officeDocument/2006/relationships/image" Target="../media/image337.wmf"/><Relationship Id="rId10" Type="http://schemas.openxmlformats.org/officeDocument/2006/relationships/oleObject" Target="../embeddings/oleObject309.bin"/><Relationship Id="rId1" Type="http://schemas.openxmlformats.org/officeDocument/2006/relationships/oleObject" Target="../embeddings/oleObject305.bin"/></Relationships>
</file>

<file path=ppt/slides/_rels/slide44.xml.rels><?xml version="1.0" encoding="UTF-8" standalone="yes"?>
<Relationships xmlns="http://schemas.openxmlformats.org/package/2006/relationships"><Relationship Id="rId9" Type="http://schemas.openxmlformats.org/officeDocument/2006/relationships/image" Target="../media/image300.wmf"/><Relationship Id="rId8" Type="http://schemas.openxmlformats.org/officeDocument/2006/relationships/oleObject" Target="../embeddings/oleObject317.bin"/><Relationship Id="rId7" Type="http://schemas.openxmlformats.org/officeDocument/2006/relationships/image" Target="../media/image114.wmf"/><Relationship Id="rId6" Type="http://schemas.openxmlformats.org/officeDocument/2006/relationships/oleObject" Target="../embeddings/oleObject316.bin"/><Relationship Id="rId55" Type="http://schemas.openxmlformats.org/officeDocument/2006/relationships/notesSlide" Target="../notesSlides/notesSlide36.xml"/><Relationship Id="rId54" Type="http://schemas.openxmlformats.org/officeDocument/2006/relationships/vmlDrawing" Target="../drawings/vmlDrawing35.vml"/><Relationship Id="rId53" Type="http://schemas.openxmlformats.org/officeDocument/2006/relationships/slideLayout" Target="../slideLayouts/slideLayout1.xml"/><Relationship Id="rId52" Type="http://schemas.openxmlformats.org/officeDocument/2006/relationships/image" Target="../media/image358.wmf"/><Relationship Id="rId51" Type="http://schemas.openxmlformats.org/officeDocument/2006/relationships/oleObject" Target="../embeddings/oleObject339.bin"/><Relationship Id="rId50" Type="http://schemas.openxmlformats.org/officeDocument/2006/relationships/oleObject" Target="../embeddings/oleObject338.bin"/><Relationship Id="rId5" Type="http://schemas.openxmlformats.org/officeDocument/2006/relationships/image" Target="../media/image113.wmf"/><Relationship Id="rId49" Type="http://schemas.openxmlformats.org/officeDocument/2006/relationships/image" Target="../media/image357.wmf"/><Relationship Id="rId48" Type="http://schemas.openxmlformats.org/officeDocument/2006/relationships/oleObject" Target="../embeddings/oleObject337.bin"/><Relationship Id="rId47" Type="http://schemas.openxmlformats.org/officeDocument/2006/relationships/image" Target="../media/image356.wmf"/><Relationship Id="rId46" Type="http://schemas.openxmlformats.org/officeDocument/2006/relationships/oleObject" Target="../embeddings/oleObject336.bin"/><Relationship Id="rId45" Type="http://schemas.openxmlformats.org/officeDocument/2006/relationships/image" Target="../media/image355.wmf"/><Relationship Id="rId44" Type="http://schemas.openxmlformats.org/officeDocument/2006/relationships/oleObject" Target="../embeddings/oleObject335.bin"/><Relationship Id="rId43" Type="http://schemas.openxmlformats.org/officeDocument/2006/relationships/image" Target="../media/image354.wmf"/><Relationship Id="rId42" Type="http://schemas.openxmlformats.org/officeDocument/2006/relationships/oleObject" Target="../embeddings/oleObject334.bin"/><Relationship Id="rId41" Type="http://schemas.openxmlformats.org/officeDocument/2006/relationships/image" Target="../media/image353.wmf"/><Relationship Id="rId40" Type="http://schemas.openxmlformats.org/officeDocument/2006/relationships/oleObject" Target="../embeddings/oleObject333.bin"/><Relationship Id="rId4" Type="http://schemas.openxmlformats.org/officeDocument/2006/relationships/oleObject" Target="../embeddings/oleObject315.bin"/><Relationship Id="rId39" Type="http://schemas.openxmlformats.org/officeDocument/2006/relationships/image" Target="../media/image352.wmf"/><Relationship Id="rId38" Type="http://schemas.openxmlformats.org/officeDocument/2006/relationships/oleObject" Target="../embeddings/oleObject332.bin"/><Relationship Id="rId37" Type="http://schemas.openxmlformats.org/officeDocument/2006/relationships/image" Target="../media/image351.wmf"/><Relationship Id="rId36" Type="http://schemas.openxmlformats.org/officeDocument/2006/relationships/oleObject" Target="../embeddings/oleObject331.bin"/><Relationship Id="rId35" Type="http://schemas.openxmlformats.org/officeDocument/2006/relationships/image" Target="../media/image350.wmf"/><Relationship Id="rId34" Type="http://schemas.openxmlformats.org/officeDocument/2006/relationships/oleObject" Target="../embeddings/oleObject330.bin"/><Relationship Id="rId33" Type="http://schemas.openxmlformats.org/officeDocument/2006/relationships/image" Target="../media/image349.wmf"/><Relationship Id="rId32" Type="http://schemas.openxmlformats.org/officeDocument/2006/relationships/oleObject" Target="../embeddings/oleObject329.bin"/><Relationship Id="rId31" Type="http://schemas.openxmlformats.org/officeDocument/2006/relationships/image" Target="../media/image247.wmf"/><Relationship Id="rId30" Type="http://schemas.openxmlformats.org/officeDocument/2006/relationships/oleObject" Target="../embeddings/oleObject328.bin"/><Relationship Id="rId3" Type="http://schemas.openxmlformats.org/officeDocument/2006/relationships/image" Target="../media/image112.wmf"/><Relationship Id="rId29" Type="http://schemas.openxmlformats.org/officeDocument/2006/relationships/image" Target="../media/image348.wmf"/><Relationship Id="rId28" Type="http://schemas.openxmlformats.org/officeDocument/2006/relationships/oleObject" Target="../embeddings/oleObject327.bin"/><Relationship Id="rId27" Type="http://schemas.openxmlformats.org/officeDocument/2006/relationships/image" Target="../media/image347.wmf"/><Relationship Id="rId26" Type="http://schemas.openxmlformats.org/officeDocument/2006/relationships/oleObject" Target="../embeddings/oleObject326.bin"/><Relationship Id="rId25" Type="http://schemas.openxmlformats.org/officeDocument/2006/relationships/image" Target="../media/image307.wmf"/><Relationship Id="rId24" Type="http://schemas.openxmlformats.org/officeDocument/2006/relationships/oleObject" Target="../embeddings/oleObject325.bin"/><Relationship Id="rId23" Type="http://schemas.openxmlformats.org/officeDocument/2006/relationships/image" Target="../media/image346.wmf"/><Relationship Id="rId22" Type="http://schemas.openxmlformats.org/officeDocument/2006/relationships/oleObject" Target="../embeddings/oleObject324.bin"/><Relationship Id="rId21" Type="http://schemas.openxmlformats.org/officeDocument/2006/relationships/image" Target="../media/image345.wmf"/><Relationship Id="rId20" Type="http://schemas.openxmlformats.org/officeDocument/2006/relationships/oleObject" Target="../embeddings/oleObject323.bin"/><Relationship Id="rId2" Type="http://schemas.openxmlformats.org/officeDocument/2006/relationships/oleObject" Target="../embeddings/oleObject314.bin"/><Relationship Id="rId19" Type="http://schemas.openxmlformats.org/officeDocument/2006/relationships/image" Target="../media/image269.wmf"/><Relationship Id="rId18" Type="http://schemas.openxmlformats.org/officeDocument/2006/relationships/oleObject" Target="../embeddings/oleObject322.bin"/><Relationship Id="rId17" Type="http://schemas.openxmlformats.org/officeDocument/2006/relationships/image" Target="../media/image304.wmf"/><Relationship Id="rId16" Type="http://schemas.openxmlformats.org/officeDocument/2006/relationships/oleObject" Target="../embeddings/oleObject321.bin"/><Relationship Id="rId15" Type="http://schemas.openxmlformats.org/officeDocument/2006/relationships/image" Target="../media/image303.wmf"/><Relationship Id="rId14" Type="http://schemas.openxmlformats.org/officeDocument/2006/relationships/oleObject" Target="../embeddings/oleObject320.bin"/><Relationship Id="rId13" Type="http://schemas.openxmlformats.org/officeDocument/2006/relationships/image" Target="../media/image344.wmf"/><Relationship Id="rId12" Type="http://schemas.openxmlformats.org/officeDocument/2006/relationships/oleObject" Target="../embeddings/oleObject319.bin"/><Relationship Id="rId11" Type="http://schemas.openxmlformats.org/officeDocument/2006/relationships/image" Target="../media/image343.wmf"/><Relationship Id="rId10" Type="http://schemas.openxmlformats.org/officeDocument/2006/relationships/oleObject" Target="../embeddings/oleObject318.bin"/><Relationship Id="rId1" Type="http://schemas.openxmlformats.org/officeDocument/2006/relationships/image" Target="../media/image108.png"/></Relationships>
</file>

<file path=ppt/slides/_rels/slide45.xml.rels><?xml version="1.0" encoding="UTF-8" standalone="yes"?>
<Relationships xmlns="http://schemas.openxmlformats.org/package/2006/relationships"><Relationship Id="rId9" Type="http://schemas.openxmlformats.org/officeDocument/2006/relationships/image" Target="../media/image362.wmf"/><Relationship Id="rId8" Type="http://schemas.openxmlformats.org/officeDocument/2006/relationships/oleObject" Target="../embeddings/oleObject343.bin"/><Relationship Id="rId70" Type="http://schemas.openxmlformats.org/officeDocument/2006/relationships/notesSlide" Target="../notesSlides/notesSlide37.xml"/><Relationship Id="rId7" Type="http://schemas.openxmlformats.org/officeDocument/2006/relationships/image" Target="../media/image361.wmf"/><Relationship Id="rId69" Type="http://schemas.openxmlformats.org/officeDocument/2006/relationships/vmlDrawing" Target="../drawings/vmlDrawing36.vml"/><Relationship Id="rId68" Type="http://schemas.openxmlformats.org/officeDocument/2006/relationships/slideLayout" Target="../slideLayouts/slideLayout1.xml"/><Relationship Id="rId67" Type="http://schemas.openxmlformats.org/officeDocument/2006/relationships/image" Target="../media/image385.png"/><Relationship Id="rId66" Type="http://schemas.openxmlformats.org/officeDocument/2006/relationships/image" Target="../media/image384.wmf"/><Relationship Id="rId65" Type="http://schemas.openxmlformats.org/officeDocument/2006/relationships/oleObject" Target="../embeddings/oleObject365.bin"/><Relationship Id="rId64" Type="http://schemas.openxmlformats.org/officeDocument/2006/relationships/image" Target="../media/image383.wmf"/><Relationship Id="rId63" Type="http://schemas.openxmlformats.org/officeDocument/2006/relationships/oleObject" Target="../embeddings/oleObject364.bin"/><Relationship Id="rId62" Type="http://schemas.openxmlformats.org/officeDocument/2006/relationships/image" Target="../media/image382.wmf"/><Relationship Id="rId61" Type="http://schemas.openxmlformats.org/officeDocument/2006/relationships/oleObject" Target="../embeddings/oleObject363.bin"/><Relationship Id="rId60" Type="http://schemas.openxmlformats.org/officeDocument/2006/relationships/tags" Target="../tags/tag22.xml"/><Relationship Id="rId6" Type="http://schemas.openxmlformats.org/officeDocument/2006/relationships/oleObject" Target="../embeddings/oleObject342.bin"/><Relationship Id="rId59" Type="http://schemas.openxmlformats.org/officeDocument/2006/relationships/tags" Target="../tags/tag21.xml"/><Relationship Id="rId58" Type="http://schemas.openxmlformats.org/officeDocument/2006/relationships/tags" Target="../tags/tag20.xml"/><Relationship Id="rId57" Type="http://schemas.openxmlformats.org/officeDocument/2006/relationships/tags" Target="../tags/tag19.xml"/><Relationship Id="rId56" Type="http://schemas.openxmlformats.org/officeDocument/2006/relationships/tags" Target="../tags/tag18.xml"/><Relationship Id="rId55" Type="http://schemas.openxmlformats.org/officeDocument/2006/relationships/tags" Target="../tags/tag17.xml"/><Relationship Id="rId54" Type="http://schemas.openxmlformats.org/officeDocument/2006/relationships/tags" Target="../tags/tag16.xml"/><Relationship Id="rId53" Type="http://schemas.openxmlformats.org/officeDocument/2006/relationships/tags" Target="../tags/tag15.xml"/><Relationship Id="rId52" Type="http://schemas.openxmlformats.org/officeDocument/2006/relationships/tags" Target="../tags/tag14.xml"/><Relationship Id="rId51" Type="http://schemas.openxmlformats.org/officeDocument/2006/relationships/tags" Target="../tags/tag13.xml"/><Relationship Id="rId50" Type="http://schemas.openxmlformats.org/officeDocument/2006/relationships/tags" Target="../tags/tag12.xml"/><Relationship Id="rId5" Type="http://schemas.openxmlformats.org/officeDocument/2006/relationships/image" Target="../media/image360.wmf"/><Relationship Id="rId49" Type="http://schemas.openxmlformats.org/officeDocument/2006/relationships/tags" Target="../tags/tag11.xml"/><Relationship Id="rId48" Type="http://schemas.openxmlformats.org/officeDocument/2006/relationships/tags" Target="../tags/tag10.xml"/><Relationship Id="rId47" Type="http://schemas.openxmlformats.org/officeDocument/2006/relationships/image" Target="../media/image381.wmf"/><Relationship Id="rId46" Type="http://schemas.openxmlformats.org/officeDocument/2006/relationships/oleObject" Target="../embeddings/oleObject362.bin"/><Relationship Id="rId45" Type="http://schemas.openxmlformats.org/officeDocument/2006/relationships/image" Target="../media/image380.wmf"/><Relationship Id="rId44" Type="http://schemas.openxmlformats.org/officeDocument/2006/relationships/oleObject" Target="../embeddings/oleObject361.bin"/><Relationship Id="rId43" Type="http://schemas.openxmlformats.org/officeDocument/2006/relationships/image" Target="../media/image379.wmf"/><Relationship Id="rId42" Type="http://schemas.openxmlformats.org/officeDocument/2006/relationships/oleObject" Target="../embeddings/oleObject360.bin"/><Relationship Id="rId41" Type="http://schemas.openxmlformats.org/officeDocument/2006/relationships/image" Target="../media/image378.wmf"/><Relationship Id="rId40" Type="http://schemas.openxmlformats.org/officeDocument/2006/relationships/oleObject" Target="../embeddings/oleObject359.bin"/><Relationship Id="rId4" Type="http://schemas.openxmlformats.org/officeDocument/2006/relationships/oleObject" Target="../embeddings/oleObject341.bin"/><Relationship Id="rId39" Type="http://schemas.openxmlformats.org/officeDocument/2006/relationships/image" Target="../media/image377.wmf"/><Relationship Id="rId38" Type="http://schemas.openxmlformats.org/officeDocument/2006/relationships/oleObject" Target="../embeddings/oleObject358.bin"/><Relationship Id="rId37" Type="http://schemas.openxmlformats.org/officeDocument/2006/relationships/image" Target="../media/image376.wmf"/><Relationship Id="rId36" Type="http://schemas.openxmlformats.org/officeDocument/2006/relationships/oleObject" Target="../embeddings/oleObject357.bin"/><Relationship Id="rId35" Type="http://schemas.openxmlformats.org/officeDocument/2006/relationships/image" Target="../media/image375.wmf"/><Relationship Id="rId34" Type="http://schemas.openxmlformats.org/officeDocument/2006/relationships/oleObject" Target="../embeddings/oleObject356.bin"/><Relationship Id="rId33" Type="http://schemas.openxmlformats.org/officeDocument/2006/relationships/image" Target="../media/image374.wmf"/><Relationship Id="rId32" Type="http://schemas.openxmlformats.org/officeDocument/2006/relationships/oleObject" Target="../embeddings/oleObject355.bin"/><Relationship Id="rId31" Type="http://schemas.openxmlformats.org/officeDocument/2006/relationships/image" Target="../media/image373.wmf"/><Relationship Id="rId30" Type="http://schemas.openxmlformats.org/officeDocument/2006/relationships/oleObject" Target="../embeddings/oleObject354.bin"/><Relationship Id="rId3" Type="http://schemas.openxmlformats.org/officeDocument/2006/relationships/image" Target="../media/image108.png"/><Relationship Id="rId29" Type="http://schemas.openxmlformats.org/officeDocument/2006/relationships/image" Target="../media/image372.wmf"/><Relationship Id="rId28" Type="http://schemas.openxmlformats.org/officeDocument/2006/relationships/oleObject" Target="../embeddings/oleObject353.bin"/><Relationship Id="rId27" Type="http://schemas.openxmlformats.org/officeDocument/2006/relationships/image" Target="../media/image371.wmf"/><Relationship Id="rId26" Type="http://schemas.openxmlformats.org/officeDocument/2006/relationships/oleObject" Target="../embeddings/oleObject352.bin"/><Relationship Id="rId25" Type="http://schemas.openxmlformats.org/officeDocument/2006/relationships/image" Target="../media/image370.wmf"/><Relationship Id="rId24" Type="http://schemas.openxmlformats.org/officeDocument/2006/relationships/oleObject" Target="../embeddings/oleObject351.bin"/><Relationship Id="rId23" Type="http://schemas.openxmlformats.org/officeDocument/2006/relationships/image" Target="../media/image369.wmf"/><Relationship Id="rId22" Type="http://schemas.openxmlformats.org/officeDocument/2006/relationships/oleObject" Target="../embeddings/oleObject350.bin"/><Relationship Id="rId21" Type="http://schemas.openxmlformats.org/officeDocument/2006/relationships/image" Target="../media/image368.wmf"/><Relationship Id="rId20" Type="http://schemas.openxmlformats.org/officeDocument/2006/relationships/oleObject" Target="../embeddings/oleObject349.bin"/><Relationship Id="rId2" Type="http://schemas.openxmlformats.org/officeDocument/2006/relationships/image" Target="../media/image359.wmf"/><Relationship Id="rId19" Type="http://schemas.openxmlformats.org/officeDocument/2006/relationships/image" Target="../media/image367.wmf"/><Relationship Id="rId18" Type="http://schemas.openxmlformats.org/officeDocument/2006/relationships/oleObject" Target="../embeddings/oleObject348.bin"/><Relationship Id="rId17" Type="http://schemas.openxmlformats.org/officeDocument/2006/relationships/image" Target="../media/image366.wmf"/><Relationship Id="rId16" Type="http://schemas.openxmlformats.org/officeDocument/2006/relationships/oleObject" Target="../embeddings/oleObject347.bin"/><Relationship Id="rId15" Type="http://schemas.openxmlformats.org/officeDocument/2006/relationships/image" Target="../media/image365.wmf"/><Relationship Id="rId14" Type="http://schemas.openxmlformats.org/officeDocument/2006/relationships/oleObject" Target="../embeddings/oleObject346.bin"/><Relationship Id="rId13" Type="http://schemas.openxmlformats.org/officeDocument/2006/relationships/image" Target="../media/image364.wmf"/><Relationship Id="rId12" Type="http://schemas.openxmlformats.org/officeDocument/2006/relationships/oleObject" Target="../embeddings/oleObject345.bin"/><Relationship Id="rId11" Type="http://schemas.openxmlformats.org/officeDocument/2006/relationships/image" Target="../media/image363.wmf"/><Relationship Id="rId10" Type="http://schemas.openxmlformats.org/officeDocument/2006/relationships/oleObject" Target="../embeddings/oleObject344.bin"/><Relationship Id="rId1" Type="http://schemas.openxmlformats.org/officeDocument/2006/relationships/oleObject" Target="../embeddings/oleObject340.bin"/></Relationships>
</file>

<file path=ppt/slides/_rels/slide4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image" Target="../media/image387.wmf"/><Relationship Id="rId7" Type="http://schemas.openxmlformats.org/officeDocument/2006/relationships/oleObject" Target="../embeddings/oleObject366.bin"/><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7" Type="http://schemas.openxmlformats.org/officeDocument/2006/relationships/notesSlide" Target="../notesSlides/notesSlide38.xml"/><Relationship Id="rId16" Type="http://schemas.openxmlformats.org/officeDocument/2006/relationships/vmlDrawing" Target="../drawings/vmlDrawing37.vml"/><Relationship Id="rId15" Type="http://schemas.openxmlformats.org/officeDocument/2006/relationships/slideLayout" Target="../slideLayouts/slideLayout1.xml"/><Relationship Id="rId14" Type="http://schemas.openxmlformats.org/officeDocument/2006/relationships/image" Target="../media/image389.png"/><Relationship Id="rId13" Type="http://schemas.openxmlformats.org/officeDocument/2006/relationships/image" Target="../media/image388.wmf"/><Relationship Id="rId12" Type="http://schemas.openxmlformats.org/officeDocument/2006/relationships/oleObject" Target="../embeddings/oleObject367.bin"/><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image" Target="../media/image386.png"/></Relationships>
</file>

<file path=ppt/slides/_rels/slide47.xml.rels><?xml version="1.0" encoding="UTF-8" standalone="yes"?>
<Relationships xmlns="http://schemas.openxmlformats.org/package/2006/relationships"><Relationship Id="rId9" Type="http://schemas.openxmlformats.org/officeDocument/2006/relationships/image" Target="../media/image394.wmf"/><Relationship Id="rId8" Type="http://schemas.openxmlformats.org/officeDocument/2006/relationships/oleObject" Target="../embeddings/oleObject371.bin"/><Relationship Id="rId7" Type="http://schemas.openxmlformats.org/officeDocument/2006/relationships/image" Target="../media/image393.png"/><Relationship Id="rId6" Type="http://schemas.openxmlformats.org/officeDocument/2006/relationships/image" Target="../media/image392.wmf"/><Relationship Id="rId5" Type="http://schemas.openxmlformats.org/officeDocument/2006/relationships/oleObject" Target="../embeddings/oleObject370.bin"/><Relationship Id="rId4" Type="http://schemas.openxmlformats.org/officeDocument/2006/relationships/image" Target="../media/image391.wmf"/><Relationship Id="rId3" Type="http://schemas.openxmlformats.org/officeDocument/2006/relationships/oleObject" Target="../embeddings/oleObject369.bin"/><Relationship Id="rId2" Type="http://schemas.openxmlformats.org/officeDocument/2006/relationships/image" Target="../media/image390.wmf"/><Relationship Id="rId14" Type="http://schemas.openxmlformats.org/officeDocument/2006/relationships/notesSlide" Target="../notesSlides/notesSlide39.xml"/><Relationship Id="rId13" Type="http://schemas.openxmlformats.org/officeDocument/2006/relationships/vmlDrawing" Target="../drawings/vmlDrawing38.vml"/><Relationship Id="rId12" Type="http://schemas.openxmlformats.org/officeDocument/2006/relationships/slideLayout" Target="../slideLayouts/slideLayout1.xml"/><Relationship Id="rId11" Type="http://schemas.openxmlformats.org/officeDocument/2006/relationships/image" Target="../media/image396.png"/><Relationship Id="rId10" Type="http://schemas.openxmlformats.org/officeDocument/2006/relationships/image" Target="../media/image395.png"/><Relationship Id="rId1" Type="http://schemas.openxmlformats.org/officeDocument/2006/relationships/oleObject" Target="../embeddings/oleObject368.bin"/></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9" Type="http://schemas.openxmlformats.org/officeDocument/2006/relationships/image" Target="../media/image300.wmf"/><Relationship Id="rId8" Type="http://schemas.openxmlformats.org/officeDocument/2006/relationships/oleObject" Target="../embeddings/oleObject375.bin"/><Relationship Id="rId7" Type="http://schemas.openxmlformats.org/officeDocument/2006/relationships/image" Target="../media/image114.wmf"/><Relationship Id="rId6" Type="http://schemas.openxmlformats.org/officeDocument/2006/relationships/oleObject" Target="../embeddings/oleObject374.bin"/><Relationship Id="rId58" Type="http://schemas.openxmlformats.org/officeDocument/2006/relationships/notesSlide" Target="../notesSlides/notesSlide40.xml"/><Relationship Id="rId57" Type="http://schemas.openxmlformats.org/officeDocument/2006/relationships/vmlDrawing" Target="../drawings/vmlDrawing39.vml"/><Relationship Id="rId56" Type="http://schemas.openxmlformats.org/officeDocument/2006/relationships/slideLayout" Target="../slideLayouts/slideLayout2.xml"/><Relationship Id="rId55" Type="http://schemas.openxmlformats.org/officeDocument/2006/relationships/image" Target="../media/image399.wmf"/><Relationship Id="rId54" Type="http://schemas.openxmlformats.org/officeDocument/2006/relationships/oleObject" Target="../embeddings/oleObject398.bin"/><Relationship Id="rId53" Type="http://schemas.openxmlformats.org/officeDocument/2006/relationships/image" Target="../media/image398.wmf"/><Relationship Id="rId52" Type="http://schemas.openxmlformats.org/officeDocument/2006/relationships/oleObject" Target="../embeddings/oleObject397.bin"/><Relationship Id="rId51" Type="http://schemas.openxmlformats.org/officeDocument/2006/relationships/image" Target="../media/image233.wmf"/><Relationship Id="rId50" Type="http://schemas.openxmlformats.org/officeDocument/2006/relationships/oleObject" Target="../embeddings/oleObject396.bin"/><Relationship Id="rId5" Type="http://schemas.openxmlformats.org/officeDocument/2006/relationships/image" Target="../media/image113.wmf"/><Relationship Id="rId49" Type="http://schemas.openxmlformats.org/officeDocument/2006/relationships/image" Target="../media/image120.wmf"/><Relationship Id="rId48" Type="http://schemas.openxmlformats.org/officeDocument/2006/relationships/oleObject" Target="../embeddings/oleObject395.bin"/><Relationship Id="rId47" Type="http://schemas.openxmlformats.org/officeDocument/2006/relationships/image" Target="../media/image357.wmf"/><Relationship Id="rId46" Type="http://schemas.openxmlformats.org/officeDocument/2006/relationships/oleObject" Target="../embeddings/oleObject394.bin"/><Relationship Id="rId45" Type="http://schemas.openxmlformats.org/officeDocument/2006/relationships/image" Target="../media/image356.wmf"/><Relationship Id="rId44" Type="http://schemas.openxmlformats.org/officeDocument/2006/relationships/oleObject" Target="../embeddings/oleObject393.bin"/><Relationship Id="rId43" Type="http://schemas.openxmlformats.org/officeDocument/2006/relationships/image" Target="../media/image355.wmf"/><Relationship Id="rId42" Type="http://schemas.openxmlformats.org/officeDocument/2006/relationships/oleObject" Target="../embeddings/oleObject392.bin"/><Relationship Id="rId41" Type="http://schemas.openxmlformats.org/officeDocument/2006/relationships/image" Target="../media/image354.wmf"/><Relationship Id="rId40" Type="http://schemas.openxmlformats.org/officeDocument/2006/relationships/oleObject" Target="../embeddings/oleObject391.bin"/><Relationship Id="rId4" Type="http://schemas.openxmlformats.org/officeDocument/2006/relationships/oleObject" Target="../embeddings/oleObject373.bin"/><Relationship Id="rId39" Type="http://schemas.openxmlformats.org/officeDocument/2006/relationships/image" Target="../media/image353.wmf"/><Relationship Id="rId38" Type="http://schemas.openxmlformats.org/officeDocument/2006/relationships/oleObject" Target="../embeddings/oleObject390.bin"/><Relationship Id="rId37" Type="http://schemas.openxmlformats.org/officeDocument/2006/relationships/image" Target="../media/image351.wmf"/><Relationship Id="rId36" Type="http://schemas.openxmlformats.org/officeDocument/2006/relationships/oleObject" Target="../embeddings/oleObject389.bin"/><Relationship Id="rId35" Type="http://schemas.openxmlformats.org/officeDocument/2006/relationships/image" Target="../media/image350.wmf"/><Relationship Id="rId34" Type="http://schemas.openxmlformats.org/officeDocument/2006/relationships/oleObject" Target="../embeddings/oleObject388.bin"/><Relationship Id="rId33" Type="http://schemas.openxmlformats.org/officeDocument/2006/relationships/image" Target="../media/image397.wmf"/><Relationship Id="rId32" Type="http://schemas.openxmlformats.org/officeDocument/2006/relationships/oleObject" Target="../embeddings/oleObject387.bin"/><Relationship Id="rId31" Type="http://schemas.openxmlformats.org/officeDocument/2006/relationships/image" Target="../media/image247.wmf"/><Relationship Id="rId30" Type="http://schemas.openxmlformats.org/officeDocument/2006/relationships/oleObject" Target="../embeddings/oleObject386.bin"/><Relationship Id="rId3" Type="http://schemas.openxmlformats.org/officeDocument/2006/relationships/image" Target="../media/image112.wmf"/><Relationship Id="rId29" Type="http://schemas.openxmlformats.org/officeDocument/2006/relationships/image" Target="../media/image348.wmf"/><Relationship Id="rId28" Type="http://schemas.openxmlformats.org/officeDocument/2006/relationships/oleObject" Target="../embeddings/oleObject385.bin"/><Relationship Id="rId27" Type="http://schemas.openxmlformats.org/officeDocument/2006/relationships/image" Target="../media/image347.wmf"/><Relationship Id="rId26" Type="http://schemas.openxmlformats.org/officeDocument/2006/relationships/oleObject" Target="../embeddings/oleObject384.bin"/><Relationship Id="rId25" Type="http://schemas.openxmlformats.org/officeDocument/2006/relationships/image" Target="../media/image307.wmf"/><Relationship Id="rId24" Type="http://schemas.openxmlformats.org/officeDocument/2006/relationships/oleObject" Target="../embeddings/oleObject383.bin"/><Relationship Id="rId23" Type="http://schemas.openxmlformats.org/officeDocument/2006/relationships/image" Target="../media/image346.wmf"/><Relationship Id="rId22" Type="http://schemas.openxmlformats.org/officeDocument/2006/relationships/oleObject" Target="../embeddings/oleObject382.bin"/><Relationship Id="rId21" Type="http://schemas.openxmlformats.org/officeDocument/2006/relationships/image" Target="../media/image345.wmf"/><Relationship Id="rId20" Type="http://schemas.openxmlformats.org/officeDocument/2006/relationships/oleObject" Target="../embeddings/oleObject381.bin"/><Relationship Id="rId2" Type="http://schemas.openxmlformats.org/officeDocument/2006/relationships/oleObject" Target="../embeddings/oleObject372.bin"/><Relationship Id="rId19" Type="http://schemas.openxmlformats.org/officeDocument/2006/relationships/image" Target="../media/image269.wmf"/><Relationship Id="rId18" Type="http://schemas.openxmlformats.org/officeDocument/2006/relationships/oleObject" Target="../embeddings/oleObject380.bin"/><Relationship Id="rId17" Type="http://schemas.openxmlformats.org/officeDocument/2006/relationships/image" Target="../media/image304.wmf"/><Relationship Id="rId16" Type="http://schemas.openxmlformats.org/officeDocument/2006/relationships/oleObject" Target="../embeddings/oleObject379.bin"/><Relationship Id="rId15" Type="http://schemas.openxmlformats.org/officeDocument/2006/relationships/image" Target="../media/image303.wmf"/><Relationship Id="rId14" Type="http://schemas.openxmlformats.org/officeDocument/2006/relationships/oleObject" Target="../embeddings/oleObject378.bin"/><Relationship Id="rId13" Type="http://schemas.openxmlformats.org/officeDocument/2006/relationships/image" Target="../media/image344.wmf"/><Relationship Id="rId12" Type="http://schemas.openxmlformats.org/officeDocument/2006/relationships/oleObject" Target="../embeddings/oleObject377.bin"/><Relationship Id="rId11" Type="http://schemas.openxmlformats.org/officeDocument/2006/relationships/image" Target="../media/image343.wmf"/><Relationship Id="rId10" Type="http://schemas.openxmlformats.org/officeDocument/2006/relationships/oleObject" Target="../embeddings/oleObject376.bin"/><Relationship Id="rId1" Type="http://schemas.openxmlformats.org/officeDocument/2006/relationships/image" Target="../media/image108.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0.png"/></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403.bin"/><Relationship Id="rId8" Type="http://schemas.openxmlformats.org/officeDocument/2006/relationships/image" Target="../media/image404.wmf"/><Relationship Id="rId7" Type="http://schemas.openxmlformats.org/officeDocument/2006/relationships/oleObject" Target="../embeddings/oleObject402.bin"/><Relationship Id="rId6" Type="http://schemas.openxmlformats.org/officeDocument/2006/relationships/image" Target="../media/image403.wmf"/><Relationship Id="rId5" Type="http://schemas.openxmlformats.org/officeDocument/2006/relationships/oleObject" Target="../embeddings/oleObject401.bin"/><Relationship Id="rId4" Type="http://schemas.openxmlformats.org/officeDocument/2006/relationships/image" Target="../media/image402.wmf"/><Relationship Id="rId3" Type="http://schemas.openxmlformats.org/officeDocument/2006/relationships/oleObject" Target="../embeddings/oleObject400.bin"/><Relationship Id="rId2" Type="http://schemas.openxmlformats.org/officeDocument/2006/relationships/image" Target="../media/image401.wmf"/><Relationship Id="rId17" Type="http://schemas.openxmlformats.org/officeDocument/2006/relationships/notesSlide" Target="../notesSlides/notesSlide41.xml"/><Relationship Id="rId16" Type="http://schemas.openxmlformats.org/officeDocument/2006/relationships/vmlDrawing" Target="../drawings/vmlDrawing40.vml"/><Relationship Id="rId15" Type="http://schemas.openxmlformats.org/officeDocument/2006/relationships/slideLayout" Target="../slideLayouts/slideLayout1.xml"/><Relationship Id="rId14" Type="http://schemas.openxmlformats.org/officeDocument/2006/relationships/image" Target="../media/image407.wmf"/><Relationship Id="rId13" Type="http://schemas.openxmlformats.org/officeDocument/2006/relationships/oleObject" Target="../embeddings/oleObject405.bin"/><Relationship Id="rId12" Type="http://schemas.openxmlformats.org/officeDocument/2006/relationships/image" Target="../media/image406.wmf"/><Relationship Id="rId11" Type="http://schemas.openxmlformats.org/officeDocument/2006/relationships/oleObject" Target="../embeddings/oleObject404.bin"/><Relationship Id="rId10" Type="http://schemas.openxmlformats.org/officeDocument/2006/relationships/image" Target="../media/image405.wmf"/><Relationship Id="rId1" Type="http://schemas.openxmlformats.org/officeDocument/2006/relationships/oleObject" Target="../embeddings/oleObject399.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410.bin"/><Relationship Id="rId8" Type="http://schemas.openxmlformats.org/officeDocument/2006/relationships/image" Target="../media/image411.wmf"/><Relationship Id="rId7" Type="http://schemas.openxmlformats.org/officeDocument/2006/relationships/oleObject" Target="../embeddings/oleObject409.bin"/><Relationship Id="rId6" Type="http://schemas.openxmlformats.org/officeDocument/2006/relationships/image" Target="../media/image410.wmf"/><Relationship Id="rId5" Type="http://schemas.openxmlformats.org/officeDocument/2006/relationships/oleObject" Target="../embeddings/oleObject408.bin"/><Relationship Id="rId4" Type="http://schemas.openxmlformats.org/officeDocument/2006/relationships/image" Target="../media/image409.wmf"/><Relationship Id="rId3" Type="http://schemas.openxmlformats.org/officeDocument/2006/relationships/oleObject" Target="../embeddings/oleObject407.bin"/><Relationship Id="rId21" Type="http://schemas.openxmlformats.org/officeDocument/2006/relationships/notesSlide" Target="../notesSlides/notesSlide42.xml"/><Relationship Id="rId20" Type="http://schemas.openxmlformats.org/officeDocument/2006/relationships/vmlDrawing" Target="../drawings/vmlDrawing41.vml"/><Relationship Id="rId2" Type="http://schemas.openxmlformats.org/officeDocument/2006/relationships/image" Target="../media/image408.wmf"/><Relationship Id="rId19" Type="http://schemas.openxmlformats.org/officeDocument/2006/relationships/slideLayout" Target="../slideLayouts/slideLayout2.xml"/><Relationship Id="rId18" Type="http://schemas.openxmlformats.org/officeDocument/2006/relationships/image" Target="../media/image416.wmf"/><Relationship Id="rId17" Type="http://schemas.openxmlformats.org/officeDocument/2006/relationships/oleObject" Target="../embeddings/oleObject414.bin"/><Relationship Id="rId16" Type="http://schemas.openxmlformats.org/officeDocument/2006/relationships/image" Target="../media/image415.wmf"/><Relationship Id="rId15" Type="http://schemas.openxmlformats.org/officeDocument/2006/relationships/oleObject" Target="../embeddings/oleObject413.bin"/><Relationship Id="rId14" Type="http://schemas.openxmlformats.org/officeDocument/2006/relationships/image" Target="../media/image414.wmf"/><Relationship Id="rId13" Type="http://schemas.openxmlformats.org/officeDocument/2006/relationships/oleObject" Target="../embeddings/oleObject412.bin"/><Relationship Id="rId12" Type="http://schemas.openxmlformats.org/officeDocument/2006/relationships/image" Target="../media/image413.wmf"/><Relationship Id="rId11" Type="http://schemas.openxmlformats.org/officeDocument/2006/relationships/oleObject" Target="../embeddings/oleObject411.bin"/><Relationship Id="rId10" Type="http://schemas.openxmlformats.org/officeDocument/2006/relationships/image" Target="../media/image412.wmf"/><Relationship Id="rId1" Type="http://schemas.openxmlformats.org/officeDocument/2006/relationships/oleObject" Target="../embeddings/oleObject406.bin"/></Relationships>
</file>

<file path=ppt/slides/_rels/slide53.xml.rels><?xml version="1.0" encoding="UTF-8" standalone="yes"?>
<Relationships xmlns="http://schemas.openxmlformats.org/package/2006/relationships"><Relationship Id="rId9" Type="http://schemas.openxmlformats.org/officeDocument/2006/relationships/image" Target="../media/image419.wmf"/><Relationship Id="rId8" Type="http://schemas.openxmlformats.org/officeDocument/2006/relationships/oleObject" Target="../embeddings/oleObject418.bin"/><Relationship Id="rId7" Type="http://schemas.openxmlformats.org/officeDocument/2006/relationships/image" Target="../media/image361.wmf"/><Relationship Id="rId6" Type="http://schemas.openxmlformats.org/officeDocument/2006/relationships/oleObject" Target="../embeddings/oleObject417.bin"/><Relationship Id="rId50" Type="http://schemas.openxmlformats.org/officeDocument/2006/relationships/notesSlide" Target="../notesSlides/notesSlide43.xml"/><Relationship Id="rId5" Type="http://schemas.openxmlformats.org/officeDocument/2006/relationships/image" Target="../media/image418.wmf"/><Relationship Id="rId49" Type="http://schemas.openxmlformats.org/officeDocument/2006/relationships/vmlDrawing" Target="../drawings/vmlDrawing42.vml"/><Relationship Id="rId48" Type="http://schemas.openxmlformats.org/officeDocument/2006/relationships/slideLayout" Target="../slideLayouts/slideLayout2.xml"/><Relationship Id="rId47" Type="http://schemas.openxmlformats.org/officeDocument/2006/relationships/image" Target="../media/image437.wmf"/><Relationship Id="rId46" Type="http://schemas.openxmlformats.org/officeDocument/2006/relationships/oleObject" Target="../embeddings/oleObject437.bin"/><Relationship Id="rId45" Type="http://schemas.openxmlformats.org/officeDocument/2006/relationships/image" Target="../media/image436.wmf"/><Relationship Id="rId44" Type="http://schemas.openxmlformats.org/officeDocument/2006/relationships/oleObject" Target="../embeddings/oleObject436.bin"/><Relationship Id="rId43" Type="http://schemas.openxmlformats.org/officeDocument/2006/relationships/image" Target="../media/image435.wmf"/><Relationship Id="rId42" Type="http://schemas.openxmlformats.org/officeDocument/2006/relationships/oleObject" Target="../embeddings/oleObject435.bin"/><Relationship Id="rId41" Type="http://schemas.openxmlformats.org/officeDocument/2006/relationships/image" Target="../media/image434.wmf"/><Relationship Id="rId40" Type="http://schemas.openxmlformats.org/officeDocument/2006/relationships/oleObject" Target="../embeddings/oleObject434.bin"/><Relationship Id="rId4" Type="http://schemas.openxmlformats.org/officeDocument/2006/relationships/oleObject" Target="../embeddings/oleObject416.bin"/><Relationship Id="rId39" Type="http://schemas.openxmlformats.org/officeDocument/2006/relationships/image" Target="../media/image433.wmf"/><Relationship Id="rId38" Type="http://schemas.openxmlformats.org/officeDocument/2006/relationships/oleObject" Target="../embeddings/oleObject433.bin"/><Relationship Id="rId37" Type="http://schemas.openxmlformats.org/officeDocument/2006/relationships/image" Target="../media/image432.wmf"/><Relationship Id="rId36" Type="http://schemas.openxmlformats.org/officeDocument/2006/relationships/oleObject" Target="../embeddings/oleObject432.bin"/><Relationship Id="rId35" Type="http://schemas.openxmlformats.org/officeDocument/2006/relationships/image" Target="../media/image431.wmf"/><Relationship Id="rId34" Type="http://schemas.openxmlformats.org/officeDocument/2006/relationships/oleObject" Target="../embeddings/oleObject431.bin"/><Relationship Id="rId33" Type="http://schemas.openxmlformats.org/officeDocument/2006/relationships/image" Target="../media/image430.wmf"/><Relationship Id="rId32" Type="http://schemas.openxmlformats.org/officeDocument/2006/relationships/oleObject" Target="../embeddings/oleObject430.bin"/><Relationship Id="rId31" Type="http://schemas.openxmlformats.org/officeDocument/2006/relationships/image" Target="../media/image429.wmf"/><Relationship Id="rId30" Type="http://schemas.openxmlformats.org/officeDocument/2006/relationships/oleObject" Target="../embeddings/oleObject429.bin"/><Relationship Id="rId3" Type="http://schemas.openxmlformats.org/officeDocument/2006/relationships/image" Target="../media/image108.png"/><Relationship Id="rId29" Type="http://schemas.openxmlformats.org/officeDocument/2006/relationships/image" Target="../media/image428.wmf"/><Relationship Id="rId28" Type="http://schemas.openxmlformats.org/officeDocument/2006/relationships/oleObject" Target="../embeddings/oleObject428.bin"/><Relationship Id="rId27" Type="http://schemas.openxmlformats.org/officeDocument/2006/relationships/image" Target="../media/image427.wmf"/><Relationship Id="rId26" Type="http://schemas.openxmlformats.org/officeDocument/2006/relationships/oleObject" Target="../embeddings/oleObject427.bin"/><Relationship Id="rId25" Type="http://schemas.openxmlformats.org/officeDocument/2006/relationships/image" Target="../media/image426.wmf"/><Relationship Id="rId24" Type="http://schemas.openxmlformats.org/officeDocument/2006/relationships/oleObject" Target="../embeddings/oleObject426.bin"/><Relationship Id="rId23" Type="http://schemas.openxmlformats.org/officeDocument/2006/relationships/image" Target="../media/image425.wmf"/><Relationship Id="rId22" Type="http://schemas.openxmlformats.org/officeDocument/2006/relationships/oleObject" Target="../embeddings/oleObject425.bin"/><Relationship Id="rId21" Type="http://schemas.openxmlformats.org/officeDocument/2006/relationships/image" Target="../media/image368.wmf"/><Relationship Id="rId20" Type="http://schemas.openxmlformats.org/officeDocument/2006/relationships/oleObject" Target="../embeddings/oleObject424.bin"/><Relationship Id="rId2" Type="http://schemas.openxmlformats.org/officeDocument/2006/relationships/image" Target="../media/image417.wmf"/><Relationship Id="rId19" Type="http://schemas.openxmlformats.org/officeDocument/2006/relationships/image" Target="../media/image424.wmf"/><Relationship Id="rId18" Type="http://schemas.openxmlformats.org/officeDocument/2006/relationships/oleObject" Target="../embeddings/oleObject423.bin"/><Relationship Id="rId17" Type="http://schemas.openxmlformats.org/officeDocument/2006/relationships/image" Target="../media/image423.wmf"/><Relationship Id="rId16" Type="http://schemas.openxmlformats.org/officeDocument/2006/relationships/oleObject" Target="../embeddings/oleObject422.bin"/><Relationship Id="rId15" Type="http://schemas.openxmlformats.org/officeDocument/2006/relationships/image" Target="../media/image422.wmf"/><Relationship Id="rId14" Type="http://schemas.openxmlformats.org/officeDocument/2006/relationships/oleObject" Target="../embeddings/oleObject421.bin"/><Relationship Id="rId13" Type="http://schemas.openxmlformats.org/officeDocument/2006/relationships/image" Target="../media/image421.wmf"/><Relationship Id="rId12" Type="http://schemas.openxmlformats.org/officeDocument/2006/relationships/oleObject" Target="../embeddings/oleObject420.bin"/><Relationship Id="rId11" Type="http://schemas.openxmlformats.org/officeDocument/2006/relationships/image" Target="../media/image420.wmf"/><Relationship Id="rId10" Type="http://schemas.openxmlformats.org/officeDocument/2006/relationships/oleObject" Target="../embeddings/oleObject419.bin"/><Relationship Id="rId1" Type="http://schemas.openxmlformats.org/officeDocument/2006/relationships/oleObject" Target="../embeddings/oleObject415.bin"/></Relationships>
</file>

<file path=ppt/slides/_rels/slide54.xml.rels><?xml version="1.0" encoding="UTF-8" standalone="yes"?>
<Relationships xmlns="http://schemas.openxmlformats.org/package/2006/relationships"><Relationship Id="rId92" Type="http://schemas.openxmlformats.org/officeDocument/2006/relationships/notesSlide" Target="../notesSlides/notesSlide44.xml"/><Relationship Id="rId91" Type="http://schemas.openxmlformats.org/officeDocument/2006/relationships/vmlDrawing" Target="../drawings/vmlDrawing43.vml"/><Relationship Id="rId90" Type="http://schemas.openxmlformats.org/officeDocument/2006/relationships/slideLayout" Target="../slideLayouts/slideLayout2.xml"/><Relationship Id="rId9" Type="http://schemas.openxmlformats.org/officeDocument/2006/relationships/oleObject" Target="../embeddings/oleObject442.bin"/><Relationship Id="rId89" Type="http://schemas.openxmlformats.org/officeDocument/2006/relationships/oleObject" Target="../embeddings/oleObject491.bin"/><Relationship Id="rId88" Type="http://schemas.openxmlformats.org/officeDocument/2006/relationships/oleObject" Target="../embeddings/oleObject490.bin"/><Relationship Id="rId87" Type="http://schemas.openxmlformats.org/officeDocument/2006/relationships/oleObject" Target="../embeddings/oleObject489.bin"/><Relationship Id="rId86" Type="http://schemas.openxmlformats.org/officeDocument/2006/relationships/oleObject" Target="../embeddings/oleObject488.bin"/><Relationship Id="rId85" Type="http://schemas.openxmlformats.org/officeDocument/2006/relationships/oleObject" Target="../embeddings/oleObject487.bin"/><Relationship Id="rId84" Type="http://schemas.openxmlformats.org/officeDocument/2006/relationships/oleObject" Target="../embeddings/oleObject486.bin"/><Relationship Id="rId83" Type="http://schemas.openxmlformats.org/officeDocument/2006/relationships/oleObject" Target="../embeddings/oleObject485.bin"/><Relationship Id="rId82" Type="http://schemas.openxmlformats.org/officeDocument/2006/relationships/oleObject" Target="../embeddings/oleObject484.bin"/><Relationship Id="rId81" Type="http://schemas.openxmlformats.org/officeDocument/2006/relationships/oleObject" Target="../embeddings/oleObject483.bin"/><Relationship Id="rId80" Type="http://schemas.openxmlformats.org/officeDocument/2006/relationships/oleObject" Target="../embeddings/oleObject482.bin"/><Relationship Id="rId8" Type="http://schemas.openxmlformats.org/officeDocument/2006/relationships/image" Target="../media/image441.wmf"/><Relationship Id="rId79" Type="http://schemas.openxmlformats.org/officeDocument/2006/relationships/image" Target="../media/image472.wmf"/><Relationship Id="rId78" Type="http://schemas.openxmlformats.org/officeDocument/2006/relationships/oleObject" Target="../embeddings/oleObject481.bin"/><Relationship Id="rId77" Type="http://schemas.openxmlformats.org/officeDocument/2006/relationships/image" Target="../media/image471.wmf"/><Relationship Id="rId76" Type="http://schemas.openxmlformats.org/officeDocument/2006/relationships/oleObject" Target="../embeddings/oleObject480.bin"/><Relationship Id="rId75" Type="http://schemas.openxmlformats.org/officeDocument/2006/relationships/image" Target="../media/image470.wmf"/><Relationship Id="rId74" Type="http://schemas.openxmlformats.org/officeDocument/2006/relationships/oleObject" Target="../embeddings/oleObject479.bin"/><Relationship Id="rId73" Type="http://schemas.openxmlformats.org/officeDocument/2006/relationships/image" Target="../media/image469.wmf"/><Relationship Id="rId72" Type="http://schemas.openxmlformats.org/officeDocument/2006/relationships/oleObject" Target="../embeddings/oleObject478.bin"/><Relationship Id="rId71" Type="http://schemas.openxmlformats.org/officeDocument/2006/relationships/image" Target="../media/image468.wmf"/><Relationship Id="rId70" Type="http://schemas.openxmlformats.org/officeDocument/2006/relationships/oleObject" Target="../embeddings/oleObject477.bin"/><Relationship Id="rId7" Type="http://schemas.openxmlformats.org/officeDocument/2006/relationships/oleObject" Target="../embeddings/oleObject441.bin"/><Relationship Id="rId69" Type="http://schemas.openxmlformats.org/officeDocument/2006/relationships/oleObject" Target="../embeddings/oleObject476.bin"/><Relationship Id="rId68" Type="http://schemas.openxmlformats.org/officeDocument/2006/relationships/oleObject" Target="../embeddings/oleObject475.bin"/><Relationship Id="rId67" Type="http://schemas.openxmlformats.org/officeDocument/2006/relationships/oleObject" Target="../embeddings/oleObject474.bin"/><Relationship Id="rId66" Type="http://schemas.openxmlformats.org/officeDocument/2006/relationships/image" Target="../media/image467.wmf"/><Relationship Id="rId65" Type="http://schemas.openxmlformats.org/officeDocument/2006/relationships/oleObject" Target="../embeddings/oleObject473.bin"/><Relationship Id="rId64" Type="http://schemas.openxmlformats.org/officeDocument/2006/relationships/image" Target="../media/image466.wmf"/><Relationship Id="rId63" Type="http://schemas.openxmlformats.org/officeDocument/2006/relationships/oleObject" Target="../embeddings/oleObject472.bin"/><Relationship Id="rId62" Type="http://schemas.openxmlformats.org/officeDocument/2006/relationships/oleObject" Target="../embeddings/oleObject471.bin"/><Relationship Id="rId61" Type="http://schemas.openxmlformats.org/officeDocument/2006/relationships/image" Target="../media/image465.wmf"/><Relationship Id="rId60" Type="http://schemas.openxmlformats.org/officeDocument/2006/relationships/oleObject" Target="../embeddings/oleObject470.bin"/><Relationship Id="rId6" Type="http://schemas.openxmlformats.org/officeDocument/2006/relationships/image" Target="../media/image440.wmf"/><Relationship Id="rId59" Type="http://schemas.openxmlformats.org/officeDocument/2006/relationships/oleObject" Target="../embeddings/oleObject469.bin"/><Relationship Id="rId58" Type="http://schemas.openxmlformats.org/officeDocument/2006/relationships/image" Target="../media/image464.wmf"/><Relationship Id="rId57" Type="http://schemas.openxmlformats.org/officeDocument/2006/relationships/oleObject" Target="../embeddings/oleObject468.bin"/><Relationship Id="rId56" Type="http://schemas.openxmlformats.org/officeDocument/2006/relationships/oleObject" Target="../embeddings/oleObject467.bin"/><Relationship Id="rId55" Type="http://schemas.openxmlformats.org/officeDocument/2006/relationships/image" Target="../media/image463.wmf"/><Relationship Id="rId54" Type="http://schemas.openxmlformats.org/officeDocument/2006/relationships/oleObject" Target="../embeddings/oleObject466.bin"/><Relationship Id="rId53" Type="http://schemas.openxmlformats.org/officeDocument/2006/relationships/image" Target="../media/image462.wmf"/><Relationship Id="rId52" Type="http://schemas.openxmlformats.org/officeDocument/2006/relationships/oleObject" Target="../embeddings/oleObject465.bin"/><Relationship Id="rId51" Type="http://schemas.openxmlformats.org/officeDocument/2006/relationships/image" Target="../media/image461.wmf"/><Relationship Id="rId50" Type="http://schemas.openxmlformats.org/officeDocument/2006/relationships/oleObject" Target="../embeddings/oleObject464.bin"/><Relationship Id="rId5" Type="http://schemas.openxmlformats.org/officeDocument/2006/relationships/oleObject" Target="../embeddings/oleObject440.bin"/><Relationship Id="rId49" Type="http://schemas.openxmlformats.org/officeDocument/2006/relationships/image" Target="../media/image460.wmf"/><Relationship Id="rId48" Type="http://schemas.openxmlformats.org/officeDocument/2006/relationships/oleObject" Target="../embeddings/oleObject463.bin"/><Relationship Id="rId47" Type="http://schemas.openxmlformats.org/officeDocument/2006/relationships/oleObject" Target="../embeddings/oleObject462.bin"/><Relationship Id="rId46" Type="http://schemas.openxmlformats.org/officeDocument/2006/relationships/image" Target="../media/image459.wmf"/><Relationship Id="rId45" Type="http://schemas.openxmlformats.org/officeDocument/2006/relationships/oleObject" Target="../embeddings/oleObject461.bin"/><Relationship Id="rId44" Type="http://schemas.openxmlformats.org/officeDocument/2006/relationships/image" Target="../media/image458.wmf"/><Relationship Id="rId43" Type="http://schemas.openxmlformats.org/officeDocument/2006/relationships/oleObject" Target="../embeddings/oleObject460.bin"/><Relationship Id="rId42" Type="http://schemas.openxmlformats.org/officeDocument/2006/relationships/oleObject" Target="../embeddings/oleObject459.bin"/><Relationship Id="rId41" Type="http://schemas.openxmlformats.org/officeDocument/2006/relationships/image" Target="../media/image457.wmf"/><Relationship Id="rId40" Type="http://schemas.openxmlformats.org/officeDocument/2006/relationships/oleObject" Target="../embeddings/oleObject458.bin"/><Relationship Id="rId4" Type="http://schemas.openxmlformats.org/officeDocument/2006/relationships/image" Target="../media/image439.wmf"/><Relationship Id="rId39" Type="http://schemas.openxmlformats.org/officeDocument/2006/relationships/image" Target="../media/image456.wmf"/><Relationship Id="rId38" Type="http://schemas.openxmlformats.org/officeDocument/2006/relationships/oleObject" Target="../embeddings/oleObject457.bin"/><Relationship Id="rId37" Type="http://schemas.openxmlformats.org/officeDocument/2006/relationships/image" Target="../media/image455.wmf"/><Relationship Id="rId36" Type="http://schemas.openxmlformats.org/officeDocument/2006/relationships/oleObject" Target="../embeddings/oleObject456.bin"/><Relationship Id="rId35" Type="http://schemas.openxmlformats.org/officeDocument/2006/relationships/image" Target="../media/image454.wmf"/><Relationship Id="rId34" Type="http://schemas.openxmlformats.org/officeDocument/2006/relationships/oleObject" Target="../embeddings/oleObject455.bin"/><Relationship Id="rId33" Type="http://schemas.openxmlformats.org/officeDocument/2006/relationships/image" Target="../media/image453.wmf"/><Relationship Id="rId32" Type="http://schemas.openxmlformats.org/officeDocument/2006/relationships/oleObject" Target="../embeddings/oleObject454.bin"/><Relationship Id="rId31" Type="http://schemas.openxmlformats.org/officeDocument/2006/relationships/image" Target="../media/image452.wmf"/><Relationship Id="rId30" Type="http://schemas.openxmlformats.org/officeDocument/2006/relationships/oleObject" Target="../embeddings/oleObject453.bin"/><Relationship Id="rId3" Type="http://schemas.openxmlformats.org/officeDocument/2006/relationships/oleObject" Target="../embeddings/oleObject439.bin"/><Relationship Id="rId29" Type="http://schemas.openxmlformats.org/officeDocument/2006/relationships/image" Target="../media/image451.wmf"/><Relationship Id="rId28" Type="http://schemas.openxmlformats.org/officeDocument/2006/relationships/oleObject" Target="../embeddings/oleObject452.bin"/><Relationship Id="rId27" Type="http://schemas.openxmlformats.org/officeDocument/2006/relationships/image" Target="../media/image450.wmf"/><Relationship Id="rId26" Type="http://schemas.openxmlformats.org/officeDocument/2006/relationships/oleObject" Target="../embeddings/oleObject451.bin"/><Relationship Id="rId25" Type="http://schemas.openxmlformats.org/officeDocument/2006/relationships/image" Target="../media/image449.wmf"/><Relationship Id="rId24" Type="http://schemas.openxmlformats.org/officeDocument/2006/relationships/oleObject" Target="../embeddings/oleObject450.bin"/><Relationship Id="rId23" Type="http://schemas.openxmlformats.org/officeDocument/2006/relationships/oleObject" Target="../embeddings/oleObject449.bin"/><Relationship Id="rId22" Type="http://schemas.openxmlformats.org/officeDocument/2006/relationships/image" Target="../media/image448.wmf"/><Relationship Id="rId21" Type="http://schemas.openxmlformats.org/officeDocument/2006/relationships/oleObject" Target="../embeddings/oleObject448.bin"/><Relationship Id="rId20" Type="http://schemas.openxmlformats.org/officeDocument/2006/relationships/image" Target="../media/image447.wmf"/><Relationship Id="rId2" Type="http://schemas.openxmlformats.org/officeDocument/2006/relationships/image" Target="../media/image438.wmf"/><Relationship Id="rId19" Type="http://schemas.openxmlformats.org/officeDocument/2006/relationships/oleObject" Target="../embeddings/oleObject447.bin"/><Relationship Id="rId18" Type="http://schemas.openxmlformats.org/officeDocument/2006/relationships/image" Target="../media/image446.wmf"/><Relationship Id="rId17" Type="http://schemas.openxmlformats.org/officeDocument/2006/relationships/oleObject" Target="../embeddings/oleObject446.bin"/><Relationship Id="rId16" Type="http://schemas.openxmlformats.org/officeDocument/2006/relationships/image" Target="../media/image445.wmf"/><Relationship Id="rId15" Type="http://schemas.openxmlformats.org/officeDocument/2006/relationships/oleObject" Target="../embeddings/oleObject445.bin"/><Relationship Id="rId14" Type="http://schemas.openxmlformats.org/officeDocument/2006/relationships/image" Target="../media/image444.wmf"/><Relationship Id="rId13" Type="http://schemas.openxmlformats.org/officeDocument/2006/relationships/oleObject" Target="../embeddings/oleObject444.bin"/><Relationship Id="rId12" Type="http://schemas.openxmlformats.org/officeDocument/2006/relationships/image" Target="../media/image443.wmf"/><Relationship Id="rId11" Type="http://schemas.openxmlformats.org/officeDocument/2006/relationships/oleObject" Target="../embeddings/oleObject443.bin"/><Relationship Id="rId10" Type="http://schemas.openxmlformats.org/officeDocument/2006/relationships/image" Target="../media/image442.wmf"/><Relationship Id="rId1" Type="http://schemas.openxmlformats.org/officeDocument/2006/relationships/oleObject" Target="../embeddings/oleObject438.bin"/></Relationships>
</file>

<file path=ppt/slides/_rels/slide55.xml.rels><?xml version="1.0" encoding="UTF-8" standalone="yes"?>
<Relationships xmlns="http://schemas.openxmlformats.org/package/2006/relationships"><Relationship Id="rId99" Type="http://schemas.openxmlformats.org/officeDocument/2006/relationships/tags" Target="../tags/tag94.xml"/><Relationship Id="rId98" Type="http://schemas.openxmlformats.org/officeDocument/2006/relationships/image" Target="../media/image489.wmf"/><Relationship Id="rId97" Type="http://schemas.openxmlformats.org/officeDocument/2006/relationships/oleObject" Target="../embeddings/oleObject509.bin"/><Relationship Id="rId96" Type="http://schemas.openxmlformats.org/officeDocument/2006/relationships/tags" Target="../tags/tag93.xml"/><Relationship Id="rId95" Type="http://schemas.openxmlformats.org/officeDocument/2006/relationships/tags" Target="../tags/tag92.xml"/><Relationship Id="rId94" Type="http://schemas.openxmlformats.org/officeDocument/2006/relationships/tags" Target="../tags/tag91.xml"/><Relationship Id="rId93" Type="http://schemas.openxmlformats.org/officeDocument/2006/relationships/tags" Target="../tags/tag90.xml"/><Relationship Id="rId92" Type="http://schemas.openxmlformats.org/officeDocument/2006/relationships/tags" Target="../tags/tag89.xml"/><Relationship Id="rId91" Type="http://schemas.openxmlformats.org/officeDocument/2006/relationships/tags" Target="../tags/tag88.xml"/><Relationship Id="rId90" Type="http://schemas.openxmlformats.org/officeDocument/2006/relationships/oleObject" Target="../embeddings/oleObject508.bin"/><Relationship Id="rId9" Type="http://schemas.openxmlformats.org/officeDocument/2006/relationships/tags" Target="../tags/tag34.xml"/><Relationship Id="rId89" Type="http://schemas.openxmlformats.org/officeDocument/2006/relationships/tags" Target="../tags/tag87.xml"/><Relationship Id="rId88" Type="http://schemas.openxmlformats.org/officeDocument/2006/relationships/oleObject" Target="../embeddings/oleObject507.bin"/><Relationship Id="rId87" Type="http://schemas.openxmlformats.org/officeDocument/2006/relationships/tags" Target="../tags/tag86.xml"/><Relationship Id="rId86" Type="http://schemas.openxmlformats.org/officeDocument/2006/relationships/oleObject" Target="../embeddings/oleObject506.bin"/><Relationship Id="rId85" Type="http://schemas.openxmlformats.org/officeDocument/2006/relationships/tags" Target="../tags/tag85.xml"/><Relationship Id="rId84" Type="http://schemas.openxmlformats.org/officeDocument/2006/relationships/tags" Target="../tags/tag84.xml"/><Relationship Id="rId83" Type="http://schemas.openxmlformats.org/officeDocument/2006/relationships/tags" Target="../tags/tag83.xml"/><Relationship Id="rId82" Type="http://schemas.openxmlformats.org/officeDocument/2006/relationships/tags" Target="../tags/tag82.xml"/><Relationship Id="rId81" Type="http://schemas.openxmlformats.org/officeDocument/2006/relationships/tags" Target="../tags/tag81.xml"/><Relationship Id="rId80" Type="http://schemas.openxmlformats.org/officeDocument/2006/relationships/tags" Target="../tags/tag80.xml"/><Relationship Id="rId8" Type="http://schemas.openxmlformats.org/officeDocument/2006/relationships/image" Target="../media/image476.png"/><Relationship Id="rId79" Type="http://schemas.openxmlformats.org/officeDocument/2006/relationships/image" Target="../media/image488.wmf"/><Relationship Id="rId78" Type="http://schemas.openxmlformats.org/officeDocument/2006/relationships/oleObject" Target="../embeddings/oleObject505.bin"/><Relationship Id="rId77" Type="http://schemas.openxmlformats.org/officeDocument/2006/relationships/tags" Target="../tags/tag79.xml"/><Relationship Id="rId76" Type="http://schemas.openxmlformats.org/officeDocument/2006/relationships/tags" Target="../tags/tag78.xml"/><Relationship Id="rId75" Type="http://schemas.openxmlformats.org/officeDocument/2006/relationships/oleObject" Target="../embeddings/oleObject504.bin"/><Relationship Id="rId74" Type="http://schemas.openxmlformats.org/officeDocument/2006/relationships/tags" Target="../tags/tag77.xml"/><Relationship Id="rId73" Type="http://schemas.openxmlformats.org/officeDocument/2006/relationships/image" Target="../media/image487.wmf"/><Relationship Id="rId72" Type="http://schemas.openxmlformats.org/officeDocument/2006/relationships/oleObject" Target="../embeddings/oleObject503.bin"/><Relationship Id="rId71" Type="http://schemas.openxmlformats.org/officeDocument/2006/relationships/tags" Target="../tags/tag76.xml"/><Relationship Id="rId70" Type="http://schemas.openxmlformats.org/officeDocument/2006/relationships/tags" Target="../tags/tag75.xml"/><Relationship Id="rId7" Type="http://schemas.openxmlformats.org/officeDocument/2006/relationships/tags" Target="../tags/tag33.xml"/><Relationship Id="rId69" Type="http://schemas.openxmlformats.org/officeDocument/2006/relationships/tags" Target="../tags/tag74.xml"/><Relationship Id="rId68" Type="http://schemas.openxmlformats.org/officeDocument/2006/relationships/tags" Target="../tags/tag73.xml"/><Relationship Id="rId67" Type="http://schemas.openxmlformats.org/officeDocument/2006/relationships/tags" Target="../tags/tag72.xml"/><Relationship Id="rId66" Type="http://schemas.openxmlformats.org/officeDocument/2006/relationships/tags" Target="../tags/tag71.xml"/><Relationship Id="rId65" Type="http://schemas.openxmlformats.org/officeDocument/2006/relationships/tags" Target="../tags/tag70.xml"/><Relationship Id="rId64" Type="http://schemas.openxmlformats.org/officeDocument/2006/relationships/tags" Target="../tags/tag69.xml"/><Relationship Id="rId63" Type="http://schemas.openxmlformats.org/officeDocument/2006/relationships/tags" Target="../tags/tag68.xml"/><Relationship Id="rId62" Type="http://schemas.openxmlformats.org/officeDocument/2006/relationships/image" Target="../media/image486.wmf"/><Relationship Id="rId61" Type="http://schemas.openxmlformats.org/officeDocument/2006/relationships/oleObject" Target="../embeddings/oleObject502.bin"/><Relationship Id="rId60" Type="http://schemas.openxmlformats.org/officeDocument/2006/relationships/tags" Target="../tags/tag67.xml"/><Relationship Id="rId6" Type="http://schemas.openxmlformats.org/officeDocument/2006/relationships/image" Target="../media/image475.png"/><Relationship Id="rId59" Type="http://schemas.openxmlformats.org/officeDocument/2006/relationships/image" Target="../media/image485.wmf"/><Relationship Id="rId58" Type="http://schemas.openxmlformats.org/officeDocument/2006/relationships/oleObject" Target="../embeddings/oleObject501.bin"/><Relationship Id="rId57" Type="http://schemas.openxmlformats.org/officeDocument/2006/relationships/tags" Target="../tags/tag66.xml"/><Relationship Id="rId56" Type="http://schemas.openxmlformats.org/officeDocument/2006/relationships/image" Target="../media/image484.wmf"/><Relationship Id="rId55" Type="http://schemas.openxmlformats.org/officeDocument/2006/relationships/oleObject" Target="../embeddings/oleObject500.bin"/><Relationship Id="rId54" Type="http://schemas.openxmlformats.org/officeDocument/2006/relationships/tags" Target="../tags/tag65.xml"/><Relationship Id="rId53" Type="http://schemas.openxmlformats.org/officeDocument/2006/relationships/tags" Target="../tags/tag64.xml"/><Relationship Id="rId52" Type="http://schemas.openxmlformats.org/officeDocument/2006/relationships/tags" Target="../tags/tag63.xml"/><Relationship Id="rId51" Type="http://schemas.openxmlformats.org/officeDocument/2006/relationships/tags" Target="../tags/tag62.xml"/><Relationship Id="rId50" Type="http://schemas.openxmlformats.org/officeDocument/2006/relationships/tags" Target="../tags/tag61.xml"/><Relationship Id="rId5" Type="http://schemas.openxmlformats.org/officeDocument/2006/relationships/tags" Target="../tags/tag32.xml"/><Relationship Id="rId49" Type="http://schemas.openxmlformats.org/officeDocument/2006/relationships/tags" Target="../tags/tag60.xml"/><Relationship Id="rId48" Type="http://schemas.openxmlformats.org/officeDocument/2006/relationships/image" Target="../media/image483.wmf"/><Relationship Id="rId47" Type="http://schemas.openxmlformats.org/officeDocument/2006/relationships/oleObject" Target="../embeddings/oleObject499.bin"/><Relationship Id="rId46" Type="http://schemas.openxmlformats.org/officeDocument/2006/relationships/image" Target="../media/image482.wmf"/><Relationship Id="rId45" Type="http://schemas.openxmlformats.org/officeDocument/2006/relationships/oleObject" Target="../embeddings/oleObject498.bin"/><Relationship Id="rId44" Type="http://schemas.openxmlformats.org/officeDocument/2006/relationships/tags" Target="../tags/tag59.xml"/><Relationship Id="rId43" Type="http://schemas.openxmlformats.org/officeDocument/2006/relationships/image" Target="../media/image481.wmf"/><Relationship Id="rId42" Type="http://schemas.openxmlformats.org/officeDocument/2006/relationships/oleObject" Target="../embeddings/oleObject497.bin"/><Relationship Id="rId41" Type="http://schemas.openxmlformats.org/officeDocument/2006/relationships/tags" Target="../tags/tag58.xml"/><Relationship Id="rId40" Type="http://schemas.openxmlformats.org/officeDocument/2006/relationships/tags" Target="../tags/tag57.xml"/><Relationship Id="rId4" Type="http://schemas.openxmlformats.org/officeDocument/2006/relationships/image" Target="../media/image474.wmf"/><Relationship Id="rId39" Type="http://schemas.openxmlformats.org/officeDocument/2006/relationships/tags" Target="../tags/tag56.xml"/><Relationship Id="rId38" Type="http://schemas.openxmlformats.org/officeDocument/2006/relationships/image" Target="../media/image480.wmf"/><Relationship Id="rId37" Type="http://schemas.openxmlformats.org/officeDocument/2006/relationships/oleObject" Target="../embeddings/oleObject496.bin"/><Relationship Id="rId36" Type="http://schemas.openxmlformats.org/officeDocument/2006/relationships/tags" Target="../tags/tag55.xml"/><Relationship Id="rId35" Type="http://schemas.openxmlformats.org/officeDocument/2006/relationships/image" Target="../media/image479.wmf"/><Relationship Id="rId34" Type="http://schemas.openxmlformats.org/officeDocument/2006/relationships/oleObject" Target="../embeddings/oleObject495.bin"/><Relationship Id="rId33" Type="http://schemas.openxmlformats.org/officeDocument/2006/relationships/tags" Target="../tags/tag54.xml"/><Relationship Id="rId32" Type="http://schemas.openxmlformats.org/officeDocument/2006/relationships/tags" Target="../tags/tag53.xml"/><Relationship Id="rId31" Type="http://schemas.openxmlformats.org/officeDocument/2006/relationships/image" Target="../media/image478.wmf"/><Relationship Id="rId30" Type="http://schemas.openxmlformats.org/officeDocument/2006/relationships/oleObject" Target="../embeddings/oleObject494.bin"/><Relationship Id="rId3" Type="http://schemas.openxmlformats.org/officeDocument/2006/relationships/oleObject" Target="../embeddings/oleObject492.bin"/><Relationship Id="rId29" Type="http://schemas.openxmlformats.org/officeDocument/2006/relationships/tags" Target="../tags/tag52.xml"/><Relationship Id="rId28" Type="http://schemas.openxmlformats.org/officeDocument/2006/relationships/image" Target="../media/image477.wmf"/><Relationship Id="rId27" Type="http://schemas.openxmlformats.org/officeDocument/2006/relationships/oleObject" Target="../embeddings/oleObject493.bin"/><Relationship Id="rId26" Type="http://schemas.openxmlformats.org/officeDocument/2006/relationships/tags" Target="../tags/tag51.xml"/><Relationship Id="rId25" Type="http://schemas.openxmlformats.org/officeDocument/2006/relationships/tags" Target="../tags/tag50.xml"/><Relationship Id="rId24" Type="http://schemas.openxmlformats.org/officeDocument/2006/relationships/tags" Target="../tags/tag49.xml"/><Relationship Id="rId23" Type="http://schemas.openxmlformats.org/officeDocument/2006/relationships/tags" Target="../tags/tag48.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image" Target="../media/image473.png"/><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5" Type="http://schemas.openxmlformats.org/officeDocument/2006/relationships/notesSlide" Target="../notesSlides/notesSlide45.xml"/><Relationship Id="rId124" Type="http://schemas.openxmlformats.org/officeDocument/2006/relationships/vmlDrawing" Target="../drawings/vmlDrawing44.vml"/><Relationship Id="rId123" Type="http://schemas.openxmlformats.org/officeDocument/2006/relationships/slideLayout" Target="../slideLayouts/slideLayout1.xml"/><Relationship Id="rId122" Type="http://schemas.openxmlformats.org/officeDocument/2006/relationships/image" Target="../media/image496.png"/><Relationship Id="rId121" Type="http://schemas.openxmlformats.org/officeDocument/2006/relationships/image" Target="../media/image495.png"/><Relationship Id="rId120" Type="http://schemas.openxmlformats.org/officeDocument/2006/relationships/tags" Target="../tags/tag105.xml"/><Relationship Id="rId12" Type="http://schemas.openxmlformats.org/officeDocument/2006/relationships/tags" Target="../tags/tag37.xml"/><Relationship Id="rId119" Type="http://schemas.openxmlformats.org/officeDocument/2006/relationships/tags" Target="../tags/tag104.xml"/><Relationship Id="rId118" Type="http://schemas.openxmlformats.org/officeDocument/2006/relationships/tags" Target="../tags/tag103.xml"/><Relationship Id="rId117" Type="http://schemas.openxmlformats.org/officeDocument/2006/relationships/tags" Target="../tags/tag102.xml"/><Relationship Id="rId116" Type="http://schemas.openxmlformats.org/officeDocument/2006/relationships/tags" Target="../tags/tag101.xml"/><Relationship Id="rId115" Type="http://schemas.openxmlformats.org/officeDocument/2006/relationships/tags" Target="../tags/tag100.xml"/><Relationship Id="rId114" Type="http://schemas.openxmlformats.org/officeDocument/2006/relationships/tags" Target="../tags/tag99.xml"/><Relationship Id="rId113" Type="http://schemas.openxmlformats.org/officeDocument/2006/relationships/tags" Target="../tags/tag98.xml"/><Relationship Id="rId112" Type="http://schemas.openxmlformats.org/officeDocument/2006/relationships/tags" Target="../tags/tag97.xml"/><Relationship Id="rId111" Type="http://schemas.openxmlformats.org/officeDocument/2006/relationships/tags" Target="../tags/tag96.xml"/><Relationship Id="rId110" Type="http://schemas.openxmlformats.org/officeDocument/2006/relationships/image" Target="../media/image494.wmf"/><Relationship Id="rId11" Type="http://schemas.openxmlformats.org/officeDocument/2006/relationships/tags" Target="../tags/tag36.xml"/><Relationship Id="rId109" Type="http://schemas.openxmlformats.org/officeDocument/2006/relationships/oleObject" Target="../embeddings/oleObject514.bin"/><Relationship Id="rId108" Type="http://schemas.openxmlformats.org/officeDocument/2006/relationships/image" Target="../media/image493.wmf"/><Relationship Id="rId107" Type="http://schemas.openxmlformats.org/officeDocument/2006/relationships/oleObject" Target="../embeddings/oleObject513.bin"/><Relationship Id="rId106" Type="http://schemas.openxmlformats.org/officeDocument/2006/relationships/image" Target="../media/image492.wmf"/><Relationship Id="rId105" Type="http://schemas.openxmlformats.org/officeDocument/2006/relationships/oleObject" Target="../embeddings/oleObject512.bin"/><Relationship Id="rId104" Type="http://schemas.openxmlformats.org/officeDocument/2006/relationships/image" Target="../media/image491.wmf"/><Relationship Id="rId103" Type="http://schemas.openxmlformats.org/officeDocument/2006/relationships/oleObject" Target="../embeddings/oleObject511.bin"/><Relationship Id="rId102" Type="http://schemas.openxmlformats.org/officeDocument/2006/relationships/tags" Target="../tags/tag95.xml"/><Relationship Id="rId101" Type="http://schemas.openxmlformats.org/officeDocument/2006/relationships/image" Target="../media/image490.wmf"/><Relationship Id="rId100" Type="http://schemas.openxmlformats.org/officeDocument/2006/relationships/oleObject" Target="../embeddings/oleObject510.bin"/><Relationship Id="rId10" Type="http://schemas.openxmlformats.org/officeDocument/2006/relationships/tags" Target="../tags/tag35.xml"/><Relationship Id="rId1" Type="http://schemas.openxmlformats.org/officeDocument/2006/relationships/tags" Target="../tags/tag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443567" y="664633"/>
            <a:ext cx="9144000" cy="1778530"/>
          </a:xfrm>
        </p:spPr>
        <p:txBody>
          <a:bodyPr>
            <a:normAutofit/>
          </a:bodyPr>
          <a:lstStyle/>
          <a:p>
            <a:r>
              <a:rPr sz="4400" dirty="0"/>
              <a:t>电磁场理论复习</a:t>
            </a:r>
            <a:r>
              <a:rPr lang="zh-CN" sz="4400" dirty="0"/>
              <a:t>、</a:t>
            </a:r>
            <a:br>
              <a:rPr lang="zh-CN" sz="4400" dirty="0"/>
            </a:br>
            <a:r>
              <a:rPr sz="4400" dirty="0"/>
              <a:t>简单边值问题的计算</a:t>
            </a:r>
            <a:endParaRPr sz="4400" dirty="0"/>
          </a:p>
        </p:txBody>
      </p:sp>
      <p:sp>
        <p:nvSpPr>
          <p:cNvPr id="4" name="文本框 3"/>
          <p:cNvSpPr txBox="1"/>
          <p:nvPr/>
        </p:nvSpPr>
        <p:spPr>
          <a:xfrm>
            <a:off x="8842676" y="2879110"/>
            <a:ext cx="914400" cy="460375"/>
          </a:xfrm>
          <a:prstGeom prst="rect">
            <a:avLst/>
          </a:prstGeom>
          <a:noFill/>
        </p:spPr>
        <p:txBody>
          <a:bodyPr wrap="none" rtlCol="0">
            <a:spAutoFit/>
          </a:bodyPr>
          <a:lstStyle/>
          <a:p>
            <a:pPr algn="ctr"/>
            <a:r>
              <a:rPr lang="en-US" altLang="zh-CN" sz="1200" dirty="0"/>
              <a:t>Cheng xian</a:t>
            </a:r>
            <a:endParaRPr lang="en-US" altLang="zh-CN" sz="1200" dirty="0"/>
          </a:p>
          <a:p>
            <a:pPr algn="ctr"/>
            <a:r>
              <a:rPr lang="en-US" altLang="zh-CN" sz="1200" dirty="0"/>
              <a:t>2026.5.6</a:t>
            </a:r>
            <a:endParaRPr lang="en-US" altLang="zh-CN" sz="1200" dirty="0"/>
          </a:p>
        </p:txBody>
      </p:sp>
      <p:sp>
        <p:nvSpPr>
          <p:cNvPr id="5" name="文本框 4"/>
          <p:cNvSpPr txBox="1"/>
          <p:nvPr/>
        </p:nvSpPr>
        <p:spPr>
          <a:xfrm>
            <a:off x="2587837" y="3379470"/>
            <a:ext cx="2697480" cy="2030095"/>
          </a:xfrm>
          <a:prstGeom prst="rect">
            <a:avLst/>
          </a:prstGeom>
          <a:noFill/>
        </p:spPr>
        <p:txBody>
          <a:bodyPr wrap="none" rtlCol="0">
            <a:spAutoFit/>
          </a:bodyPr>
          <a:lstStyle/>
          <a:p>
            <a:pPr algn="l"/>
            <a:r>
              <a:rPr lang="zh-CN" altLang="en-US" dirty="0">
                <a:sym typeface="+mn-ea"/>
              </a:rPr>
              <a:t>前言</a:t>
            </a:r>
            <a:endParaRPr lang="zh-CN" altLang="en-US" dirty="0"/>
          </a:p>
          <a:p>
            <a:pPr indent="0" algn="l" fontAlgn="auto">
              <a:lnSpc>
                <a:spcPct val="150000"/>
              </a:lnSpc>
            </a:pPr>
            <a:r>
              <a:rPr lang="zh-CN" altLang="en-US" dirty="0"/>
              <a:t>一、矢量分析与场论</a:t>
            </a:r>
            <a:endParaRPr lang="en-US" altLang="zh-CN" dirty="0"/>
          </a:p>
          <a:p>
            <a:pPr algn="l"/>
            <a:r>
              <a:rPr lang="zh-CN" altLang="en-US" dirty="0"/>
              <a:t>二、静电场</a:t>
            </a:r>
            <a:endParaRPr lang="en-US" altLang="zh-CN" dirty="0"/>
          </a:p>
          <a:p>
            <a:pPr algn="l"/>
            <a:r>
              <a:rPr lang="zh-CN" altLang="en-US" dirty="0"/>
              <a:t>三、恒定电流场、静磁场</a:t>
            </a:r>
            <a:endParaRPr lang="en-US" altLang="zh-CN" dirty="0"/>
          </a:p>
          <a:p>
            <a:pPr algn="l"/>
            <a:r>
              <a:rPr lang="zh-CN" altLang="en-US" dirty="0"/>
              <a:t>四、时变电磁场</a:t>
            </a:r>
            <a:endParaRPr lang="zh-CN" altLang="en-US" dirty="0"/>
          </a:p>
          <a:p>
            <a:pPr indent="0" algn="l" fontAlgn="auto">
              <a:lnSpc>
                <a:spcPct val="150000"/>
              </a:lnSpc>
            </a:pPr>
            <a:r>
              <a:rPr lang="zh-CN" altLang="en-US" dirty="0"/>
              <a:t>总结</a:t>
            </a:r>
            <a:r>
              <a:rPr lang="zh-CN" altLang="en-US" dirty="0"/>
              <a:t>和补充</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8367" y="386526"/>
            <a:ext cx="2722880" cy="398780"/>
          </a:xfrm>
          <a:prstGeom prst="rect">
            <a:avLst/>
          </a:prstGeom>
          <a:noFill/>
        </p:spPr>
        <p:txBody>
          <a:bodyPr wrap="none" rtlCol="0">
            <a:spAutoFit/>
          </a:bodyPr>
          <a:lstStyle/>
          <a:p>
            <a:pPr algn="l"/>
            <a:r>
              <a:rPr lang="zh-CN" altLang="en-US" sz="2000" dirty="0">
                <a:sym typeface="+mn-ea"/>
              </a:rPr>
              <a:t>前言：</a:t>
            </a:r>
            <a:r>
              <a:rPr lang="zh-CN" altLang="en-US" sz="2000" dirty="0"/>
              <a:t>电磁学的发展</a:t>
            </a:r>
            <a:r>
              <a:rPr lang="zh-CN" altLang="en-US" sz="2000" dirty="0"/>
              <a:t>史</a:t>
            </a:r>
            <a:endParaRPr lang="zh-CN" altLang="en-US" sz="2000" dirty="0"/>
          </a:p>
        </p:txBody>
      </p:sp>
      <p:pic>
        <p:nvPicPr>
          <p:cNvPr id="2" name="图片 1"/>
          <p:cNvPicPr/>
          <p:nvPr/>
        </p:nvPicPr>
        <p:blipFill>
          <a:blip r:embed="rId1"/>
          <a:srcRect b="8255"/>
          <a:stretch>
            <a:fillRect/>
          </a:stretch>
        </p:blipFill>
        <p:spPr>
          <a:xfrm>
            <a:off x="478155" y="848360"/>
            <a:ext cx="2125345" cy="2310130"/>
          </a:xfrm>
          <a:prstGeom prst="rect">
            <a:avLst/>
          </a:prstGeom>
        </p:spPr>
      </p:pic>
      <p:sp>
        <p:nvSpPr>
          <p:cNvPr id="3" name="文本框 2"/>
          <p:cNvSpPr txBox="1"/>
          <p:nvPr/>
        </p:nvSpPr>
        <p:spPr>
          <a:xfrm>
            <a:off x="415290" y="3089275"/>
            <a:ext cx="2125345" cy="584200"/>
          </a:xfrm>
          <a:prstGeom prst="rect">
            <a:avLst/>
          </a:prstGeom>
          <a:noFill/>
        </p:spPr>
        <p:txBody>
          <a:bodyPr wrap="square" rtlCol="0">
            <a:noAutofit/>
          </a:bodyPr>
          <a:p>
            <a:r>
              <a:rPr lang="en-US" altLang="zh-CN" sz="1000"/>
              <a:t>1600</a:t>
            </a:r>
            <a:r>
              <a:rPr lang="zh-CN" altLang="en-US" sz="1000"/>
              <a:t>年英国科学家吉尔伯特将物质（如玻璃、硫磺）经摩擦后能吸引轻小物体的特性称为</a:t>
            </a:r>
            <a:r>
              <a:rPr lang="en-US" altLang="zh-CN" sz="1000"/>
              <a:t>“</a:t>
            </a:r>
            <a:r>
              <a:rPr lang="zh-CN" altLang="en-US" sz="1000"/>
              <a:t>电</a:t>
            </a:r>
            <a:r>
              <a:rPr lang="en-US" altLang="zh-CN" sz="1000"/>
              <a:t>”</a:t>
            </a:r>
            <a:endParaRPr lang="en-US" altLang="zh-CN" sz="1000"/>
          </a:p>
        </p:txBody>
      </p:sp>
      <p:pic>
        <p:nvPicPr>
          <p:cNvPr id="5" name="图片 4"/>
          <p:cNvPicPr/>
          <p:nvPr/>
        </p:nvPicPr>
        <p:blipFill>
          <a:blip r:embed="rId2"/>
          <a:srcRect l="24963"/>
          <a:stretch>
            <a:fillRect/>
          </a:stretch>
        </p:blipFill>
        <p:spPr>
          <a:xfrm>
            <a:off x="9394825" y="1251585"/>
            <a:ext cx="2123440" cy="1843405"/>
          </a:xfrm>
          <a:prstGeom prst="rect">
            <a:avLst/>
          </a:prstGeom>
        </p:spPr>
      </p:pic>
      <p:sp>
        <p:nvSpPr>
          <p:cNvPr id="6" name="文本框 5"/>
          <p:cNvSpPr txBox="1"/>
          <p:nvPr/>
        </p:nvSpPr>
        <p:spPr>
          <a:xfrm>
            <a:off x="9604375" y="3131820"/>
            <a:ext cx="1877695" cy="480695"/>
          </a:xfrm>
          <a:prstGeom prst="rect">
            <a:avLst/>
          </a:prstGeom>
          <a:noFill/>
        </p:spPr>
        <p:txBody>
          <a:bodyPr wrap="square" rtlCol="0">
            <a:noAutofit/>
          </a:bodyPr>
          <a:p>
            <a:pPr algn="l">
              <a:buClrTx/>
              <a:buSzTx/>
              <a:buFontTx/>
            </a:pPr>
            <a:r>
              <a:rPr lang="zh-CN" altLang="en-US" sz="1000"/>
              <a:t>1745年</a:t>
            </a:r>
            <a:r>
              <a:rPr lang="zh-CN" altLang="en-US" sz="1000">
                <a:sym typeface="+mn-ea"/>
              </a:rPr>
              <a:t>第一个电容器</a:t>
            </a:r>
            <a:r>
              <a:rPr lang="zh-CN" altLang="en-US" sz="1000"/>
              <a:t>被发明—</a:t>
            </a:r>
            <a:r>
              <a:rPr lang="zh-CN" altLang="en-US" sz="1000">
                <a:sym typeface="+mn-ea"/>
              </a:rPr>
              <a:t>莱顿瓶，</a:t>
            </a:r>
            <a:r>
              <a:rPr lang="zh-CN" altLang="en-US" sz="1000">
                <a:sym typeface="+mn-ea"/>
              </a:rPr>
              <a:t>它可以储存电荷</a:t>
            </a:r>
            <a:endParaRPr lang="zh-CN" altLang="en-US" sz="1000"/>
          </a:p>
          <a:p>
            <a:endParaRPr lang="zh-CN" altLang="en-US" sz="1400"/>
          </a:p>
        </p:txBody>
      </p:sp>
      <p:pic>
        <p:nvPicPr>
          <p:cNvPr id="7" name="图片 6"/>
          <p:cNvPicPr/>
          <p:nvPr/>
        </p:nvPicPr>
        <p:blipFill>
          <a:blip r:embed="rId3"/>
          <a:stretch>
            <a:fillRect/>
          </a:stretch>
        </p:blipFill>
        <p:spPr>
          <a:xfrm>
            <a:off x="6369685" y="3792855"/>
            <a:ext cx="2233295" cy="2393315"/>
          </a:xfrm>
          <a:prstGeom prst="rect">
            <a:avLst/>
          </a:prstGeom>
        </p:spPr>
      </p:pic>
      <p:sp>
        <p:nvSpPr>
          <p:cNvPr id="8" name="文本框 7"/>
          <p:cNvSpPr txBox="1"/>
          <p:nvPr/>
        </p:nvSpPr>
        <p:spPr>
          <a:xfrm>
            <a:off x="6289040" y="6186170"/>
            <a:ext cx="2267585" cy="398780"/>
          </a:xfrm>
          <a:prstGeom prst="rect">
            <a:avLst/>
          </a:prstGeom>
        </p:spPr>
        <p:txBody>
          <a:bodyPr wrap="square">
            <a:spAutoFit/>
          </a:bodyPr>
          <a:p>
            <a:pPr marL="0" algn="l">
              <a:buClrTx/>
              <a:buSzTx/>
              <a:buFontTx/>
            </a:pPr>
            <a:r>
              <a:rPr lang="zh-CN" altLang="en-US" sz="1000">
                <a:sym typeface="+mn-ea"/>
              </a:rPr>
              <a:t>1</a:t>
            </a:r>
            <a:r>
              <a:rPr lang="en-US" altLang="zh-CN" sz="1000">
                <a:sym typeface="+mn-ea"/>
              </a:rPr>
              <a:t>800</a:t>
            </a:r>
            <a:r>
              <a:rPr lang="zh-CN" altLang="en-US" sz="1000">
                <a:sym typeface="+mn-ea"/>
              </a:rPr>
              <a:t>年</a:t>
            </a:r>
            <a:r>
              <a:rPr lang="zh-CN" altLang="en-US" sz="1000">
                <a:sym typeface="+mn-ea"/>
              </a:rPr>
              <a:t>第一个电池被</a:t>
            </a:r>
            <a:r>
              <a:rPr lang="zh-CN" altLang="en-US" sz="1000">
                <a:sym typeface="+mn-ea"/>
              </a:rPr>
              <a:t>发明—</a:t>
            </a:r>
            <a:r>
              <a:rPr lang="zh-CN" altLang="en-US" sz="1000">
                <a:sym typeface="+mn-ea"/>
              </a:rPr>
              <a:t>伏打电堆，人们开始了对电路的</a:t>
            </a:r>
            <a:r>
              <a:rPr lang="zh-CN" altLang="en-US" sz="1000">
                <a:sym typeface="+mn-ea"/>
              </a:rPr>
              <a:t>研究</a:t>
            </a:r>
            <a:endParaRPr lang="zh-CN" altLang="en-US" sz="1000">
              <a:sym typeface="+mn-ea"/>
            </a:endParaRPr>
          </a:p>
        </p:txBody>
      </p:sp>
      <p:pic>
        <p:nvPicPr>
          <p:cNvPr id="9" name="图片 8"/>
          <p:cNvPicPr/>
          <p:nvPr/>
        </p:nvPicPr>
        <p:blipFill>
          <a:blip r:embed="rId4"/>
          <a:stretch>
            <a:fillRect/>
          </a:stretch>
        </p:blipFill>
        <p:spPr>
          <a:xfrm>
            <a:off x="512445" y="3829050"/>
            <a:ext cx="2506980" cy="2121535"/>
          </a:xfrm>
          <a:prstGeom prst="rect">
            <a:avLst/>
          </a:prstGeom>
        </p:spPr>
      </p:pic>
      <p:sp>
        <p:nvSpPr>
          <p:cNvPr id="10" name="文本框 9"/>
          <p:cNvSpPr txBox="1"/>
          <p:nvPr/>
        </p:nvSpPr>
        <p:spPr>
          <a:xfrm>
            <a:off x="478155" y="5977255"/>
            <a:ext cx="2513965" cy="706755"/>
          </a:xfrm>
          <a:prstGeom prst="rect">
            <a:avLst/>
          </a:prstGeom>
        </p:spPr>
        <p:txBody>
          <a:bodyPr wrap="square">
            <a:spAutoFit/>
          </a:bodyPr>
          <a:p>
            <a:pPr marL="0" algn="l">
              <a:buClrTx/>
              <a:buSzTx/>
              <a:buFontTx/>
            </a:pPr>
            <a:r>
              <a:rPr lang="zh-CN" altLang="en-US" sz="1000" b="0" i="0"/>
              <a:t>1752年富兰克林风筝实验，将天上的闪电引入莱顿瓶中，证明了闪电和摩擦生成的</a:t>
            </a:r>
            <a:r>
              <a:rPr lang="zh-CN" altLang="en-US" sz="1000" b="0" i="0"/>
              <a:t>电是同一种电。他同时也提出了“正电”和“负电”的</a:t>
            </a:r>
            <a:r>
              <a:rPr lang="zh-CN" altLang="en-US" sz="1000" b="0" i="0"/>
              <a:t>概念</a:t>
            </a:r>
            <a:endParaRPr lang="zh-CN" altLang="en-US" sz="1000" b="0" i="0"/>
          </a:p>
        </p:txBody>
      </p:sp>
      <p:sp>
        <p:nvSpPr>
          <p:cNvPr id="11" name="文本框 10"/>
          <p:cNvSpPr txBox="1"/>
          <p:nvPr/>
        </p:nvSpPr>
        <p:spPr>
          <a:xfrm>
            <a:off x="2897505" y="3190875"/>
            <a:ext cx="2699385" cy="398780"/>
          </a:xfrm>
          <a:prstGeom prst="rect">
            <a:avLst/>
          </a:prstGeom>
        </p:spPr>
        <p:txBody>
          <a:bodyPr wrap="square">
            <a:spAutoFit/>
          </a:bodyPr>
          <a:p>
            <a:pPr marL="0" algn="l">
              <a:buClrTx/>
              <a:buSzTx/>
              <a:buFontTx/>
            </a:pPr>
            <a:r>
              <a:rPr lang="zh-CN" altLang="en-US" sz="1000" b="0" i="0"/>
              <a:t>1672年德国科学家奥托·冯·格里克制造了第一个硫磺起电机，能持续产生静电</a:t>
            </a:r>
            <a:endParaRPr lang="zh-CN" altLang="en-US" sz="1000" b="0" i="0"/>
          </a:p>
        </p:txBody>
      </p:sp>
      <p:pic>
        <p:nvPicPr>
          <p:cNvPr id="12" name="图片 11"/>
          <p:cNvPicPr/>
          <p:nvPr/>
        </p:nvPicPr>
        <p:blipFill>
          <a:blip r:embed="rId5"/>
          <a:stretch>
            <a:fillRect/>
          </a:stretch>
        </p:blipFill>
        <p:spPr>
          <a:xfrm>
            <a:off x="2868295" y="1122680"/>
            <a:ext cx="2896235" cy="2035810"/>
          </a:xfrm>
          <a:prstGeom prst="rect">
            <a:avLst/>
          </a:prstGeom>
        </p:spPr>
      </p:pic>
      <p:pic>
        <p:nvPicPr>
          <p:cNvPr id="13" name="图片 12"/>
          <p:cNvPicPr>
            <a:picLocks noChangeAspect="1"/>
          </p:cNvPicPr>
          <p:nvPr/>
        </p:nvPicPr>
        <p:blipFill>
          <a:blip r:embed="rId6"/>
          <a:stretch>
            <a:fillRect/>
          </a:stretch>
        </p:blipFill>
        <p:spPr>
          <a:xfrm>
            <a:off x="6164580" y="1283970"/>
            <a:ext cx="3124835" cy="1843405"/>
          </a:xfrm>
          <a:prstGeom prst="rect">
            <a:avLst/>
          </a:prstGeom>
        </p:spPr>
      </p:pic>
      <p:sp>
        <p:nvSpPr>
          <p:cNvPr id="14" name="文本框 13"/>
          <p:cNvSpPr txBox="1"/>
          <p:nvPr/>
        </p:nvSpPr>
        <p:spPr>
          <a:xfrm>
            <a:off x="6211570" y="3190875"/>
            <a:ext cx="3030220" cy="398780"/>
          </a:xfrm>
          <a:prstGeom prst="rect">
            <a:avLst/>
          </a:prstGeom>
        </p:spPr>
        <p:txBody>
          <a:bodyPr wrap="square">
            <a:spAutoFit/>
          </a:bodyPr>
          <a:p>
            <a:pPr marL="0" algn="l">
              <a:buClrTx/>
              <a:buSzTx/>
              <a:buFontTx/>
            </a:pPr>
            <a:r>
              <a:rPr lang="zh-CN" altLang="en-US" sz="1000" b="0" i="0"/>
              <a:t>1729年英国科学家斯蒂芬·格雷发现电能够传导，</a:t>
            </a:r>
            <a:r>
              <a:rPr lang="zh-CN" altLang="en-US" sz="1000" b="0" i="0"/>
              <a:t>并区分了导体与绝缘体</a:t>
            </a:r>
            <a:endParaRPr lang="zh-CN" altLang="en-US" sz="1000" b="0" i="0"/>
          </a:p>
        </p:txBody>
      </p:sp>
      <p:pic>
        <p:nvPicPr>
          <p:cNvPr id="17" name="图片 16"/>
          <p:cNvPicPr/>
          <p:nvPr/>
        </p:nvPicPr>
        <p:blipFill>
          <a:blip r:embed="rId7"/>
          <a:stretch>
            <a:fillRect/>
          </a:stretch>
        </p:blipFill>
        <p:spPr>
          <a:xfrm>
            <a:off x="3296920" y="3845560"/>
            <a:ext cx="2667000" cy="2131695"/>
          </a:xfrm>
          <a:prstGeom prst="rect">
            <a:avLst/>
          </a:prstGeom>
        </p:spPr>
      </p:pic>
      <p:sp>
        <p:nvSpPr>
          <p:cNvPr id="18" name="文本框 17"/>
          <p:cNvSpPr txBox="1"/>
          <p:nvPr/>
        </p:nvSpPr>
        <p:spPr>
          <a:xfrm>
            <a:off x="3432175" y="6032500"/>
            <a:ext cx="2267585" cy="706755"/>
          </a:xfrm>
          <a:prstGeom prst="rect">
            <a:avLst/>
          </a:prstGeom>
        </p:spPr>
        <p:txBody>
          <a:bodyPr wrap="square">
            <a:spAutoFit/>
          </a:bodyPr>
          <a:p>
            <a:pPr marL="0" algn="l">
              <a:buClrTx/>
              <a:buSzTx/>
              <a:buFontTx/>
            </a:pPr>
            <a:r>
              <a:rPr lang="en-US" altLang="zh-CN" sz="1000">
                <a:sym typeface="+mn-ea"/>
              </a:rPr>
              <a:t>1785</a:t>
            </a:r>
            <a:r>
              <a:rPr lang="zh-CN" altLang="en-US" sz="1000">
                <a:sym typeface="+mn-ea"/>
              </a:rPr>
              <a:t>年</a:t>
            </a:r>
            <a:r>
              <a:rPr lang="zh-CN" altLang="en-US" sz="1000">
                <a:sym typeface="+mn-ea"/>
              </a:rPr>
              <a:t>法国物理学家库仑通过扭秤实验，确立了库仑定律：同种电荷相斥，异种电荷相吸；作用力与电荷量乘积成正比，与距离平方成反比</a:t>
            </a:r>
            <a:endParaRPr lang="zh-CN" altLang="en-US" sz="1000">
              <a:sym typeface="+mn-ea"/>
            </a:endParaRPr>
          </a:p>
        </p:txBody>
      </p:sp>
      <p:pic>
        <p:nvPicPr>
          <p:cNvPr id="15" name="图片 14"/>
          <p:cNvPicPr/>
          <p:nvPr/>
        </p:nvPicPr>
        <p:blipFill>
          <a:blip r:embed="rId8"/>
          <a:stretch>
            <a:fillRect/>
          </a:stretch>
        </p:blipFill>
        <p:spPr>
          <a:xfrm>
            <a:off x="9077960" y="3872865"/>
            <a:ext cx="2773045" cy="2148205"/>
          </a:xfrm>
          <a:prstGeom prst="rect">
            <a:avLst/>
          </a:prstGeom>
        </p:spPr>
      </p:pic>
      <p:sp>
        <p:nvSpPr>
          <p:cNvPr id="16" name="文本框 15"/>
          <p:cNvSpPr txBox="1"/>
          <p:nvPr/>
        </p:nvSpPr>
        <p:spPr>
          <a:xfrm>
            <a:off x="8972550" y="6130925"/>
            <a:ext cx="3046730" cy="553085"/>
          </a:xfrm>
          <a:prstGeom prst="rect">
            <a:avLst/>
          </a:prstGeom>
        </p:spPr>
        <p:txBody>
          <a:bodyPr wrap="square">
            <a:spAutoFit/>
          </a:bodyPr>
          <a:p>
            <a:pPr marL="0" algn="l">
              <a:buClrTx/>
              <a:buSzTx/>
              <a:buFontTx/>
            </a:pPr>
            <a:r>
              <a:rPr lang="en-US" altLang="zh-CN" sz="1000">
                <a:sym typeface="+mn-ea"/>
              </a:rPr>
              <a:t>1820</a:t>
            </a:r>
            <a:r>
              <a:rPr lang="zh-CN" altLang="en-US" sz="1000">
                <a:sym typeface="+mn-ea"/>
              </a:rPr>
              <a:t>年，丹麦科学家奥斯特发现电流磁效应（电流使磁针偏转），首次揭示电与磁的联系。法国</a:t>
            </a:r>
            <a:r>
              <a:rPr lang="zh-CN" altLang="en-US" sz="1000">
                <a:sym typeface="+mn-ea"/>
              </a:rPr>
              <a:t>科学家安培随后提出安培定律与分子电流假说</a:t>
            </a:r>
            <a:endParaRPr lang="zh-CN" altLang="en-US" sz="100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8367" y="386526"/>
            <a:ext cx="2722880" cy="398780"/>
          </a:xfrm>
          <a:prstGeom prst="rect">
            <a:avLst/>
          </a:prstGeom>
          <a:noFill/>
        </p:spPr>
        <p:txBody>
          <a:bodyPr wrap="none" rtlCol="0">
            <a:spAutoFit/>
          </a:bodyPr>
          <a:lstStyle/>
          <a:p>
            <a:pPr algn="l"/>
            <a:r>
              <a:rPr lang="zh-CN" altLang="en-US" sz="2000" dirty="0">
                <a:sym typeface="+mn-ea"/>
              </a:rPr>
              <a:t>前言：</a:t>
            </a:r>
            <a:r>
              <a:rPr lang="zh-CN" altLang="en-US" sz="2000" dirty="0"/>
              <a:t>电磁学的发展</a:t>
            </a:r>
            <a:r>
              <a:rPr lang="zh-CN" altLang="en-US" sz="2000" dirty="0"/>
              <a:t>史</a:t>
            </a:r>
            <a:endParaRPr lang="zh-CN" altLang="en-US" sz="2000" dirty="0"/>
          </a:p>
        </p:txBody>
      </p:sp>
      <p:pic>
        <p:nvPicPr>
          <p:cNvPr id="19" name="图片 18"/>
          <p:cNvPicPr/>
          <p:nvPr/>
        </p:nvPicPr>
        <p:blipFill>
          <a:blip r:embed="rId1"/>
          <a:stretch>
            <a:fillRect/>
          </a:stretch>
        </p:blipFill>
        <p:spPr>
          <a:xfrm>
            <a:off x="3315970" y="3891915"/>
            <a:ext cx="2382520" cy="1809750"/>
          </a:xfrm>
          <a:prstGeom prst="rect">
            <a:avLst/>
          </a:prstGeom>
        </p:spPr>
      </p:pic>
      <p:sp>
        <p:nvSpPr>
          <p:cNvPr id="20" name="文本框 19"/>
          <p:cNvSpPr txBox="1"/>
          <p:nvPr/>
        </p:nvSpPr>
        <p:spPr>
          <a:xfrm>
            <a:off x="3188335" y="5888355"/>
            <a:ext cx="2637790" cy="398780"/>
          </a:xfrm>
          <a:prstGeom prst="rect">
            <a:avLst/>
          </a:prstGeom>
        </p:spPr>
        <p:txBody>
          <a:bodyPr wrap="square">
            <a:spAutoFit/>
          </a:bodyPr>
          <a:p>
            <a:pPr marL="0" algn="l">
              <a:buClrTx/>
              <a:buSzTx/>
              <a:buFontTx/>
            </a:pPr>
            <a:r>
              <a:rPr lang="zh-CN" altLang="en-US" sz="1000" b="0" i="0"/>
              <a:t>1897年汤姆逊通过阴极射线管实验，发现了电子，并测量了其荷质比</a:t>
            </a:r>
            <a:endParaRPr lang="zh-CN" altLang="en-US" sz="1000" b="0" i="0"/>
          </a:p>
        </p:txBody>
      </p:sp>
      <p:pic>
        <p:nvPicPr>
          <p:cNvPr id="4" name="图片 3"/>
          <p:cNvPicPr/>
          <p:nvPr/>
        </p:nvPicPr>
        <p:blipFill>
          <a:blip r:embed="rId2"/>
          <a:stretch>
            <a:fillRect/>
          </a:stretch>
        </p:blipFill>
        <p:spPr>
          <a:xfrm>
            <a:off x="732790" y="985520"/>
            <a:ext cx="1819910" cy="1884045"/>
          </a:xfrm>
          <a:prstGeom prst="rect">
            <a:avLst/>
          </a:prstGeom>
        </p:spPr>
      </p:pic>
      <p:sp>
        <p:nvSpPr>
          <p:cNvPr id="16" name="文本框 15"/>
          <p:cNvSpPr txBox="1"/>
          <p:nvPr/>
        </p:nvSpPr>
        <p:spPr>
          <a:xfrm>
            <a:off x="335280" y="2976245"/>
            <a:ext cx="2442210" cy="398780"/>
          </a:xfrm>
          <a:prstGeom prst="rect">
            <a:avLst/>
          </a:prstGeom>
        </p:spPr>
        <p:txBody>
          <a:bodyPr wrap="square">
            <a:spAutoFit/>
          </a:bodyPr>
          <a:p>
            <a:pPr marL="0" algn="l">
              <a:buClrTx/>
              <a:buSzTx/>
              <a:buFontTx/>
            </a:pPr>
            <a:r>
              <a:rPr lang="en-US" altLang="zh-CN" sz="1000">
                <a:sym typeface="+mn-ea"/>
              </a:rPr>
              <a:t>1827</a:t>
            </a:r>
            <a:r>
              <a:rPr lang="zh-CN" altLang="en-US" sz="1000">
                <a:sym typeface="+mn-ea"/>
              </a:rPr>
              <a:t>年，德国</a:t>
            </a:r>
            <a:r>
              <a:rPr lang="zh-CN" altLang="en-US" sz="1000">
                <a:sym typeface="+mn-ea"/>
              </a:rPr>
              <a:t>科学家欧姆提出欧姆定律，描述电流、电压与电阻关系</a:t>
            </a:r>
            <a:endParaRPr lang="zh-CN" altLang="en-US" sz="1000">
              <a:sym typeface="+mn-ea"/>
            </a:endParaRPr>
          </a:p>
        </p:txBody>
      </p:sp>
      <p:grpSp>
        <p:nvGrpSpPr>
          <p:cNvPr id="8" name="组合 7"/>
          <p:cNvGrpSpPr/>
          <p:nvPr/>
        </p:nvGrpSpPr>
        <p:grpSpPr>
          <a:xfrm>
            <a:off x="2905760" y="955675"/>
            <a:ext cx="2792095" cy="1829435"/>
            <a:chOff x="5516" y="1860"/>
            <a:chExt cx="6690" cy="3168"/>
          </a:xfrm>
        </p:grpSpPr>
        <p:pic>
          <p:nvPicPr>
            <p:cNvPr id="6" name="图片 5"/>
            <p:cNvPicPr/>
            <p:nvPr/>
          </p:nvPicPr>
          <p:blipFill>
            <a:blip r:embed="rId3"/>
            <a:stretch>
              <a:fillRect/>
            </a:stretch>
          </p:blipFill>
          <p:spPr>
            <a:xfrm>
              <a:off x="5516" y="1912"/>
              <a:ext cx="3452" cy="3117"/>
            </a:xfrm>
            <a:prstGeom prst="rect">
              <a:avLst/>
            </a:prstGeom>
          </p:spPr>
        </p:pic>
        <p:pic>
          <p:nvPicPr>
            <p:cNvPr id="7" name="图片 6"/>
            <p:cNvPicPr/>
            <p:nvPr/>
          </p:nvPicPr>
          <p:blipFill>
            <a:blip r:embed="rId4"/>
            <a:stretch>
              <a:fillRect/>
            </a:stretch>
          </p:blipFill>
          <p:spPr>
            <a:xfrm>
              <a:off x="8846" y="1860"/>
              <a:ext cx="3361" cy="3103"/>
            </a:xfrm>
            <a:prstGeom prst="rect">
              <a:avLst/>
            </a:prstGeom>
          </p:spPr>
        </p:pic>
      </p:grpSp>
      <p:sp>
        <p:nvSpPr>
          <p:cNvPr id="9" name="文本框 8"/>
          <p:cNvSpPr txBox="1"/>
          <p:nvPr/>
        </p:nvSpPr>
        <p:spPr>
          <a:xfrm>
            <a:off x="2804795" y="2942590"/>
            <a:ext cx="3105150" cy="553085"/>
          </a:xfrm>
          <a:prstGeom prst="rect">
            <a:avLst/>
          </a:prstGeom>
        </p:spPr>
        <p:txBody>
          <a:bodyPr wrap="square">
            <a:spAutoFit/>
          </a:bodyPr>
          <a:p>
            <a:pPr marL="0" algn="l">
              <a:buClrTx/>
              <a:buSzTx/>
              <a:buFontTx/>
            </a:pPr>
            <a:r>
              <a:rPr lang="en-US" altLang="zh-CN" sz="1000">
                <a:sym typeface="+mn-ea"/>
              </a:rPr>
              <a:t>1831</a:t>
            </a:r>
            <a:r>
              <a:rPr lang="zh-CN" altLang="en-US" sz="1000">
                <a:sym typeface="+mn-ea"/>
              </a:rPr>
              <a:t>年，英国</a:t>
            </a:r>
            <a:r>
              <a:rPr lang="zh-CN" altLang="en-US" sz="1000">
                <a:sym typeface="+mn-ea"/>
              </a:rPr>
              <a:t>科学家法拉第发现电磁感应定律（变化磁场产生电流），为发电机、变压器奠基</a:t>
            </a:r>
            <a:r>
              <a:rPr lang="zh-CN" altLang="en-US" sz="1000">
                <a:sym typeface="+mn-ea"/>
              </a:rPr>
              <a:t>。法拉第还提出</a:t>
            </a:r>
            <a:r>
              <a:rPr lang="en-US" altLang="zh-CN" sz="1000">
                <a:sym typeface="+mn-ea"/>
              </a:rPr>
              <a:t>“</a:t>
            </a:r>
            <a:r>
              <a:rPr lang="zh-CN" altLang="en-US" sz="1000">
                <a:sym typeface="+mn-ea"/>
              </a:rPr>
              <a:t>场</a:t>
            </a:r>
            <a:r>
              <a:rPr lang="en-US" altLang="zh-CN" sz="1000">
                <a:sym typeface="+mn-ea"/>
              </a:rPr>
              <a:t>”</a:t>
            </a:r>
            <a:r>
              <a:rPr lang="zh-CN" altLang="en-US" sz="1000">
                <a:sym typeface="+mn-ea"/>
              </a:rPr>
              <a:t>与</a:t>
            </a:r>
            <a:r>
              <a:rPr lang="en-US" altLang="zh-CN" sz="1000">
                <a:sym typeface="+mn-ea"/>
              </a:rPr>
              <a:t>“</a:t>
            </a:r>
            <a:r>
              <a:rPr lang="zh-CN" altLang="en-US" sz="1000">
                <a:sym typeface="+mn-ea"/>
              </a:rPr>
              <a:t>力线</a:t>
            </a:r>
            <a:r>
              <a:rPr lang="en-US" altLang="zh-CN" sz="1000">
                <a:sym typeface="+mn-ea"/>
              </a:rPr>
              <a:t>”</a:t>
            </a:r>
            <a:r>
              <a:rPr lang="zh-CN" altLang="en-US" sz="1000">
                <a:sym typeface="+mn-ea"/>
              </a:rPr>
              <a:t>概念，革新</a:t>
            </a:r>
            <a:r>
              <a:rPr lang="zh-CN" altLang="en-US" sz="1000">
                <a:sym typeface="+mn-ea"/>
              </a:rPr>
              <a:t>了物理学思想</a:t>
            </a:r>
            <a:endParaRPr lang="zh-CN" altLang="en-US" sz="1000">
              <a:sym typeface="+mn-ea"/>
            </a:endParaRPr>
          </a:p>
        </p:txBody>
      </p:sp>
      <p:pic>
        <p:nvPicPr>
          <p:cNvPr id="10" name="图片 9"/>
          <p:cNvPicPr/>
          <p:nvPr/>
        </p:nvPicPr>
        <p:blipFill>
          <a:blip r:embed="rId5"/>
          <a:stretch>
            <a:fillRect/>
          </a:stretch>
        </p:blipFill>
        <p:spPr>
          <a:xfrm>
            <a:off x="6145530" y="902335"/>
            <a:ext cx="2844165" cy="1968500"/>
          </a:xfrm>
          <a:prstGeom prst="rect">
            <a:avLst/>
          </a:prstGeom>
        </p:spPr>
      </p:pic>
      <p:sp>
        <p:nvSpPr>
          <p:cNvPr id="11" name="文本框 10"/>
          <p:cNvSpPr txBox="1"/>
          <p:nvPr/>
        </p:nvSpPr>
        <p:spPr>
          <a:xfrm>
            <a:off x="5983605" y="2942590"/>
            <a:ext cx="3195955" cy="398780"/>
          </a:xfrm>
          <a:prstGeom prst="rect">
            <a:avLst/>
          </a:prstGeom>
        </p:spPr>
        <p:txBody>
          <a:bodyPr wrap="square">
            <a:spAutoFit/>
          </a:bodyPr>
          <a:p>
            <a:pPr marL="0" algn="l">
              <a:buClrTx/>
              <a:buSzTx/>
              <a:buFontTx/>
            </a:pPr>
            <a:r>
              <a:rPr lang="en-US" altLang="zh-CN" sz="1000">
                <a:sym typeface="+mn-ea"/>
              </a:rPr>
              <a:t>1861–1865</a:t>
            </a:r>
            <a:r>
              <a:rPr lang="zh-CN" altLang="en-US" sz="1000">
                <a:sym typeface="+mn-ea"/>
              </a:rPr>
              <a:t>年，麦克斯韦总结前人</a:t>
            </a:r>
            <a:r>
              <a:rPr lang="zh-CN" altLang="en-US" sz="1000">
                <a:sym typeface="+mn-ea"/>
              </a:rPr>
              <a:t>经验，建立麦克斯韦方程组，预言电磁波存在，统一电、磁、光现象</a:t>
            </a:r>
            <a:endParaRPr lang="zh-CN" altLang="en-US" sz="1000">
              <a:sym typeface="+mn-ea"/>
            </a:endParaRPr>
          </a:p>
        </p:txBody>
      </p:sp>
      <p:sp>
        <p:nvSpPr>
          <p:cNvPr id="13" name="文本框 12"/>
          <p:cNvSpPr txBox="1"/>
          <p:nvPr/>
        </p:nvSpPr>
        <p:spPr>
          <a:xfrm>
            <a:off x="9562465" y="2942590"/>
            <a:ext cx="1986280" cy="398780"/>
          </a:xfrm>
          <a:prstGeom prst="rect">
            <a:avLst/>
          </a:prstGeom>
        </p:spPr>
        <p:txBody>
          <a:bodyPr wrap="square">
            <a:spAutoFit/>
          </a:bodyPr>
          <a:p>
            <a:pPr marL="0" algn="l">
              <a:buClrTx/>
              <a:buSzTx/>
              <a:buFontTx/>
            </a:pPr>
            <a:r>
              <a:rPr lang="en-US" altLang="zh-CN" sz="1000">
                <a:sym typeface="+mn-ea"/>
              </a:rPr>
              <a:t>1887</a:t>
            </a:r>
            <a:r>
              <a:rPr lang="zh-CN" altLang="en-US" sz="1000">
                <a:sym typeface="+mn-ea"/>
              </a:rPr>
              <a:t>年，赫兹实验证实电磁波，验证</a:t>
            </a:r>
            <a:r>
              <a:rPr lang="zh-CN" altLang="en-US" sz="1000">
                <a:sym typeface="+mn-ea"/>
              </a:rPr>
              <a:t>了麦克斯韦理论</a:t>
            </a:r>
            <a:endParaRPr lang="zh-CN" altLang="en-US" sz="1000">
              <a:sym typeface="+mn-ea"/>
            </a:endParaRPr>
          </a:p>
        </p:txBody>
      </p:sp>
      <p:pic>
        <p:nvPicPr>
          <p:cNvPr id="14" name="图片 13"/>
          <p:cNvPicPr/>
          <p:nvPr/>
        </p:nvPicPr>
        <p:blipFill>
          <a:blip r:embed="rId6"/>
          <a:stretch>
            <a:fillRect/>
          </a:stretch>
        </p:blipFill>
        <p:spPr>
          <a:xfrm>
            <a:off x="9179560" y="956310"/>
            <a:ext cx="2921635" cy="1861820"/>
          </a:xfrm>
          <a:prstGeom prst="rect">
            <a:avLst/>
          </a:prstGeom>
        </p:spPr>
      </p:pic>
      <p:pic>
        <p:nvPicPr>
          <p:cNvPr id="15" name="图片 14"/>
          <p:cNvPicPr/>
          <p:nvPr/>
        </p:nvPicPr>
        <p:blipFill>
          <a:blip r:embed="rId7"/>
          <a:srcRect b="9746"/>
          <a:stretch>
            <a:fillRect/>
          </a:stretch>
        </p:blipFill>
        <p:spPr>
          <a:xfrm>
            <a:off x="6145530" y="3872865"/>
            <a:ext cx="2696845" cy="1828800"/>
          </a:xfrm>
          <a:prstGeom prst="rect">
            <a:avLst/>
          </a:prstGeom>
        </p:spPr>
      </p:pic>
      <p:sp>
        <p:nvSpPr>
          <p:cNvPr id="21" name="文本框 20"/>
          <p:cNvSpPr txBox="1"/>
          <p:nvPr/>
        </p:nvSpPr>
        <p:spPr>
          <a:xfrm>
            <a:off x="6032500" y="5857875"/>
            <a:ext cx="2926080" cy="706755"/>
          </a:xfrm>
          <a:prstGeom prst="rect">
            <a:avLst/>
          </a:prstGeom>
        </p:spPr>
        <p:txBody>
          <a:bodyPr wrap="square">
            <a:spAutoFit/>
          </a:bodyPr>
          <a:p>
            <a:pPr marL="0" algn="l">
              <a:buClrTx/>
              <a:buSzTx/>
              <a:buFontTx/>
            </a:pPr>
            <a:r>
              <a:rPr lang="en-US" altLang="zh-CN" sz="1000">
                <a:sym typeface="+mn-ea"/>
              </a:rPr>
              <a:t>1946</a:t>
            </a:r>
            <a:r>
              <a:rPr lang="zh-CN" altLang="en-US" sz="1000">
                <a:sym typeface="+mn-ea"/>
              </a:rPr>
              <a:t>年在美国宾夕法尼亚大学诞生了第一台电子数值积分计算机</a:t>
            </a:r>
            <a:r>
              <a:rPr lang="en-US" altLang="zh-CN" sz="1000" b="0" i="0"/>
              <a:t>ENIAC</a:t>
            </a:r>
            <a:r>
              <a:rPr lang="zh-CN" altLang="en-US" sz="1000" b="0" i="0"/>
              <a:t>。随后计算机的算力成指数倍增长，为数值求解微分方程和模拟物理问题提供了</a:t>
            </a:r>
            <a:r>
              <a:rPr lang="zh-CN" altLang="en-US" sz="1000" b="0" i="0"/>
              <a:t>基础</a:t>
            </a:r>
            <a:endParaRPr lang="zh-CN" altLang="en-US" sz="1000" b="0" i="0"/>
          </a:p>
        </p:txBody>
      </p:sp>
      <p:pic>
        <p:nvPicPr>
          <p:cNvPr id="22" name="图片 21"/>
          <p:cNvPicPr/>
          <p:nvPr/>
        </p:nvPicPr>
        <p:blipFill>
          <a:blip r:embed="rId8"/>
          <a:stretch>
            <a:fillRect/>
          </a:stretch>
        </p:blipFill>
        <p:spPr>
          <a:xfrm>
            <a:off x="279400" y="3891915"/>
            <a:ext cx="2675890" cy="1809750"/>
          </a:xfrm>
          <a:prstGeom prst="rect">
            <a:avLst/>
          </a:prstGeom>
        </p:spPr>
      </p:pic>
      <p:sp>
        <p:nvSpPr>
          <p:cNvPr id="24" name="文本框 23"/>
          <p:cNvSpPr txBox="1"/>
          <p:nvPr/>
        </p:nvSpPr>
        <p:spPr>
          <a:xfrm>
            <a:off x="136525" y="5857875"/>
            <a:ext cx="2898775" cy="553085"/>
          </a:xfrm>
          <a:prstGeom prst="rect">
            <a:avLst/>
          </a:prstGeom>
        </p:spPr>
        <p:txBody>
          <a:bodyPr wrap="square">
            <a:spAutoFit/>
          </a:bodyPr>
          <a:p>
            <a:pPr marL="0" algn="l">
              <a:buClrTx/>
              <a:buSzTx/>
              <a:buFontTx/>
            </a:pPr>
            <a:r>
              <a:rPr lang="en-US" altLang="zh-CN" sz="1000">
                <a:sym typeface="+mn-ea"/>
              </a:rPr>
              <a:t>1895</a:t>
            </a:r>
            <a:r>
              <a:rPr lang="zh-CN" altLang="en-US" sz="1000">
                <a:sym typeface="+mn-ea"/>
              </a:rPr>
              <a:t>年，马可尼在意大利成功进行无线电报实验。</a:t>
            </a:r>
            <a:r>
              <a:rPr lang="en-US" altLang="zh-CN" sz="1000" b="0" i="0"/>
              <a:t>1901</a:t>
            </a:r>
            <a:r>
              <a:rPr lang="zh-CN" altLang="en-US" sz="1000" b="0" i="0"/>
              <a:t>年，他实现跨大西洋无线电信号传输（英国至加拿大），标志着远距离无线通信时代的开启</a:t>
            </a:r>
            <a:endParaRPr lang="zh-CN" altLang="en-US" sz="1000" b="0" i="0"/>
          </a:p>
        </p:txBody>
      </p:sp>
      <p:grpSp>
        <p:nvGrpSpPr>
          <p:cNvPr id="38" name="组合 37"/>
          <p:cNvGrpSpPr/>
          <p:nvPr/>
        </p:nvGrpSpPr>
        <p:grpSpPr>
          <a:xfrm>
            <a:off x="8958580" y="3445510"/>
            <a:ext cx="3082290" cy="2606675"/>
            <a:chOff x="14108" y="5426"/>
            <a:chExt cx="4854" cy="4105"/>
          </a:xfrm>
        </p:grpSpPr>
        <p:pic>
          <p:nvPicPr>
            <p:cNvPr id="37" name="图片 36"/>
            <p:cNvPicPr>
              <a:picLocks noChangeAspect="1"/>
            </p:cNvPicPr>
            <p:nvPr/>
          </p:nvPicPr>
          <p:blipFill>
            <a:blip r:embed="rId9"/>
            <a:srcRect l="18630" t="28176" r="3307" b="9438"/>
            <a:stretch>
              <a:fillRect/>
            </a:stretch>
          </p:blipFill>
          <p:spPr>
            <a:xfrm>
              <a:off x="14108" y="8027"/>
              <a:ext cx="2476" cy="1504"/>
            </a:xfrm>
            <a:prstGeom prst="rect">
              <a:avLst/>
            </a:prstGeom>
          </p:spPr>
        </p:pic>
        <p:pic>
          <p:nvPicPr>
            <p:cNvPr id="28" name="图片 27"/>
            <p:cNvPicPr>
              <a:picLocks noChangeAspect="1"/>
            </p:cNvPicPr>
            <p:nvPr/>
          </p:nvPicPr>
          <p:blipFill>
            <a:blip r:embed="rId10"/>
            <a:stretch>
              <a:fillRect/>
            </a:stretch>
          </p:blipFill>
          <p:spPr>
            <a:xfrm>
              <a:off x="14455" y="5426"/>
              <a:ext cx="2012" cy="2674"/>
            </a:xfrm>
            <a:prstGeom prst="rect">
              <a:avLst/>
            </a:prstGeom>
          </p:spPr>
        </p:pic>
        <p:pic>
          <p:nvPicPr>
            <p:cNvPr id="30" name="图片 29"/>
            <p:cNvPicPr>
              <a:picLocks noChangeAspect="1"/>
            </p:cNvPicPr>
            <p:nvPr/>
          </p:nvPicPr>
          <p:blipFill>
            <a:blip r:embed="rId11"/>
            <a:srcRect l="19754" t="14907" r="23720" b="19269"/>
            <a:stretch>
              <a:fillRect/>
            </a:stretch>
          </p:blipFill>
          <p:spPr>
            <a:xfrm>
              <a:off x="16467" y="5705"/>
              <a:ext cx="2170" cy="1712"/>
            </a:xfrm>
            <a:prstGeom prst="rect">
              <a:avLst/>
            </a:prstGeom>
          </p:spPr>
        </p:pic>
        <p:pic>
          <p:nvPicPr>
            <p:cNvPr id="31" name="图片 30"/>
            <p:cNvPicPr/>
            <p:nvPr/>
          </p:nvPicPr>
          <p:blipFill>
            <a:blip r:embed="rId12"/>
            <a:stretch>
              <a:fillRect/>
            </a:stretch>
          </p:blipFill>
          <p:spPr>
            <a:xfrm>
              <a:off x="16468" y="7417"/>
              <a:ext cx="2494" cy="2114"/>
            </a:xfrm>
            <a:prstGeom prst="rect">
              <a:avLst/>
            </a:prstGeom>
          </p:spPr>
        </p:pic>
      </p:grpSp>
      <p:sp>
        <p:nvSpPr>
          <p:cNvPr id="36" name="文本框 35"/>
          <p:cNvSpPr txBox="1"/>
          <p:nvPr/>
        </p:nvSpPr>
        <p:spPr>
          <a:xfrm>
            <a:off x="9018905" y="6052185"/>
            <a:ext cx="3021965" cy="553085"/>
          </a:xfrm>
          <a:prstGeom prst="rect">
            <a:avLst/>
          </a:prstGeom>
        </p:spPr>
        <p:txBody>
          <a:bodyPr wrap="square">
            <a:spAutoFit/>
          </a:bodyPr>
          <a:p>
            <a:pPr marL="0" algn="l">
              <a:buClrTx/>
              <a:buSzTx/>
              <a:buFontTx/>
            </a:pPr>
            <a:r>
              <a:rPr lang="zh-CN" altLang="en-US" sz="1000">
                <a:sym typeface="+mn-ea"/>
              </a:rPr>
              <a:t>现代：电磁学的成果</a:t>
            </a:r>
            <a:r>
              <a:rPr lang="zh-CN" altLang="en-US" sz="1000">
                <a:sym typeface="+mn-ea"/>
              </a:rPr>
              <a:t>已广泛应用于生活</a:t>
            </a:r>
            <a:r>
              <a:rPr lang="zh-CN" altLang="en-US" sz="1000">
                <a:sym typeface="+mn-ea"/>
              </a:rPr>
              <a:t>之中，</a:t>
            </a:r>
            <a:r>
              <a:rPr lang="zh-CN" altLang="en-US" sz="1000">
                <a:sym typeface="+mn-ea"/>
              </a:rPr>
              <a:t>比如无线通信、雷达、</a:t>
            </a:r>
            <a:r>
              <a:rPr lang="en-US" altLang="zh-CN" sz="1000">
                <a:sym typeface="+mn-ea"/>
              </a:rPr>
              <a:t>GPS</a:t>
            </a:r>
            <a:r>
              <a:rPr lang="zh-CN" altLang="en-US" sz="1000">
                <a:sym typeface="+mn-ea"/>
              </a:rPr>
              <a:t>、发电机、电动机、核磁共振成像、芯片制造、高速</a:t>
            </a:r>
            <a:r>
              <a:rPr lang="zh-CN" altLang="en-US" sz="1000">
                <a:sym typeface="+mn-ea"/>
              </a:rPr>
              <a:t>电路、微波炉、电磁炉</a:t>
            </a:r>
            <a:r>
              <a:rPr lang="en-US" altLang="zh-CN" sz="1000">
                <a:sym typeface="+mn-ea"/>
              </a:rPr>
              <a:t>......</a:t>
            </a:r>
            <a:endParaRPr lang="en-US" altLang="zh-CN" sz="100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21428" y="410634"/>
            <a:ext cx="3738880" cy="398780"/>
          </a:xfrm>
          <a:prstGeom prst="rect">
            <a:avLst/>
          </a:prstGeom>
          <a:noFill/>
        </p:spPr>
        <p:txBody>
          <a:bodyPr wrap="none" rtlCol="0">
            <a:spAutoFit/>
          </a:bodyPr>
          <a:lstStyle/>
          <a:p>
            <a:r>
              <a:rPr lang="zh-CN" altLang="en-US" sz="2000" dirty="0"/>
              <a:t>前言：电磁场理论、计算、应用</a:t>
            </a:r>
            <a:endParaRPr lang="zh-CN" altLang="en-US" sz="2000" dirty="0"/>
          </a:p>
        </p:txBody>
      </p:sp>
      <p:sp>
        <p:nvSpPr>
          <p:cNvPr id="7" name="文本框 6"/>
          <p:cNvSpPr txBox="1"/>
          <p:nvPr/>
        </p:nvSpPr>
        <p:spPr>
          <a:xfrm>
            <a:off x="467360" y="1172210"/>
            <a:ext cx="3778885" cy="4123055"/>
          </a:xfrm>
          <a:prstGeom prst="rect">
            <a:avLst/>
          </a:prstGeom>
          <a:noFill/>
        </p:spPr>
        <p:txBody>
          <a:bodyPr wrap="square" rtlCol="0">
            <a:spAutoFit/>
          </a:bodyPr>
          <a:lstStyle/>
          <a:p>
            <a:r>
              <a:rPr lang="zh-CN" altLang="en-US" sz="1600" b="1" dirty="0"/>
              <a:t>第一阶段：</a:t>
            </a:r>
            <a:endParaRPr lang="en-US" altLang="zh-CN" sz="1600" b="1" dirty="0"/>
          </a:p>
          <a:p>
            <a:r>
              <a:rPr lang="zh-CN" altLang="en-US" sz="1600" b="1" dirty="0"/>
              <a:t>学习电磁场基础理论和相关数学工具，能够计算简单边界的电磁场问题的</a:t>
            </a:r>
            <a:endParaRPr lang="zh-CN" altLang="en-US" sz="1600" b="1" dirty="0"/>
          </a:p>
          <a:p>
            <a:r>
              <a:rPr lang="zh-CN" altLang="en-US" sz="1600" b="1" dirty="0"/>
              <a:t>解析解</a:t>
            </a:r>
            <a:endParaRPr lang="zh-CN" altLang="en-US" sz="1600" b="1" dirty="0"/>
          </a:p>
          <a:p>
            <a:endParaRPr lang="en-US" altLang="zh-CN" dirty="0"/>
          </a:p>
          <a:p>
            <a:r>
              <a:rPr lang="en-US" altLang="zh-CN" dirty="0"/>
              <a:t>《</a:t>
            </a:r>
            <a:r>
              <a:rPr lang="zh-CN" altLang="en-US" dirty="0"/>
              <a:t>电磁场与电磁波基础</a:t>
            </a:r>
            <a:r>
              <a:rPr lang="en-US" altLang="zh-CN" dirty="0"/>
              <a:t>》</a:t>
            </a:r>
            <a:endParaRPr lang="en-US" altLang="zh-CN" dirty="0"/>
          </a:p>
          <a:p>
            <a:pPr marL="171450" indent="-171450">
              <a:buFont typeface="Arial" panose="020B0604020202020204" pitchFamily="34" charset="0"/>
              <a:buChar char="•"/>
            </a:pPr>
            <a:r>
              <a:rPr lang="zh-CN" altLang="en-US" sz="1200" dirty="0"/>
              <a:t>矢量分析与场论</a:t>
            </a:r>
            <a:endParaRPr lang="en-US" altLang="zh-CN" sz="1200" dirty="0"/>
          </a:p>
          <a:p>
            <a:pPr marL="171450" indent="-171450">
              <a:buFont typeface="Arial" panose="020B0604020202020204" pitchFamily="34" charset="0"/>
              <a:buChar char="•"/>
            </a:pPr>
            <a:r>
              <a:rPr lang="zh-CN" altLang="en-US" sz="1200" dirty="0"/>
              <a:t>静电场</a:t>
            </a:r>
            <a:endParaRPr lang="en-US" altLang="zh-CN" sz="1200" dirty="0"/>
          </a:p>
          <a:p>
            <a:pPr marL="171450" indent="-171450">
              <a:buFont typeface="Arial" panose="020B0604020202020204" pitchFamily="34" charset="0"/>
              <a:buChar char="•"/>
            </a:pPr>
            <a:r>
              <a:rPr lang="zh-CN" altLang="en-US" sz="1200" dirty="0"/>
              <a:t>恒定电流场、静磁场</a:t>
            </a:r>
            <a:endParaRPr lang="en-US" altLang="zh-CN" sz="1200" dirty="0"/>
          </a:p>
          <a:p>
            <a:pPr marL="171450" indent="-171450">
              <a:buFont typeface="Arial" panose="020B0604020202020204" pitchFamily="34" charset="0"/>
              <a:buChar char="•"/>
            </a:pPr>
            <a:r>
              <a:rPr lang="zh-CN" altLang="en-US" sz="1200" dirty="0"/>
              <a:t>时变电磁场</a:t>
            </a:r>
            <a:endParaRPr lang="en-US" altLang="zh-CN" sz="1200" dirty="0"/>
          </a:p>
          <a:p>
            <a:endParaRPr lang="en-US" altLang="zh-CN" dirty="0"/>
          </a:p>
          <a:p>
            <a:r>
              <a:rPr lang="en-US" altLang="zh-CN" dirty="0"/>
              <a:t>《</a:t>
            </a:r>
            <a:r>
              <a:rPr lang="zh-CN" altLang="en-US" dirty="0"/>
              <a:t>数学物理方法</a:t>
            </a:r>
            <a:r>
              <a:rPr lang="en-US" altLang="zh-CN" dirty="0"/>
              <a:t>》</a:t>
            </a:r>
            <a:endParaRPr lang="en-US" altLang="zh-CN" dirty="0"/>
          </a:p>
          <a:p>
            <a:pPr marL="171450" indent="-171450">
              <a:buFont typeface="Arial" panose="020B0604020202020204" pitchFamily="34" charset="0"/>
              <a:buChar char="•"/>
            </a:pPr>
            <a:r>
              <a:rPr lang="zh-CN" altLang="en-US" sz="1200" dirty="0"/>
              <a:t>泊松方程、扩散方程、波动方程</a:t>
            </a:r>
            <a:endParaRPr lang="en-US" altLang="zh-CN" sz="1200" dirty="0"/>
          </a:p>
          <a:p>
            <a:pPr marL="171450" indent="-171450">
              <a:buFont typeface="Arial" panose="020B0604020202020204" pitchFamily="34" charset="0"/>
              <a:buChar char="•"/>
            </a:pPr>
            <a:r>
              <a:rPr lang="zh-CN" altLang="en-US" sz="1200" dirty="0"/>
              <a:t>分离变量法</a:t>
            </a:r>
            <a:endParaRPr lang="en-US" altLang="zh-CN" sz="1200" dirty="0"/>
          </a:p>
          <a:p>
            <a:pPr marL="171450" indent="-171450">
              <a:buFont typeface="Arial" panose="020B0604020202020204" pitchFamily="34" charset="0"/>
              <a:buChar char="•"/>
            </a:pPr>
            <a:r>
              <a:rPr lang="zh-CN" altLang="en-US" sz="1200" dirty="0"/>
              <a:t>格林函数法</a:t>
            </a:r>
            <a:endParaRPr lang="en-US" altLang="zh-CN" sz="1200" dirty="0"/>
          </a:p>
          <a:p>
            <a:pPr marL="171450" indent="-171450">
              <a:buFont typeface="Arial" panose="020B0604020202020204" pitchFamily="34" charset="0"/>
              <a:buChar char="•"/>
            </a:pPr>
            <a:r>
              <a:rPr lang="zh-CN" altLang="en-US" sz="1200" dirty="0"/>
              <a:t>积分变换法</a:t>
            </a:r>
            <a:endParaRPr lang="en-US" altLang="zh-CN" sz="1200" dirty="0"/>
          </a:p>
          <a:p>
            <a:pPr marL="171450" indent="-171450">
              <a:buFont typeface="Arial" panose="020B0604020202020204" pitchFamily="34" charset="0"/>
              <a:buChar char="•"/>
            </a:pPr>
            <a:r>
              <a:rPr lang="zh-CN" altLang="en-US" sz="1200" dirty="0"/>
              <a:t>保角变换法</a:t>
            </a:r>
            <a:endParaRPr lang="en-US" altLang="zh-CN" sz="1200" dirty="0"/>
          </a:p>
          <a:p>
            <a:endParaRPr lang="zh-CN" altLang="en-US" dirty="0"/>
          </a:p>
        </p:txBody>
      </p:sp>
      <p:sp>
        <p:nvSpPr>
          <p:cNvPr id="9" name="文本框 8"/>
          <p:cNvSpPr txBox="1"/>
          <p:nvPr/>
        </p:nvSpPr>
        <p:spPr>
          <a:xfrm>
            <a:off x="4215601" y="1172212"/>
            <a:ext cx="3102563" cy="4061460"/>
          </a:xfrm>
          <a:prstGeom prst="rect">
            <a:avLst/>
          </a:prstGeom>
          <a:noFill/>
        </p:spPr>
        <p:txBody>
          <a:bodyPr wrap="square" rtlCol="0">
            <a:spAutoFit/>
          </a:bodyPr>
          <a:lstStyle/>
          <a:p>
            <a:r>
              <a:rPr lang="zh-CN" altLang="en-US" sz="1600" b="1" dirty="0"/>
              <a:t>第二阶段：</a:t>
            </a:r>
            <a:endParaRPr lang="en-US" altLang="zh-CN" sz="1600" b="1" dirty="0"/>
          </a:p>
          <a:p>
            <a:r>
              <a:rPr lang="zh-CN" altLang="en-US" sz="1600" b="1" dirty="0"/>
              <a:t>学习电磁场数值计算方法，能够计算较复杂边界的电磁场问题的数值解</a:t>
            </a:r>
            <a:endParaRPr lang="zh-CN" altLang="en-US" sz="1600" b="1" dirty="0"/>
          </a:p>
          <a:p>
            <a:endParaRPr lang="en-US" altLang="zh-CN" dirty="0"/>
          </a:p>
          <a:p>
            <a:r>
              <a:rPr lang="en-US" altLang="zh-CN" dirty="0"/>
              <a:t>《</a:t>
            </a:r>
            <a:r>
              <a:rPr lang="zh-CN" altLang="en-US" dirty="0"/>
              <a:t>时域有限差分法</a:t>
            </a:r>
            <a:r>
              <a:rPr lang="en-US" altLang="zh-CN" dirty="0"/>
              <a:t>》</a:t>
            </a:r>
            <a:endParaRPr lang="en-US" altLang="zh-CN" dirty="0"/>
          </a:p>
          <a:p>
            <a:endParaRPr lang="en-US" altLang="zh-CN" dirty="0"/>
          </a:p>
          <a:p>
            <a:r>
              <a:rPr lang="en-US" altLang="zh-CN" dirty="0"/>
              <a:t>《</a:t>
            </a:r>
            <a:r>
              <a:rPr lang="zh-CN" altLang="en-US" dirty="0"/>
              <a:t>有限元法</a:t>
            </a:r>
            <a:r>
              <a:rPr lang="en-US" altLang="zh-CN" dirty="0"/>
              <a:t>》</a:t>
            </a:r>
            <a:endParaRPr lang="zh-CN" altLang="en-US" dirty="0"/>
          </a:p>
          <a:p>
            <a:endParaRPr lang="en-US" altLang="zh-CN" dirty="0"/>
          </a:p>
          <a:p>
            <a:pPr algn="l">
              <a:buClrTx/>
              <a:buSzTx/>
              <a:buFontTx/>
            </a:pPr>
            <a:r>
              <a:rPr lang="zh-CN" altLang="en-US" dirty="0"/>
              <a:t>《矩量法</a:t>
            </a:r>
            <a:r>
              <a:rPr lang="zh-CN" altLang="en-US" dirty="0"/>
              <a:t>》</a:t>
            </a:r>
            <a:endParaRPr lang="zh-CN" altLang="en-US" dirty="0"/>
          </a:p>
          <a:p>
            <a:pPr algn="l">
              <a:buClrTx/>
              <a:buSzTx/>
              <a:buFontTx/>
            </a:pPr>
            <a:endParaRPr lang="zh-CN" altLang="en-US" sz="1800" dirty="0"/>
          </a:p>
          <a:p>
            <a:pPr algn="l">
              <a:buClrTx/>
              <a:buSzTx/>
              <a:buFontTx/>
            </a:pPr>
            <a:r>
              <a:rPr lang="zh-CN" altLang="en-US" sz="1800" dirty="0">
                <a:sym typeface="+mn-ea"/>
              </a:rPr>
              <a:t>《数值计算》</a:t>
            </a:r>
            <a:endParaRPr lang="zh-CN" altLang="en-US" sz="1800" dirty="0">
              <a:sym typeface="+mn-ea"/>
            </a:endParaRPr>
          </a:p>
          <a:p>
            <a:pPr algn="l">
              <a:buClrTx/>
              <a:buSzTx/>
              <a:buFontTx/>
            </a:pPr>
            <a:endParaRPr lang="zh-CN" altLang="en-US" sz="1800" dirty="0">
              <a:sym typeface="+mn-ea"/>
            </a:endParaRPr>
          </a:p>
          <a:p>
            <a:pPr algn="l">
              <a:buClrTx/>
              <a:buSzTx/>
              <a:buFontTx/>
            </a:pPr>
            <a:r>
              <a:rPr lang="zh-CN" altLang="en-US" sz="1800" dirty="0"/>
              <a:t>《矩阵</a:t>
            </a:r>
            <a:r>
              <a:rPr lang="zh-CN" altLang="en-US" sz="1800" dirty="0"/>
              <a:t>论》</a:t>
            </a:r>
            <a:endParaRPr lang="zh-CN" altLang="en-US" sz="1800" dirty="0"/>
          </a:p>
          <a:p>
            <a:endParaRPr lang="zh-CN" altLang="en-US" sz="1400" dirty="0"/>
          </a:p>
        </p:txBody>
      </p:sp>
      <p:sp>
        <p:nvSpPr>
          <p:cNvPr id="10" name="文本框 9"/>
          <p:cNvSpPr txBox="1"/>
          <p:nvPr/>
        </p:nvSpPr>
        <p:spPr>
          <a:xfrm>
            <a:off x="7753985" y="1172210"/>
            <a:ext cx="4049395" cy="4461510"/>
          </a:xfrm>
          <a:prstGeom prst="rect">
            <a:avLst/>
          </a:prstGeom>
          <a:noFill/>
        </p:spPr>
        <p:txBody>
          <a:bodyPr wrap="square" rtlCol="0">
            <a:spAutoFit/>
          </a:bodyPr>
          <a:lstStyle/>
          <a:p>
            <a:pPr algn="l">
              <a:buClrTx/>
              <a:buSzTx/>
              <a:buFontTx/>
            </a:pPr>
            <a:r>
              <a:rPr lang="zh-CN" altLang="en-US" sz="1600" b="1" dirty="0"/>
              <a:t>第三阶段：</a:t>
            </a:r>
            <a:endParaRPr lang="zh-CN" altLang="en-US" sz="1600" b="1" dirty="0"/>
          </a:p>
          <a:p>
            <a:pPr algn="l">
              <a:buClrTx/>
              <a:buSzTx/>
              <a:buFontTx/>
            </a:pPr>
            <a:r>
              <a:rPr lang="zh-CN" altLang="en-US" sz="1600" b="1" dirty="0"/>
              <a:t>将理论与实践相结合，解决实际问题</a:t>
            </a:r>
            <a:endParaRPr lang="zh-CN" altLang="en-US" sz="1600" b="1" dirty="0"/>
          </a:p>
          <a:p>
            <a:endParaRPr lang="en-US" altLang="zh-CN" sz="1400" dirty="0"/>
          </a:p>
          <a:p>
            <a:r>
              <a:rPr lang="zh-CN" altLang="en-US" sz="1400" dirty="0"/>
              <a:t>电磁场的产生：</a:t>
            </a:r>
            <a:endParaRPr lang="zh-CN" altLang="en-US" sz="1400" dirty="0"/>
          </a:p>
          <a:p>
            <a:r>
              <a:rPr lang="zh-CN" altLang="en-US" sz="1200" dirty="0">
                <a:latin typeface="宋体" panose="02010600030101010101" pitchFamily="2" charset="-122"/>
                <a:ea typeface="宋体" panose="02010600030101010101" pitchFamily="2" charset="-122"/>
              </a:rPr>
              <a:t>震荡电路、微波</a:t>
            </a:r>
            <a:r>
              <a:rPr lang="zh-CN" altLang="en-US" sz="1200" dirty="0">
                <a:latin typeface="宋体" panose="02010600030101010101" pitchFamily="2" charset="-122"/>
                <a:ea typeface="宋体" panose="02010600030101010101" pitchFamily="2" charset="-122"/>
              </a:rPr>
              <a:t>振荡器、谐振腔、锁相环</a:t>
            </a:r>
            <a:endParaRPr lang="en-US" altLang="zh-CN" sz="1200" dirty="0"/>
          </a:p>
          <a:p>
            <a:endParaRPr lang="en-US" altLang="zh-CN" sz="1400" dirty="0"/>
          </a:p>
          <a:p>
            <a:r>
              <a:rPr lang="zh-CN" altLang="en-US" sz="1400" dirty="0"/>
              <a:t>电磁场的传输与变换：</a:t>
            </a:r>
            <a:endParaRPr lang="zh-CN" altLang="en-US" sz="1400" dirty="0"/>
          </a:p>
          <a:p>
            <a:r>
              <a:rPr lang="en-US" altLang="zh-CN" sz="1200" dirty="0"/>
              <a:t>《</a:t>
            </a:r>
            <a:r>
              <a:rPr lang="zh-CN" altLang="en-US" sz="1200" dirty="0"/>
              <a:t>微波工程</a:t>
            </a:r>
            <a:r>
              <a:rPr lang="en-US" altLang="zh-CN" sz="1200" dirty="0"/>
              <a:t>》</a:t>
            </a:r>
            <a:r>
              <a:rPr lang="zh-CN" altLang="en-US" sz="1200" dirty="0"/>
              <a:t>、《微波元器件设计》</a:t>
            </a:r>
            <a:endParaRPr lang="en-US" altLang="zh-CN" sz="1400" dirty="0"/>
          </a:p>
          <a:p>
            <a:endParaRPr lang="en-US" altLang="zh-CN" sz="1400" dirty="0"/>
          </a:p>
          <a:p>
            <a:r>
              <a:rPr lang="zh-CN" altLang="en-US" sz="1400" dirty="0"/>
              <a:t>电磁场的辐射：</a:t>
            </a:r>
            <a:endParaRPr lang="zh-CN" altLang="en-US" sz="1400" dirty="0"/>
          </a:p>
          <a:p>
            <a:r>
              <a:rPr lang="en-US" altLang="zh-CN" sz="1200" dirty="0"/>
              <a:t>《</a:t>
            </a:r>
            <a:r>
              <a:rPr lang="zh-CN" altLang="en-US" sz="1200" dirty="0"/>
              <a:t>天线原理</a:t>
            </a:r>
            <a:r>
              <a:rPr lang="en-US" altLang="zh-CN" sz="1200" dirty="0"/>
              <a:t>》</a:t>
            </a:r>
            <a:endParaRPr lang="en-US" altLang="zh-CN" sz="1400" dirty="0"/>
          </a:p>
          <a:p>
            <a:endParaRPr lang="en-US" altLang="zh-CN" sz="1400" dirty="0"/>
          </a:p>
          <a:p>
            <a:r>
              <a:rPr lang="zh-CN" altLang="en-US" sz="1400" dirty="0"/>
              <a:t>电磁场的传播</a:t>
            </a:r>
            <a:r>
              <a:rPr lang="zh-CN" altLang="en-US" sz="1400" dirty="0"/>
              <a:t>和散射：</a:t>
            </a:r>
            <a:endParaRPr lang="zh-CN" altLang="en-US" sz="1400" dirty="0"/>
          </a:p>
          <a:p>
            <a:r>
              <a:rPr lang="en-US" altLang="zh-CN" sz="1200" dirty="0"/>
              <a:t>《</a:t>
            </a:r>
            <a:r>
              <a:rPr lang="zh-CN" altLang="en-US" sz="1200" dirty="0"/>
              <a:t>无线电波传播</a:t>
            </a:r>
            <a:r>
              <a:rPr lang="en-US" altLang="zh-CN" sz="1200" dirty="0"/>
              <a:t>》</a:t>
            </a:r>
            <a:endParaRPr lang="zh-CN" altLang="en-US" sz="1200" dirty="0"/>
          </a:p>
          <a:p>
            <a:endParaRPr lang="zh-CN" altLang="en-US" sz="1400" dirty="0"/>
          </a:p>
          <a:p>
            <a:r>
              <a:rPr lang="zh-CN" altLang="en-US" sz="1400" dirty="0"/>
              <a:t>其他：</a:t>
            </a:r>
            <a:endParaRPr lang="zh-CN" altLang="en-US" sz="1400" dirty="0"/>
          </a:p>
          <a:p>
            <a:r>
              <a:rPr lang="zh-CN" altLang="en-US" sz="1200" dirty="0"/>
              <a:t>《高速电路分析》、《通信无线电》、</a:t>
            </a:r>
            <a:r>
              <a:rPr lang="zh-CN" altLang="en-US" sz="1200" dirty="0">
                <a:sym typeface="+mn-ea"/>
              </a:rPr>
              <a:t>《雷达原理》、</a:t>
            </a:r>
            <a:r>
              <a:rPr lang="en-US" altLang="zh-CN" sz="1200" dirty="0">
                <a:sym typeface="+mn-ea"/>
              </a:rPr>
              <a:t>《</a:t>
            </a:r>
            <a:r>
              <a:rPr lang="zh-CN" altLang="en-US" sz="1200" dirty="0">
                <a:sym typeface="+mn-ea"/>
              </a:rPr>
              <a:t>射频集成电路</a:t>
            </a:r>
            <a:r>
              <a:rPr lang="en-US" altLang="zh-CN" sz="1200" dirty="0">
                <a:sym typeface="+mn-ea"/>
              </a:rPr>
              <a:t>》</a:t>
            </a:r>
            <a:r>
              <a:rPr lang="zh-CN" altLang="en-US" sz="1200" dirty="0">
                <a:sym typeface="+mn-ea"/>
              </a:rPr>
              <a:t>、《电磁超材料》、《信号完整性分析》、《</a:t>
            </a:r>
            <a:r>
              <a:rPr lang="en-US" altLang="zh-CN" sz="1200" dirty="0">
                <a:sym typeface="+mn-ea"/>
              </a:rPr>
              <a:t>EMC/EMI</a:t>
            </a:r>
            <a:r>
              <a:rPr lang="zh-CN" altLang="en-US" sz="1200" dirty="0">
                <a:sym typeface="+mn-ea"/>
              </a:rPr>
              <a:t>电磁兼容</a:t>
            </a:r>
            <a:r>
              <a:rPr lang="zh-CN" altLang="en-US" sz="1200" dirty="0">
                <a:sym typeface="+mn-ea"/>
              </a:rPr>
              <a:t>》</a:t>
            </a:r>
            <a:r>
              <a:rPr lang="en-US" altLang="zh-CN" sz="1200" dirty="0"/>
              <a:t>......</a:t>
            </a:r>
            <a:endParaRPr lang="en-US" altLang="zh-CN" sz="1400" dirty="0"/>
          </a:p>
          <a:p>
            <a:endParaRPr lang="en-US" altLang="zh-CN" sz="1400" dirty="0"/>
          </a:p>
          <a:p>
            <a:r>
              <a:rPr lang="zh-CN" altLang="en-US" sz="1400" dirty="0"/>
              <a:t>相关软件：</a:t>
            </a:r>
            <a:r>
              <a:rPr lang="en-US" altLang="zh-CN" sz="1200" dirty="0"/>
              <a:t>HFSS</a:t>
            </a:r>
            <a:r>
              <a:rPr lang="zh-CN" altLang="en-US" sz="1200" dirty="0"/>
              <a:t>、</a:t>
            </a:r>
            <a:r>
              <a:rPr lang="en-US" altLang="zh-CN" sz="1200" dirty="0"/>
              <a:t>CST</a:t>
            </a:r>
            <a:r>
              <a:rPr lang="zh-CN" altLang="en-US" sz="1200" dirty="0"/>
              <a:t> 、</a:t>
            </a:r>
            <a:r>
              <a:rPr lang="en-US" altLang="zh-CN" sz="1200" dirty="0"/>
              <a:t>Comsol</a:t>
            </a:r>
            <a:r>
              <a:rPr lang="zh-CN" altLang="en-US" sz="1200" dirty="0"/>
              <a:t>、</a:t>
            </a:r>
            <a:r>
              <a:rPr lang="en-US" altLang="zh-CN" sz="1200" dirty="0"/>
              <a:t>ADS</a:t>
            </a:r>
            <a:r>
              <a:rPr lang="zh-CN" altLang="en-US" sz="1200" dirty="0"/>
              <a:t>、</a:t>
            </a:r>
            <a:r>
              <a:rPr lang="en-US" altLang="zh-CN" sz="1200" dirty="0"/>
              <a:t>Cadence</a:t>
            </a:r>
            <a:endParaRPr lang="en-US" altLang="zh-CN"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34975" y="410845"/>
            <a:ext cx="5591175" cy="398780"/>
          </a:xfrm>
          <a:prstGeom prst="rect">
            <a:avLst/>
          </a:prstGeom>
          <a:noFill/>
        </p:spPr>
        <p:txBody>
          <a:bodyPr wrap="square" rtlCol="0">
            <a:spAutoFit/>
          </a:bodyPr>
          <a:lstStyle/>
          <a:p>
            <a:r>
              <a:rPr lang="zh-CN" altLang="en-US" sz="2000" dirty="0">
                <a:sym typeface="+mn-ea"/>
              </a:rPr>
              <a:t>前言：如何学习电磁场理论？</a:t>
            </a:r>
            <a:endParaRPr lang="zh-CN" altLang="en-US" sz="2000" dirty="0">
              <a:sym typeface="+mn-ea"/>
            </a:endParaRPr>
          </a:p>
        </p:txBody>
      </p:sp>
      <p:graphicFrame>
        <p:nvGraphicFramePr>
          <p:cNvPr id="37" name="对象 36">
            <a:hlinkClick r:id="" action="ppaction://ole?verb="/>
          </p:cNvPr>
          <p:cNvGraphicFramePr>
            <a:graphicFrameLocks noChangeAspect="1"/>
          </p:cNvGraphicFramePr>
          <p:nvPr/>
        </p:nvGraphicFramePr>
        <p:xfrm>
          <a:off x="323850" y="2031365"/>
          <a:ext cx="850265" cy="246380"/>
        </p:xfrm>
        <a:graphic>
          <a:graphicData uri="http://schemas.openxmlformats.org/presentationml/2006/ole">
            <mc:AlternateContent xmlns:mc="http://schemas.openxmlformats.org/markup-compatibility/2006">
              <mc:Choice xmlns:v="urn:schemas-microsoft-com:vml" Requires="v">
                <p:oleObj spid="_x0000_s38" name="" r:id="rId1" imgW="749300" imgH="215900" progId="Equation.KSEE3">
                  <p:embed/>
                </p:oleObj>
              </mc:Choice>
              <mc:Fallback>
                <p:oleObj name="" r:id="rId1" imgW="749300" imgH="215900" progId="Equation.KSEE3">
                  <p:embed/>
                  <p:pic>
                    <p:nvPicPr>
                      <p:cNvPr id="0" name="图片 1024"/>
                      <p:cNvPicPr/>
                      <p:nvPr/>
                    </p:nvPicPr>
                    <p:blipFill>
                      <a:blip r:embed="rId2"/>
                      <a:stretch>
                        <a:fillRect/>
                      </a:stretch>
                    </p:blipFill>
                    <p:spPr>
                      <a:xfrm>
                        <a:off x="323850" y="2031365"/>
                        <a:ext cx="850265" cy="24638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020570" y="2028190"/>
          <a:ext cx="647700" cy="249555"/>
        </p:xfrm>
        <a:graphic>
          <a:graphicData uri="http://schemas.openxmlformats.org/presentationml/2006/ole">
            <mc:AlternateContent xmlns:mc="http://schemas.openxmlformats.org/markup-compatibility/2006">
              <mc:Choice xmlns:v="urn:schemas-microsoft-com:vml" Requires="v">
                <p:oleObj spid="_x0000_s8" name="" r:id="rId3" imgW="596900" imgH="228600" progId="Equation.KSEE3">
                  <p:embed/>
                </p:oleObj>
              </mc:Choice>
              <mc:Fallback>
                <p:oleObj name="" r:id="rId3" imgW="596900" imgH="228600" progId="Equation.KSEE3">
                  <p:embed/>
                  <p:pic>
                    <p:nvPicPr>
                      <p:cNvPr id="0" name="图片 1024"/>
                      <p:cNvPicPr/>
                      <p:nvPr/>
                    </p:nvPicPr>
                    <p:blipFill>
                      <a:blip r:embed="rId4"/>
                      <a:stretch>
                        <a:fillRect/>
                      </a:stretch>
                    </p:blipFill>
                    <p:spPr>
                      <a:xfrm>
                        <a:off x="2020570" y="2028190"/>
                        <a:ext cx="647700" cy="249555"/>
                      </a:xfrm>
                      <a:prstGeom prst="rect">
                        <a:avLst/>
                      </a:prstGeom>
                    </p:spPr>
                  </p:pic>
                </p:oleObj>
              </mc:Fallback>
            </mc:AlternateContent>
          </a:graphicData>
        </a:graphic>
      </p:graphicFrame>
      <p:cxnSp>
        <p:nvCxnSpPr>
          <p:cNvPr id="31" name="直接箭头连接符 30"/>
          <p:cNvCxnSpPr/>
          <p:nvPr/>
        </p:nvCxnSpPr>
        <p:spPr>
          <a:xfrm flipV="1">
            <a:off x="1184910" y="2145665"/>
            <a:ext cx="796290" cy="508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9" name="对象 8">
            <a:hlinkClick r:id="" action="ppaction://ole?verb="/>
          </p:cNvPr>
          <p:cNvGraphicFramePr>
            <a:graphicFrameLocks noChangeAspect="1"/>
          </p:cNvGraphicFramePr>
          <p:nvPr/>
        </p:nvGraphicFramePr>
        <p:xfrm>
          <a:off x="1268730" y="1847215"/>
          <a:ext cx="657225" cy="207645"/>
        </p:xfrm>
        <a:graphic>
          <a:graphicData uri="http://schemas.openxmlformats.org/presentationml/2006/ole">
            <mc:AlternateContent xmlns:mc="http://schemas.openxmlformats.org/markup-compatibility/2006">
              <mc:Choice xmlns:v="urn:schemas-microsoft-com:vml" Requires="v">
                <p:oleObj spid="_x0000_s10" name="" r:id="rId5" imgW="647700" imgH="203200" progId="Equation.KSEE3">
                  <p:embed/>
                </p:oleObj>
              </mc:Choice>
              <mc:Fallback>
                <p:oleObj name="" r:id="rId5" imgW="647700" imgH="203200" progId="Equation.KSEE3">
                  <p:embed/>
                  <p:pic>
                    <p:nvPicPr>
                      <p:cNvPr id="0" name="图片 1024"/>
                      <p:cNvPicPr/>
                      <p:nvPr/>
                    </p:nvPicPr>
                    <p:blipFill>
                      <a:blip r:embed="rId6"/>
                      <a:stretch>
                        <a:fillRect/>
                      </a:stretch>
                    </p:blipFill>
                    <p:spPr>
                      <a:xfrm>
                        <a:off x="1268730" y="1847215"/>
                        <a:ext cx="657225" cy="20764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3589655" y="2021840"/>
          <a:ext cx="833755" cy="255905"/>
        </p:xfrm>
        <a:graphic>
          <a:graphicData uri="http://schemas.openxmlformats.org/presentationml/2006/ole">
            <mc:AlternateContent xmlns:mc="http://schemas.openxmlformats.org/markup-compatibility/2006">
              <mc:Choice xmlns:v="urn:schemas-microsoft-com:vml" Requires="v">
                <p:oleObj spid="_x0000_s12" name="" r:id="rId7" imgW="749300" imgH="228600" progId="Equation.KSEE3">
                  <p:embed/>
                </p:oleObj>
              </mc:Choice>
              <mc:Fallback>
                <p:oleObj name="" r:id="rId7" imgW="749300" imgH="228600" progId="Equation.KSEE3">
                  <p:embed/>
                  <p:pic>
                    <p:nvPicPr>
                      <p:cNvPr id="0" name="图片 1024"/>
                      <p:cNvPicPr/>
                      <p:nvPr/>
                    </p:nvPicPr>
                    <p:blipFill>
                      <a:blip r:embed="rId8"/>
                      <a:stretch>
                        <a:fillRect/>
                      </a:stretch>
                    </p:blipFill>
                    <p:spPr>
                      <a:xfrm>
                        <a:off x="3589655" y="2021840"/>
                        <a:ext cx="833755" cy="255905"/>
                      </a:xfrm>
                      <a:prstGeom prst="rect">
                        <a:avLst/>
                      </a:prstGeom>
                    </p:spPr>
                  </p:pic>
                </p:oleObj>
              </mc:Fallback>
            </mc:AlternateContent>
          </a:graphicData>
        </a:graphic>
      </p:graphicFrame>
      <p:cxnSp>
        <p:nvCxnSpPr>
          <p:cNvPr id="13" name="直接箭头连接符 12"/>
          <p:cNvCxnSpPr/>
          <p:nvPr/>
        </p:nvCxnSpPr>
        <p:spPr>
          <a:xfrm flipV="1">
            <a:off x="2707640" y="2141855"/>
            <a:ext cx="86614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4" name="对象 13">
            <a:hlinkClick r:id="" action="ppaction://ole?verb="/>
          </p:cNvPr>
          <p:cNvGraphicFramePr>
            <a:graphicFrameLocks noChangeAspect="1"/>
          </p:cNvGraphicFramePr>
          <p:nvPr/>
        </p:nvGraphicFramePr>
        <p:xfrm>
          <a:off x="2816860" y="1877695"/>
          <a:ext cx="657225" cy="207645"/>
        </p:xfrm>
        <a:graphic>
          <a:graphicData uri="http://schemas.openxmlformats.org/presentationml/2006/ole">
            <mc:AlternateContent xmlns:mc="http://schemas.openxmlformats.org/markup-compatibility/2006">
              <mc:Choice xmlns:v="urn:schemas-microsoft-com:vml" Requires="v">
                <p:oleObj spid="_x0000_s15" name="" r:id="rId9" imgW="647700" imgH="203200" progId="Equation.KSEE3">
                  <p:embed/>
                </p:oleObj>
              </mc:Choice>
              <mc:Fallback>
                <p:oleObj name="" r:id="rId9" imgW="647700" imgH="203200" progId="Equation.KSEE3">
                  <p:embed/>
                  <p:pic>
                    <p:nvPicPr>
                      <p:cNvPr id="0" name="图片 1024"/>
                      <p:cNvPicPr/>
                      <p:nvPr/>
                    </p:nvPicPr>
                    <p:blipFill>
                      <a:blip r:embed="rId10"/>
                      <a:stretch>
                        <a:fillRect/>
                      </a:stretch>
                    </p:blipFill>
                    <p:spPr>
                      <a:xfrm>
                        <a:off x="2816860" y="1877695"/>
                        <a:ext cx="657225" cy="207645"/>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5365750" y="2021840"/>
          <a:ext cx="627380" cy="241300"/>
        </p:xfrm>
        <a:graphic>
          <a:graphicData uri="http://schemas.openxmlformats.org/presentationml/2006/ole">
            <mc:AlternateContent xmlns:mc="http://schemas.openxmlformats.org/markup-compatibility/2006">
              <mc:Choice xmlns:v="urn:schemas-microsoft-com:vml" Requires="v">
                <p:oleObj spid="_x0000_s17" name="" r:id="rId11" imgW="596900" imgH="228600" progId="Equation.KSEE3">
                  <p:embed/>
                </p:oleObj>
              </mc:Choice>
              <mc:Fallback>
                <p:oleObj name="" r:id="rId11" imgW="596900" imgH="228600" progId="Equation.KSEE3">
                  <p:embed/>
                  <p:pic>
                    <p:nvPicPr>
                      <p:cNvPr id="0" name="图片 1024"/>
                      <p:cNvPicPr/>
                      <p:nvPr/>
                    </p:nvPicPr>
                    <p:blipFill>
                      <a:blip r:embed="rId12"/>
                      <a:stretch>
                        <a:fillRect/>
                      </a:stretch>
                    </p:blipFill>
                    <p:spPr>
                      <a:xfrm>
                        <a:off x="5365750" y="2021840"/>
                        <a:ext cx="627380" cy="241300"/>
                      </a:xfrm>
                      <a:prstGeom prst="rect">
                        <a:avLst/>
                      </a:prstGeom>
                    </p:spPr>
                  </p:pic>
                </p:oleObj>
              </mc:Fallback>
            </mc:AlternateContent>
          </a:graphicData>
        </a:graphic>
      </p:graphicFrame>
      <p:cxnSp>
        <p:nvCxnSpPr>
          <p:cNvPr id="18" name="直接箭头连接符 17"/>
          <p:cNvCxnSpPr/>
          <p:nvPr/>
        </p:nvCxnSpPr>
        <p:spPr>
          <a:xfrm flipV="1">
            <a:off x="4462145" y="2150745"/>
            <a:ext cx="86614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9" name="对象 18">
            <a:hlinkClick r:id="" action="ppaction://ole?verb="/>
          </p:cNvPr>
          <p:cNvGraphicFramePr>
            <a:graphicFrameLocks noChangeAspect="1"/>
          </p:cNvGraphicFramePr>
          <p:nvPr/>
        </p:nvGraphicFramePr>
        <p:xfrm>
          <a:off x="4539615" y="1872615"/>
          <a:ext cx="670560" cy="212090"/>
        </p:xfrm>
        <a:graphic>
          <a:graphicData uri="http://schemas.openxmlformats.org/presentationml/2006/ole">
            <mc:AlternateContent xmlns:mc="http://schemas.openxmlformats.org/markup-compatibility/2006">
              <mc:Choice xmlns:v="urn:schemas-microsoft-com:vml" Requires="v">
                <p:oleObj spid="_x0000_s20" name="" r:id="rId13" imgW="647700" imgH="203200" progId="Equation.KSEE3">
                  <p:embed/>
                </p:oleObj>
              </mc:Choice>
              <mc:Fallback>
                <p:oleObj name="" r:id="rId13" imgW="647700" imgH="203200" progId="Equation.KSEE3">
                  <p:embed/>
                  <p:pic>
                    <p:nvPicPr>
                      <p:cNvPr id="0" name="图片 1024"/>
                      <p:cNvPicPr/>
                      <p:nvPr/>
                    </p:nvPicPr>
                    <p:blipFill>
                      <a:blip r:embed="rId14"/>
                      <a:stretch>
                        <a:fillRect/>
                      </a:stretch>
                    </p:blipFill>
                    <p:spPr>
                      <a:xfrm>
                        <a:off x="4539615" y="1872615"/>
                        <a:ext cx="670560" cy="212090"/>
                      </a:xfrm>
                      <a:prstGeom prst="rect">
                        <a:avLst/>
                      </a:prstGeom>
                    </p:spPr>
                  </p:pic>
                </p:oleObj>
              </mc:Fallback>
            </mc:AlternateContent>
          </a:graphicData>
        </a:graphic>
      </p:graphicFrame>
      <p:graphicFrame>
        <p:nvGraphicFramePr>
          <p:cNvPr id="21" name="对象 20">
            <a:hlinkClick r:id="" action="ppaction://ole?verb="/>
          </p:cNvPr>
          <p:cNvGraphicFramePr>
            <a:graphicFrameLocks noChangeAspect="1"/>
          </p:cNvGraphicFramePr>
          <p:nvPr/>
        </p:nvGraphicFramePr>
        <p:xfrm>
          <a:off x="7190105" y="1904365"/>
          <a:ext cx="791210" cy="582295"/>
        </p:xfrm>
        <a:graphic>
          <a:graphicData uri="http://schemas.openxmlformats.org/presentationml/2006/ole">
            <mc:AlternateContent xmlns:mc="http://schemas.openxmlformats.org/markup-compatibility/2006">
              <mc:Choice xmlns:v="urn:schemas-microsoft-com:vml" Requires="v">
                <p:oleObj spid="_x0000_s22" name="" r:id="rId15" imgW="862965" imgH="634365" progId="Equation.KSEE3">
                  <p:embed/>
                </p:oleObj>
              </mc:Choice>
              <mc:Fallback>
                <p:oleObj name="" r:id="rId15" imgW="862965" imgH="634365" progId="Equation.KSEE3">
                  <p:embed/>
                  <p:pic>
                    <p:nvPicPr>
                      <p:cNvPr id="0" name="图片 1024"/>
                      <p:cNvPicPr/>
                      <p:nvPr/>
                    </p:nvPicPr>
                    <p:blipFill>
                      <a:blip r:embed="rId16"/>
                      <a:stretch>
                        <a:fillRect/>
                      </a:stretch>
                    </p:blipFill>
                    <p:spPr>
                      <a:xfrm>
                        <a:off x="7190105" y="1904365"/>
                        <a:ext cx="791210" cy="582295"/>
                      </a:xfrm>
                      <a:prstGeom prst="rect">
                        <a:avLst/>
                      </a:prstGeom>
                    </p:spPr>
                  </p:pic>
                </p:oleObj>
              </mc:Fallback>
            </mc:AlternateContent>
          </a:graphicData>
        </a:graphic>
      </p:graphicFrame>
      <p:cxnSp>
        <p:nvCxnSpPr>
          <p:cNvPr id="23" name="直接箭头连接符 22"/>
          <p:cNvCxnSpPr/>
          <p:nvPr/>
        </p:nvCxnSpPr>
        <p:spPr>
          <a:xfrm flipV="1">
            <a:off x="6034405" y="2143125"/>
            <a:ext cx="111633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24" name="对象 23">
            <a:hlinkClick r:id="" action="ppaction://ole?verb="/>
          </p:cNvPr>
          <p:cNvGraphicFramePr>
            <a:graphicFrameLocks noChangeAspect="1"/>
          </p:cNvGraphicFramePr>
          <p:nvPr/>
        </p:nvGraphicFramePr>
        <p:xfrm>
          <a:off x="6106795" y="1679575"/>
          <a:ext cx="884555" cy="409575"/>
        </p:xfrm>
        <a:graphic>
          <a:graphicData uri="http://schemas.openxmlformats.org/presentationml/2006/ole">
            <mc:AlternateContent xmlns:mc="http://schemas.openxmlformats.org/markup-compatibility/2006">
              <mc:Choice xmlns:v="urn:schemas-microsoft-com:vml" Requires="v">
                <p:oleObj spid="_x0000_s25" name="" r:id="rId17" imgW="939800" imgH="431800" progId="Equation.KSEE3">
                  <p:embed/>
                </p:oleObj>
              </mc:Choice>
              <mc:Fallback>
                <p:oleObj name="" r:id="rId17" imgW="939800" imgH="431800" progId="Equation.KSEE3">
                  <p:embed/>
                  <p:pic>
                    <p:nvPicPr>
                      <p:cNvPr id="0" name="图片 1024"/>
                      <p:cNvPicPr/>
                      <p:nvPr/>
                    </p:nvPicPr>
                    <p:blipFill>
                      <a:blip r:embed="rId18"/>
                      <a:stretch>
                        <a:fillRect/>
                      </a:stretch>
                    </p:blipFill>
                    <p:spPr>
                      <a:xfrm>
                        <a:off x="6106795" y="1679575"/>
                        <a:ext cx="884555" cy="409575"/>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9133840" y="1904365"/>
          <a:ext cx="789305" cy="582295"/>
        </p:xfrm>
        <a:graphic>
          <a:graphicData uri="http://schemas.openxmlformats.org/presentationml/2006/ole">
            <mc:AlternateContent xmlns:mc="http://schemas.openxmlformats.org/markup-compatibility/2006">
              <mc:Choice xmlns:v="urn:schemas-microsoft-com:vml" Requires="v">
                <p:oleObj spid="_x0000_s27" name="" r:id="rId19" imgW="862965" imgH="634365" progId="Equation.KSEE3">
                  <p:embed/>
                </p:oleObj>
              </mc:Choice>
              <mc:Fallback>
                <p:oleObj name="" r:id="rId19" imgW="862965" imgH="634365" progId="Equation.KSEE3">
                  <p:embed/>
                  <p:pic>
                    <p:nvPicPr>
                      <p:cNvPr id="0" name="图片 1024"/>
                      <p:cNvPicPr/>
                      <p:nvPr/>
                    </p:nvPicPr>
                    <p:blipFill>
                      <a:blip r:embed="rId20"/>
                      <a:stretch>
                        <a:fillRect/>
                      </a:stretch>
                    </p:blipFill>
                    <p:spPr>
                      <a:xfrm>
                        <a:off x="9133840" y="1904365"/>
                        <a:ext cx="789305" cy="582295"/>
                      </a:xfrm>
                      <a:prstGeom prst="rect">
                        <a:avLst/>
                      </a:prstGeom>
                    </p:spPr>
                  </p:pic>
                </p:oleObj>
              </mc:Fallback>
            </mc:AlternateContent>
          </a:graphicData>
        </a:graphic>
      </p:graphicFrame>
      <p:cxnSp>
        <p:nvCxnSpPr>
          <p:cNvPr id="28" name="直接箭头连接符 27"/>
          <p:cNvCxnSpPr/>
          <p:nvPr/>
        </p:nvCxnSpPr>
        <p:spPr>
          <a:xfrm flipV="1">
            <a:off x="7988300" y="2143125"/>
            <a:ext cx="111633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29" name="对象 28">
            <a:hlinkClick r:id="" action="ppaction://ole?verb="/>
          </p:cNvPr>
          <p:cNvGraphicFramePr>
            <a:graphicFrameLocks noChangeAspect="1"/>
          </p:cNvGraphicFramePr>
          <p:nvPr/>
        </p:nvGraphicFramePr>
        <p:xfrm>
          <a:off x="8061960" y="1666875"/>
          <a:ext cx="915670" cy="417830"/>
        </p:xfrm>
        <a:graphic>
          <a:graphicData uri="http://schemas.openxmlformats.org/presentationml/2006/ole">
            <mc:AlternateContent xmlns:mc="http://schemas.openxmlformats.org/markup-compatibility/2006">
              <mc:Choice xmlns:v="urn:schemas-microsoft-com:vml" Requires="v">
                <p:oleObj spid="_x0000_s30" name="" r:id="rId21" imgW="952500" imgH="431800" progId="Equation.KSEE3">
                  <p:embed/>
                </p:oleObj>
              </mc:Choice>
              <mc:Fallback>
                <p:oleObj name="" r:id="rId21" imgW="952500" imgH="431800" progId="Equation.KSEE3">
                  <p:embed/>
                  <p:pic>
                    <p:nvPicPr>
                      <p:cNvPr id="0" name="图片 1024"/>
                      <p:cNvPicPr/>
                      <p:nvPr/>
                    </p:nvPicPr>
                    <p:blipFill>
                      <a:blip r:embed="rId22"/>
                      <a:stretch>
                        <a:fillRect/>
                      </a:stretch>
                    </p:blipFill>
                    <p:spPr>
                      <a:xfrm>
                        <a:off x="8061960" y="1666875"/>
                        <a:ext cx="915670" cy="417830"/>
                      </a:xfrm>
                      <a:prstGeom prst="rect">
                        <a:avLst/>
                      </a:prstGeom>
                    </p:spPr>
                  </p:pic>
                </p:oleObj>
              </mc:Fallback>
            </mc:AlternateContent>
          </a:graphicData>
        </a:graphic>
      </p:graphicFrame>
      <p:cxnSp>
        <p:nvCxnSpPr>
          <p:cNvPr id="32" name="直接箭头连接符 31"/>
          <p:cNvCxnSpPr/>
          <p:nvPr/>
        </p:nvCxnSpPr>
        <p:spPr>
          <a:xfrm>
            <a:off x="9946640" y="2127250"/>
            <a:ext cx="828000" cy="63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3" name="对象 32">
            <a:hlinkClick r:id="" action="ppaction://ole?verb="/>
          </p:cNvPr>
          <p:cNvGraphicFramePr>
            <a:graphicFrameLocks noChangeAspect="1"/>
          </p:cNvGraphicFramePr>
          <p:nvPr/>
        </p:nvGraphicFramePr>
        <p:xfrm>
          <a:off x="9999345" y="1629410"/>
          <a:ext cx="661670" cy="445135"/>
        </p:xfrm>
        <a:graphic>
          <a:graphicData uri="http://schemas.openxmlformats.org/presentationml/2006/ole">
            <mc:AlternateContent xmlns:mc="http://schemas.openxmlformats.org/markup-compatibility/2006">
              <mc:Choice xmlns:v="urn:schemas-microsoft-com:vml" Requires="v">
                <p:oleObj spid="_x0000_s34" name="" r:id="rId23" imgW="647700" imgH="431800" progId="Equation.KSEE3">
                  <p:embed/>
                </p:oleObj>
              </mc:Choice>
              <mc:Fallback>
                <p:oleObj name="" r:id="rId23" imgW="647700" imgH="431800" progId="Equation.KSEE3">
                  <p:embed/>
                  <p:pic>
                    <p:nvPicPr>
                      <p:cNvPr id="0" name="图片 1024"/>
                      <p:cNvPicPr/>
                      <p:nvPr/>
                    </p:nvPicPr>
                    <p:blipFill>
                      <a:blip r:embed="rId24"/>
                      <a:stretch>
                        <a:fillRect/>
                      </a:stretch>
                    </p:blipFill>
                    <p:spPr>
                      <a:xfrm>
                        <a:off x="9999345" y="1629410"/>
                        <a:ext cx="661670" cy="445135"/>
                      </a:xfrm>
                      <a:prstGeom prst="rect">
                        <a:avLst/>
                      </a:prstGeom>
                    </p:spPr>
                  </p:pic>
                </p:oleObj>
              </mc:Fallback>
            </mc:AlternateContent>
          </a:graphicData>
        </a:graphic>
      </p:graphicFrame>
      <p:sp>
        <p:nvSpPr>
          <p:cNvPr id="39" name="文本框 38"/>
          <p:cNvSpPr txBox="1"/>
          <p:nvPr/>
        </p:nvSpPr>
        <p:spPr>
          <a:xfrm>
            <a:off x="367030" y="2486660"/>
            <a:ext cx="1424305" cy="460375"/>
          </a:xfrm>
          <a:prstGeom prst="rect">
            <a:avLst/>
          </a:prstGeom>
          <a:noFill/>
        </p:spPr>
        <p:txBody>
          <a:bodyPr wrap="square" rtlCol="0">
            <a:spAutoFit/>
          </a:bodyPr>
          <a:p>
            <a:r>
              <a:rPr lang="zh-CN" altLang="en-US" sz="2400">
                <a:solidFill>
                  <a:schemeClr val="accent1"/>
                </a:solidFill>
                <a:effectLst>
                  <a:outerShdw blurRad="38100" dist="25400" dir="5400000" algn="ctr" rotWithShape="0">
                    <a:srgbClr val="6E747A">
                      <a:alpha val="43000"/>
                    </a:srgbClr>
                  </a:outerShdw>
                </a:effectLst>
              </a:rPr>
              <a:t>静止</a:t>
            </a:r>
            <a:r>
              <a:rPr lang="zh-CN" altLang="en-US" sz="2400">
                <a:solidFill>
                  <a:schemeClr val="accent1"/>
                </a:solidFill>
                <a:effectLst>
                  <a:outerShdw blurRad="38100" dist="25400" dir="5400000" algn="ctr" rotWithShape="0">
                    <a:srgbClr val="6E747A">
                      <a:alpha val="43000"/>
                    </a:srgbClr>
                  </a:outerShdw>
                </a:effectLst>
                <a:sym typeface="+mn-ea"/>
              </a:rPr>
              <a:t>的场</a:t>
            </a:r>
            <a:endParaRPr lang="zh-CN" altLang="en-US" sz="2400">
              <a:solidFill>
                <a:schemeClr val="accent1"/>
              </a:solidFill>
              <a:effectLst>
                <a:outerShdw blurRad="38100" dist="25400" dir="5400000" algn="ctr" rotWithShape="0">
                  <a:srgbClr val="6E747A">
                    <a:alpha val="43000"/>
                  </a:srgbClr>
                </a:outerShdw>
              </a:effectLst>
            </a:endParaRPr>
          </a:p>
        </p:txBody>
      </p:sp>
      <p:sp>
        <p:nvSpPr>
          <p:cNvPr id="40" name="文本框 39"/>
          <p:cNvSpPr txBox="1"/>
          <p:nvPr/>
        </p:nvSpPr>
        <p:spPr>
          <a:xfrm>
            <a:off x="10279380" y="2486660"/>
            <a:ext cx="1589405" cy="460375"/>
          </a:xfrm>
          <a:prstGeom prst="rect">
            <a:avLst/>
          </a:prstGeom>
          <a:noFill/>
        </p:spPr>
        <p:txBody>
          <a:bodyPr wrap="square" rtlCol="0">
            <a:spAutoFit/>
          </a:bodyPr>
          <a:p>
            <a:r>
              <a:rPr lang="zh-CN" altLang="en-US" sz="2400">
                <a:solidFill>
                  <a:schemeClr val="accent1"/>
                </a:solidFill>
                <a:effectLst>
                  <a:outerShdw blurRad="38100" dist="25400" dir="5400000" algn="ctr" rotWithShape="0">
                    <a:srgbClr val="6E747A">
                      <a:alpha val="43000"/>
                    </a:srgbClr>
                  </a:outerShdw>
                </a:effectLst>
              </a:rPr>
              <a:t>变化的</a:t>
            </a:r>
            <a:r>
              <a:rPr lang="zh-CN" altLang="en-US" sz="2400">
                <a:solidFill>
                  <a:schemeClr val="accent1"/>
                </a:solidFill>
                <a:effectLst>
                  <a:outerShdw blurRad="38100" dist="25400" dir="5400000" algn="ctr" rotWithShape="0">
                    <a:srgbClr val="6E747A">
                      <a:alpha val="43000"/>
                    </a:srgbClr>
                  </a:outerShdw>
                </a:effectLst>
              </a:rPr>
              <a:t>场</a:t>
            </a:r>
            <a:endParaRPr lang="zh-CN" altLang="en-US" sz="2400">
              <a:solidFill>
                <a:schemeClr val="accent1"/>
              </a:solidFill>
              <a:effectLst>
                <a:outerShdw blurRad="38100" dist="25400" dir="5400000" algn="ctr" rotWithShape="0">
                  <a:srgbClr val="6E747A">
                    <a:alpha val="43000"/>
                  </a:srgbClr>
                </a:outerShdw>
              </a:effectLst>
            </a:endParaRPr>
          </a:p>
        </p:txBody>
      </p:sp>
      <p:cxnSp>
        <p:nvCxnSpPr>
          <p:cNvPr id="41" name="直接箭头连接符 40"/>
          <p:cNvCxnSpPr>
            <a:stCxn id="39" idx="3"/>
            <a:endCxn id="40" idx="1"/>
          </p:cNvCxnSpPr>
          <p:nvPr/>
        </p:nvCxnSpPr>
        <p:spPr>
          <a:xfrm>
            <a:off x="1791335" y="2717165"/>
            <a:ext cx="8488045" cy="0"/>
          </a:xfrm>
          <a:prstGeom prst="straightConnector1">
            <a:avLst/>
          </a:prstGeom>
          <a:ln w="57150" cap="rnd">
            <a:solidFill>
              <a:schemeClr val="accent1"/>
            </a:solidFill>
            <a:round/>
            <a:tailEnd type="stealth" w="med" len="med"/>
          </a:ln>
        </p:spPr>
        <p:style>
          <a:lnRef idx="0">
            <a:srgbClr val="FFFFFF"/>
          </a:lnRef>
          <a:fillRef idx="0">
            <a:srgbClr val="FFFFFF"/>
          </a:fillRef>
          <a:effectRef idx="0">
            <a:srgbClr val="FFFFFF"/>
          </a:effectRef>
          <a:fontRef idx="minor">
            <a:schemeClr val="tx1"/>
          </a:fontRef>
        </p:style>
      </p:cxnSp>
      <p:sp>
        <p:nvSpPr>
          <p:cNvPr id="42" name="文本框 41"/>
          <p:cNvSpPr txBox="1"/>
          <p:nvPr/>
        </p:nvSpPr>
        <p:spPr>
          <a:xfrm>
            <a:off x="386080" y="4673600"/>
            <a:ext cx="1424305" cy="829945"/>
          </a:xfrm>
          <a:prstGeom prst="rect">
            <a:avLst/>
          </a:prstGeom>
          <a:noFill/>
        </p:spPr>
        <p:txBody>
          <a:bodyPr wrap="square" rtlCol="0">
            <a:spAutoFit/>
          </a:bodyPr>
          <a:p>
            <a:pPr algn="ctr">
              <a:buClrTx/>
              <a:buSzTx/>
              <a:buFontTx/>
            </a:pPr>
            <a:r>
              <a:rPr lang="zh-CN" altLang="en-US" sz="2400">
                <a:solidFill>
                  <a:schemeClr val="accent1"/>
                </a:solidFill>
                <a:effectLst>
                  <a:outerShdw blurRad="38100" dist="25400" dir="5400000" algn="ctr" rotWithShape="0">
                    <a:srgbClr val="6E747A">
                      <a:alpha val="43000"/>
                    </a:srgbClr>
                  </a:outerShdw>
                </a:effectLst>
              </a:rPr>
              <a:t>简单的</a:t>
            </a:r>
            <a:endParaRPr lang="zh-CN" altLang="en-US" sz="2400">
              <a:solidFill>
                <a:schemeClr val="accent1"/>
              </a:solidFill>
              <a:effectLst>
                <a:outerShdw blurRad="38100" dist="25400" dir="5400000" algn="ctr" rotWithShape="0">
                  <a:srgbClr val="6E747A">
                    <a:alpha val="43000"/>
                  </a:srgbClr>
                </a:outerShdw>
              </a:effectLst>
            </a:endParaRPr>
          </a:p>
          <a:p>
            <a:pPr algn="ctr">
              <a:buClrTx/>
              <a:buSzTx/>
              <a:buFontTx/>
            </a:pPr>
            <a:r>
              <a:rPr lang="zh-CN" altLang="en-US" sz="2400">
                <a:solidFill>
                  <a:schemeClr val="accent1"/>
                </a:solidFill>
                <a:effectLst>
                  <a:outerShdw blurRad="38100" dist="25400" dir="5400000" algn="ctr" rotWithShape="0">
                    <a:srgbClr val="6E747A">
                      <a:alpha val="43000"/>
                    </a:srgbClr>
                  </a:outerShdw>
                </a:effectLst>
              </a:rPr>
              <a:t>理想模型</a:t>
            </a:r>
            <a:endParaRPr lang="zh-CN" altLang="en-US" sz="2400">
              <a:solidFill>
                <a:schemeClr val="accent1"/>
              </a:solidFill>
              <a:effectLst>
                <a:outerShdw blurRad="38100" dist="25400" dir="5400000" algn="ctr" rotWithShape="0">
                  <a:srgbClr val="6E747A">
                    <a:alpha val="43000"/>
                  </a:srgbClr>
                </a:outerShdw>
              </a:effectLst>
            </a:endParaRPr>
          </a:p>
        </p:txBody>
      </p:sp>
      <p:sp>
        <p:nvSpPr>
          <p:cNvPr id="43" name="文本框 42"/>
          <p:cNvSpPr txBox="1"/>
          <p:nvPr/>
        </p:nvSpPr>
        <p:spPr>
          <a:xfrm>
            <a:off x="10298430" y="4673600"/>
            <a:ext cx="1589405" cy="829945"/>
          </a:xfrm>
          <a:prstGeom prst="rect">
            <a:avLst/>
          </a:prstGeom>
          <a:noFill/>
        </p:spPr>
        <p:txBody>
          <a:bodyPr wrap="square" rtlCol="0">
            <a:spAutoFit/>
          </a:bodyPr>
          <a:p>
            <a:pPr algn="ctr"/>
            <a:r>
              <a:rPr lang="zh-CN" altLang="en-US" sz="2400">
                <a:solidFill>
                  <a:schemeClr val="accent1"/>
                </a:solidFill>
                <a:effectLst>
                  <a:outerShdw blurRad="38100" dist="25400" dir="5400000" algn="ctr" rotWithShape="0">
                    <a:srgbClr val="6E747A">
                      <a:alpha val="43000"/>
                    </a:srgbClr>
                  </a:outerShdw>
                </a:effectLst>
              </a:rPr>
              <a:t>复杂</a:t>
            </a:r>
            <a:r>
              <a:rPr lang="zh-CN" altLang="en-US" sz="2400">
                <a:solidFill>
                  <a:schemeClr val="accent1"/>
                </a:solidFill>
                <a:effectLst>
                  <a:outerShdw blurRad="38100" dist="25400" dir="5400000" algn="ctr" rotWithShape="0">
                    <a:srgbClr val="6E747A">
                      <a:alpha val="43000"/>
                    </a:srgbClr>
                  </a:outerShdw>
                </a:effectLst>
              </a:rPr>
              <a:t>的</a:t>
            </a:r>
            <a:endParaRPr lang="zh-CN" altLang="en-US" sz="2400">
              <a:solidFill>
                <a:schemeClr val="accent1"/>
              </a:solidFill>
              <a:effectLst>
                <a:outerShdw blurRad="38100" dist="25400" dir="5400000" algn="ctr" rotWithShape="0">
                  <a:srgbClr val="6E747A">
                    <a:alpha val="43000"/>
                  </a:srgbClr>
                </a:outerShdw>
              </a:effectLst>
            </a:endParaRPr>
          </a:p>
          <a:p>
            <a:pPr algn="ctr"/>
            <a:r>
              <a:rPr lang="zh-CN" altLang="en-US" sz="2400">
                <a:solidFill>
                  <a:schemeClr val="accent1"/>
                </a:solidFill>
                <a:effectLst>
                  <a:outerShdw blurRad="38100" dist="25400" dir="5400000" algn="ctr" rotWithShape="0">
                    <a:srgbClr val="6E747A">
                      <a:alpha val="43000"/>
                    </a:srgbClr>
                  </a:outerShdw>
                </a:effectLst>
              </a:rPr>
              <a:t>实际</a:t>
            </a:r>
            <a:r>
              <a:rPr lang="zh-CN" altLang="en-US" sz="2400">
                <a:solidFill>
                  <a:schemeClr val="accent1"/>
                </a:solidFill>
                <a:effectLst>
                  <a:outerShdw blurRad="38100" dist="25400" dir="5400000" algn="ctr" rotWithShape="0">
                    <a:srgbClr val="6E747A">
                      <a:alpha val="43000"/>
                    </a:srgbClr>
                  </a:outerShdw>
                </a:effectLst>
              </a:rPr>
              <a:t>模型</a:t>
            </a:r>
            <a:endParaRPr lang="zh-CN" altLang="en-US" sz="2400">
              <a:solidFill>
                <a:schemeClr val="accent1"/>
              </a:solidFill>
              <a:effectLst>
                <a:outerShdw blurRad="38100" dist="25400" dir="5400000" algn="ctr" rotWithShape="0">
                  <a:srgbClr val="6E747A">
                    <a:alpha val="43000"/>
                  </a:srgbClr>
                </a:outerShdw>
              </a:effectLst>
            </a:endParaRPr>
          </a:p>
        </p:txBody>
      </p:sp>
      <p:cxnSp>
        <p:nvCxnSpPr>
          <p:cNvPr id="44" name="直接箭头连接符 43"/>
          <p:cNvCxnSpPr>
            <a:endCxn id="43" idx="1"/>
          </p:cNvCxnSpPr>
          <p:nvPr/>
        </p:nvCxnSpPr>
        <p:spPr>
          <a:xfrm>
            <a:off x="1810385" y="5088890"/>
            <a:ext cx="8488045" cy="0"/>
          </a:xfrm>
          <a:prstGeom prst="straightConnector1">
            <a:avLst/>
          </a:prstGeom>
          <a:ln w="57150" cap="rnd">
            <a:solidFill>
              <a:schemeClr val="accent1"/>
            </a:solidFill>
            <a:round/>
            <a:tailEnd type="stealth" w="med" len="med"/>
          </a:ln>
        </p:spPr>
        <p:style>
          <a:lnRef idx="0">
            <a:srgbClr val="FFFFFF"/>
          </a:lnRef>
          <a:fillRef idx="0">
            <a:srgbClr val="FFFFFF"/>
          </a:fillRef>
          <a:effectRef idx="0">
            <a:srgbClr val="FFFFFF"/>
          </a:effectRef>
          <a:fontRef idx="minor">
            <a:schemeClr val="tx1"/>
          </a:fontRef>
        </p:style>
      </p:cxnSp>
      <p:graphicFrame>
        <p:nvGraphicFramePr>
          <p:cNvPr id="45" name="对象 44">
            <a:hlinkClick r:id="" action="ppaction://ole?verb="/>
          </p:cNvPr>
          <p:cNvGraphicFramePr>
            <a:graphicFrameLocks noChangeAspect="1"/>
          </p:cNvGraphicFramePr>
          <p:nvPr/>
        </p:nvGraphicFramePr>
        <p:xfrm>
          <a:off x="2012315" y="4500880"/>
          <a:ext cx="1302385" cy="212090"/>
        </p:xfrm>
        <a:graphic>
          <a:graphicData uri="http://schemas.openxmlformats.org/presentationml/2006/ole">
            <mc:AlternateContent xmlns:mc="http://schemas.openxmlformats.org/markup-compatibility/2006">
              <mc:Choice xmlns:v="urn:schemas-microsoft-com:vml" Requires="v">
                <p:oleObj spid="_x0000_s46" name="" r:id="rId25" imgW="1257300" imgH="203200" progId="Equation.KSEE3">
                  <p:embed/>
                </p:oleObj>
              </mc:Choice>
              <mc:Fallback>
                <p:oleObj name="" r:id="rId25" imgW="1257300" imgH="203200" progId="Equation.KSEE3">
                  <p:embed/>
                  <p:pic>
                    <p:nvPicPr>
                      <p:cNvPr id="0" name="图片 1024"/>
                      <p:cNvPicPr/>
                      <p:nvPr/>
                    </p:nvPicPr>
                    <p:blipFill>
                      <a:blip r:embed="rId26"/>
                      <a:stretch>
                        <a:fillRect/>
                      </a:stretch>
                    </p:blipFill>
                    <p:spPr>
                      <a:xfrm>
                        <a:off x="2012315" y="4500880"/>
                        <a:ext cx="1302385" cy="212090"/>
                      </a:xfrm>
                      <a:prstGeom prst="rect">
                        <a:avLst/>
                      </a:prstGeom>
                    </p:spPr>
                  </p:pic>
                </p:oleObj>
              </mc:Fallback>
            </mc:AlternateContent>
          </a:graphicData>
        </a:graphic>
      </p:graphicFrame>
      <p:cxnSp>
        <p:nvCxnSpPr>
          <p:cNvPr id="47" name="直接箭头连接符 46"/>
          <p:cNvCxnSpPr/>
          <p:nvPr/>
        </p:nvCxnSpPr>
        <p:spPr>
          <a:xfrm flipV="1">
            <a:off x="3450590" y="4594225"/>
            <a:ext cx="796290" cy="508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48" name="对象 47">
            <a:hlinkClick r:id="" action="ppaction://ole?verb="/>
          </p:cNvPr>
          <p:cNvGraphicFramePr>
            <a:graphicFrameLocks noChangeAspect="1"/>
          </p:cNvGraphicFramePr>
          <p:nvPr/>
        </p:nvGraphicFramePr>
        <p:xfrm>
          <a:off x="4461510" y="4195128"/>
          <a:ext cx="2176780" cy="689610"/>
        </p:xfrm>
        <a:graphic>
          <a:graphicData uri="http://schemas.openxmlformats.org/presentationml/2006/ole">
            <mc:AlternateContent xmlns:mc="http://schemas.openxmlformats.org/markup-compatibility/2006">
              <mc:Choice xmlns:v="urn:schemas-microsoft-com:vml" Requires="v">
                <p:oleObj spid="_x0000_s49" name="" r:id="rId27" imgW="2184400" imgH="685800" progId="Equation.KSEE3">
                  <p:embed/>
                </p:oleObj>
              </mc:Choice>
              <mc:Fallback>
                <p:oleObj name="" r:id="rId27" imgW="2184400" imgH="685800" progId="Equation.KSEE3">
                  <p:embed/>
                  <p:pic>
                    <p:nvPicPr>
                      <p:cNvPr id="0" name="图片 1024"/>
                      <p:cNvPicPr/>
                      <p:nvPr/>
                    </p:nvPicPr>
                    <p:blipFill>
                      <a:blip r:embed="rId28"/>
                      <a:stretch>
                        <a:fillRect/>
                      </a:stretch>
                    </p:blipFill>
                    <p:spPr>
                      <a:xfrm>
                        <a:off x="4461510" y="4195128"/>
                        <a:ext cx="2176780" cy="689610"/>
                      </a:xfrm>
                      <a:prstGeom prst="rect">
                        <a:avLst/>
                      </a:prstGeom>
                    </p:spPr>
                  </p:pic>
                </p:oleObj>
              </mc:Fallback>
            </mc:AlternateContent>
          </a:graphicData>
        </a:graphic>
      </p:graphicFrame>
      <p:cxnSp>
        <p:nvCxnSpPr>
          <p:cNvPr id="50" name="直接箭头连接符 49"/>
          <p:cNvCxnSpPr/>
          <p:nvPr/>
        </p:nvCxnSpPr>
        <p:spPr>
          <a:xfrm flipV="1">
            <a:off x="6876415" y="4578985"/>
            <a:ext cx="796290" cy="508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53" name="对象 52">
            <a:hlinkClick r:id="" action="ppaction://ole?verb="/>
          </p:cNvPr>
          <p:cNvGraphicFramePr>
            <a:graphicFrameLocks noChangeAspect="1"/>
          </p:cNvGraphicFramePr>
          <p:nvPr/>
        </p:nvGraphicFramePr>
        <p:xfrm>
          <a:off x="7707630" y="4233863"/>
          <a:ext cx="2329180" cy="689610"/>
        </p:xfrm>
        <a:graphic>
          <a:graphicData uri="http://schemas.openxmlformats.org/presentationml/2006/ole">
            <mc:AlternateContent xmlns:mc="http://schemas.openxmlformats.org/markup-compatibility/2006">
              <mc:Choice xmlns:v="urn:schemas-microsoft-com:vml" Requires="v">
                <p:oleObj spid="_x0000_s54" name="" r:id="rId29" imgW="2336800" imgH="685800" progId="Equation.KSEE3">
                  <p:embed/>
                </p:oleObj>
              </mc:Choice>
              <mc:Fallback>
                <p:oleObj name="" r:id="rId29" imgW="2336800" imgH="685800" progId="Equation.KSEE3">
                  <p:embed/>
                  <p:pic>
                    <p:nvPicPr>
                      <p:cNvPr id="0" name="图片 1024"/>
                      <p:cNvPicPr/>
                      <p:nvPr/>
                    </p:nvPicPr>
                    <p:blipFill>
                      <a:blip r:embed="rId30"/>
                      <a:stretch>
                        <a:fillRect/>
                      </a:stretch>
                    </p:blipFill>
                    <p:spPr>
                      <a:xfrm>
                        <a:off x="7707630" y="4233863"/>
                        <a:ext cx="2329180" cy="689610"/>
                      </a:xfrm>
                      <a:prstGeom prst="rect">
                        <a:avLst/>
                      </a:prstGeom>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10804525" y="2006600"/>
          <a:ext cx="866140" cy="220980"/>
        </p:xfrm>
        <a:graphic>
          <a:graphicData uri="http://schemas.openxmlformats.org/presentationml/2006/ole">
            <mc:AlternateContent xmlns:mc="http://schemas.openxmlformats.org/markup-compatibility/2006">
              <mc:Choice xmlns:v="urn:schemas-microsoft-com:vml" Requires="v">
                <p:oleObj spid="_x0000_s3" name="" r:id="rId31" imgW="800100" imgH="203200" progId="Equation.KSEE3">
                  <p:embed/>
                </p:oleObj>
              </mc:Choice>
              <mc:Fallback>
                <p:oleObj name="" r:id="rId31" imgW="800100" imgH="203200" progId="Equation.KSEE3">
                  <p:embed/>
                  <p:pic>
                    <p:nvPicPr>
                      <p:cNvPr id="0" name="图片 1024"/>
                      <p:cNvPicPr/>
                      <p:nvPr/>
                    </p:nvPicPr>
                    <p:blipFill>
                      <a:blip r:embed="rId32"/>
                      <a:stretch>
                        <a:fillRect/>
                      </a:stretch>
                    </p:blipFill>
                    <p:spPr>
                      <a:xfrm>
                        <a:off x="10804525" y="2006600"/>
                        <a:ext cx="866140" cy="220980"/>
                      </a:xfrm>
                      <a:prstGeom prst="rect">
                        <a:avLst/>
                      </a:prstGeom>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121650" y="5257800"/>
            <a:ext cx="3634740" cy="521970"/>
          </a:xfrm>
          <a:prstGeom prst="rect">
            <a:avLst/>
          </a:prstGeom>
          <a:noFill/>
        </p:spPr>
        <p:txBody>
          <a:bodyPr wrap="square" rtlCol="0">
            <a:spAutoFit/>
          </a:bodyPr>
          <a:lstStyle/>
          <a:p>
            <a:pPr algn="l">
              <a:buClrTx/>
              <a:buSzTx/>
              <a:buFontTx/>
            </a:pPr>
            <a:r>
              <a:rPr lang="zh-CN" altLang="en-US" sz="1400">
                <a:solidFill>
                  <a:srgbClr val="1F1F1F"/>
                </a:solidFill>
                <a:latin typeface="Consolas" panose="020B0609020204030204"/>
                <a:ea typeface="Consolas" panose="020B0609020204030204"/>
              </a:rPr>
              <a:t>《MATLAB电磁场与微波技术仿真》</a:t>
            </a:r>
            <a:r>
              <a:rPr lang="en-US" altLang="zh-CN" sz="1400">
                <a:solidFill>
                  <a:srgbClr val="1F1F1F"/>
                </a:solidFill>
                <a:latin typeface="Consolas" panose="020B0609020204030204"/>
                <a:ea typeface="Consolas" panose="020B0609020204030204"/>
              </a:rPr>
              <a:t>-</a:t>
            </a:r>
            <a:r>
              <a:rPr lang="zh-CN" altLang="en-US" sz="1400">
                <a:solidFill>
                  <a:srgbClr val="1F1F1F"/>
                </a:solidFill>
                <a:latin typeface="Consolas" panose="020B0609020204030204"/>
                <a:ea typeface="Consolas" panose="020B0609020204030204"/>
              </a:rPr>
              <a:t>梅中磊，李月峨，马阿宁</a:t>
            </a:r>
            <a:endParaRPr lang="zh-CN" altLang="en-US" sz="1400">
              <a:solidFill>
                <a:srgbClr val="1F1F1F"/>
              </a:solidFill>
              <a:latin typeface="Consolas" panose="020B0609020204030204"/>
              <a:ea typeface="Consolas" panose="020B0609020204030204"/>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37270" y="1301115"/>
            <a:ext cx="2684780" cy="3724275"/>
          </a:xfrm>
          <a:prstGeom prst="rect">
            <a:avLst/>
          </a:prstGeom>
          <a:noFill/>
          <a:ln>
            <a:solidFill>
              <a:schemeClr val="tx1">
                <a:lumMod val="65000"/>
                <a:lumOff val="35000"/>
              </a:schemeClr>
            </a:solidFill>
          </a:ln>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474133" y="410634"/>
            <a:ext cx="1960880" cy="398780"/>
          </a:xfrm>
          <a:prstGeom prst="rect">
            <a:avLst/>
          </a:prstGeom>
          <a:noFill/>
        </p:spPr>
        <p:txBody>
          <a:bodyPr wrap="none" rtlCol="0">
            <a:spAutoFit/>
          </a:bodyPr>
          <a:lstStyle/>
          <a:p>
            <a:r>
              <a:rPr lang="zh-CN" altLang="en-US" sz="2000" dirty="0"/>
              <a:t>前言：参考</a:t>
            </a:r>
            <a:r>
              <a:rPr lang="zh-CN" altLang="en-US" sz="2000" dirty="0"/>
              <a:t>书目</a:t>
            </a:r>
            <a:endParaRPr lang="zh-CN" altLang="en-US" sz="2000" dirty="0"/>
          </a:p>
        </p:txBody>
      </p:sp>
      <p:pic>
        <p:nvPicPr>
          <p:cNvPr id="4" name="图片 3"/>
          <p:cNvPicPr/>
          <p:nvPr/>
        </p:nvPicPr>
        <p:blipFill>
          <a:blip r:embed="rId2"/>
          <a:stretch>
            <a:fillRect/>
          </a:stretch>
        </p:blipFill>
        <p:spPr>
          <a:xfrm>
            <a:off x="780415" y="1229995"/>
            <a:ext cx="2935605" cy="3900805"/>
          </a:xfrm>
          <a:prstGeom prst="rect">
            <a:avLst/>
          </a:prstGeom>
        </p:spPr>
      </p:pic>
      <p:sp>
        <p:nvSpPr>
          <p:cNvPr id="5" name="文本框 4"/>
          <p:cNvSpPr txBox="1"/>
          <p:nvPr/>
        </p:nvSpPr>
        <p:spPr>
          <a:xfrm>
            <a:off x="193040" y="5296535"/>
            <a:ext cx="4265930" cy="315595"/>
          </a:xfrm>
          <a:prstGeom prst="rect">
            <a:avLst/>
          </a:prstGeom>
        </p:spPr>
        <p:txBody>
          <a:bodyPr>
            <a:noAutofit/>
          </a:bodyPr>
          <a:p>
            <a:pPr marL="0" indent="0"/>
            <a:r>
              <a:rPr lang="zh-CN" altLang="en-US" sz="1400" b="0" i="0">
                <a:solidFill>
                  <a:srgbClr val="1F1F1F"/>
                </a:solidFill>
                <a:latin typeface="Consolas" panose="020B0609020204030204"/>
                <a:ea typeface="Consolas" panose="020B0609020204030204"/>
              </a:rPr>
              <a:t>《电磁场与电磁波基础》</a:t>
            </a:r>
            <a:r>
              <a:rPr lang="en-US" altLang="zh-CN" sz="1400" b="0" i="0">
                <a:solidFill>
                  <a:srgbClr val="1F1F1F"/>
                </a:solidFill>
                <a:latin typeface="Consolas" panose="020B0609020204030204"/>
                <a:ea typeface="Consolas" panose="020B0609020204030204"/>
              </a:rPr>
              <a:t>-</a:t>
            </a:r>
            <a:r>
              <a:rPr lang="zh-CN" altLang="en-US" sz="1400" b="0" i="0">
                <a:solidFill>
                  <a:srgbClr val="1F1F1F"/>
                </a:solidFill>
                <a:latin typeface="Consolas" panose="020B0609020204030204"/>
                <a:ea typeface="Consolas" panose="020B0609020204030204"/>
              </a:rPr>
              <a:t>路宏敏，赵永久，朱满座</a:t>
            </a:r>
            <a:endParaRPr lang="zh-CN" altLang="en-US" sz="1400" b="0" i="0">
              <a:solidFill>
                <a:srgbClr val="1F1F1F"/>
              </a:solidFill>
              <a:latin typeface="Consolas" panose="020B0609020204030204"/>
              <a:ea typeface="Consolas" panose="020B0609020204030204"/>
            </a:endParaRPr>
          </a:p>
        </p:txBody>
      </p:sp>
      <p:pic>
        <p:nvPicPr>
          <p:cNvPr id="6" name="图片 5"/>
          <p:cNvPicPr/>
          <p:nvPr/>
        </p:nvPicPr>
        <p:blipFill>
          <a:blip r:embed="rId3"/>
          <a:stretch>
            <a:fillRect/>
          </a:stretch>
        </p:blipFill>
        <p:spPr>
          <a:xfrm>
            <a:off x="4561840" y="1258570"/>
            <a:ext cx="2736215" cy="3872230"/>
          </a:xfrm>
          <a:prstGeom prst="rect">
            <a:avLst/>
          </a:prstGeom>
        </p:spPr>
      </p:pic>
      <p:sp>
        <p:nvSpPr>
          <p:cNvPr id="7" name="文本框 6"/>
          <p:cNvSpPr txBox="1"/>
          <p:nvPr/>
        </p:nvSpPr>
        <p:spPr>
          <a:xfrm>
            <a:off x="4708115" y="5296323"/>
            <a:ext cx="2236470" cy="306705"/>
          </a:xfrm>
          <a:prstGeom prst="rect">
            <a:avLst/>
          </a:prstGeom>
          <a:noFill/>
        </p:spPr>
        <p:txBody>
          <a:bodyPr wrap="none" rtlCol="0">
            <a:spAutoFit/>
          </a:bodyPr>
          <a:lstStyle/>
          <a:p>
            <a:pPr algn="l">
              <a:buClrTx/>
              <a:buSzTx/>
              <a:buFontTx/>
            </a:pPr>
            <a:r>
              <a:rPr lang="zh-CN" altLang="en-US" sz="1400">
                <a:solidFill>
                  <a:srgbClr val="1F1F1F"/>
                </a:solidFill>
                <a:latin typeface="Consolas" panose="020B0609020204030204"/>
                <a:ea typeface="Consolas" panose="020B0609020204030204"/>
              </a:rPr>
              <a:t>《数学物理方法》</a:t>
            </a:r>
            <a:r>
              <a:rPr lang="en-US" altLang="zh-CN" sz="1400">
                <a:solidFill>
                  <a:srgbClr val="1F1F1F"/>
                </a:solidFill>
                <a:latin typeface="Consolas" panose="020B0609020204030204"/>
                <a:ea typeface="Consolas" panose="020B0609020204030204"/>
              </a:rPr>
              <a:t>-</a:t>
            </a:r>
            <a:r>
              <a:rPr lang="zh-CN" altLang="en-US" sz="1400">
                <a:solidFill>
                  <a:srgbClr val="1F1F1F"/>
                </a:solidFill>
                <a:latin typeface="Consolas" panose="020B0609020204030204"/>
                <a:ea typeface="Consolas" panose="020B0609020204030204"/>
              </a:rPr>
              <a:t>梁昆淼</a:t>
            </a:r>
            <a:endParaRPr lang="zh-CN" altLang="en-US" sz="1400">
              <a:solidFill>
                <a:srgbClr val="1F1F1F"/>
              </a:solidFill>
              <a:latin typeface="Consolas" panose="020B0609020204030204"/>
              <a:ea typeface="Consolas" panose="020B0609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1275715" y="1362075"/>
            <a:ext cx="9144000" cy="10267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sz="3600" dirty="0"/>
              <a:t>一、矢量分析与场论</a:t>
            </a:r>
            <a:endParaRPr lang="zh-CN"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标量场的梯度2"/>
          <p:cNvPicPr>
            <a:picLocks noChangeAspect="1"/>
          </p:cNvPicPr>
          <p:nvPr/>
        </p:nvPicPr>
        <p:blipFill>
          <a:blip r:embed="rId1"/>
          <a:stretch>
            <a:fillRect/>
          </a:stretch>
        </p:blipFill>
        <p:spPr>
          <a:xfrm>
            <a:off x="1276985" y="4306570"/>
            <a:ext cx="2707159" cy="2210400"/>
          </a:xfrm>
          <a:prstGeom prst="rect">
            <a:avLst/>
          </a:prstGeom>
        </p:spPr>
      </p:pic>
      <p:sp>
        <p:nvSpPr>
          <p:cNvPr id="4" name="文本框 3"/>
          <p:cNvSpPr txBox="1"/>
          <p:nvPr/>
        </p:nvSpPr>
        <p:spPr>
          <a:xfrm>
            <a:off x="541020" y="586740"/>
            <a:ext cx="6786880" cy="398780"/>
          </a:xfrm>
          <a:prstGeom prst="rect">
            <a:avLst/>
          </a:prstGeom>
          <a:noFill/>
        </p:spPr>
        <p:txBody>
          <a:bodyPr wrap="none" rtlCol="0">
            <a:spAutoFit/>
          </a:bodyPr>
          <a:lstStyle/>
          <a:p>
            <a:pPr algn="l"/>
            <a:r>
              <a:rPr lang="zh-CN" altLang="en-US" sz="2000" dirty="0"/>
              <a:t>一、矢量分析与场论</a:t>
            </a:r>
            <a:r>
              <a:rPr lang="en-US" altLang="zh-CN" sz="2000" dirty="0"/>
              <a:t>—</a:t>
            </a:r>
            <a:r>
              <a:rPr lang="zh-CN" altLang="en-US" sz="2000" dirty="0">
                <a:sym typeface="+mn-ea"/>
              </a:rPr>
              <a:t>标量场的梯度、矢量场的散度和旋度</a:t>
            </a:r>
            <a:endParaRPr lang="en-US" altLang="zh-CN" sz="2000" dirty="0"/>
          </a:p>
        </p:txBody>
      </p:sp>
      <p:graphicFrame>
        <p:nvGraphicFramePr>
          <p:cNvPr id="7" name="对象 6">
            <a:hlinkClick r:id="" action="ppaction://ole?verb="/>
          </p:cNvPr>
          <p:cNvGraphicFramePr>
            <a:graphicFrameLocks noChangeAspect="1"/>
          </p:cNvGraphicFramePr>
          <p:nvPr/>
        </p:nvGraphicFramePr>
        <p:xfrm>
          <a:off x="1177290" y="1152843"/>
          <a:ext cx="9746615" cy="450215"/>
        </p:xfrm>
        <a:graphic>
          <a:graphicData uri="http://schemas.openxmlformats.org/presentationml/2006/ole">
            <mc:AlternateContent xmlns:mc="http://schemas.openxmlformats.org/markup-compatibility/2006">
              <mc:Choice xmlns:v="urn:schemas-microsoft-com:vml" Requires="v">
                <p:oleObj spid="_x0000_s10" name="" r:id="rId2" imgW="9398000" imgH="431800" progId="Equation.KSEE3">
                  <p:embed/>
                </p:oleObj>
              </mc:Choice>
              <mc:Fallback>
                <p:oleObj name="" r:id="rId2" imgW="9398000" imgH="431800" progId="Equation.KSEE3">
                  <p:embed/>
                  <p:pic>
                    <p:nvPicPr>
                      <p:cNvPr id="0" name="图片 1024"/>
                      <p:cNvPicPr/>
                      <p:nvPr/>
                    </p:nvPicPr>
                    <p:blipFill>
                      <a:blip r:embed="rId3"/>
                      <a:stretch>
                        <a:fillRect/>
                      </a:stretch>
                    </p:blipFill>
                    <p:spPr>
                      <a:xfrm>
                        <a:off x="1177290" y="1152843"/>
                        <a:ext cx="9746615" cy="450215"/>
                      </a:xfrm>
                      <a:prstGeom prst="rect">
                        <a:avLst/>
                      </a:prstGeom>
                    </p:spPr>
                  </p:pic>
                </p:oleObj>
              </mc:Fallback>
            </mc:AlternateContent>
          </a:graphicData>
        </a:graphic>
      </p:graphicFrame>
      <p:cxnSp>
        <p:nvCxnSpPr>
          <p:cNvPr id="5" name="直接箭头连接符 4"/>
          <p:cNvCxnSpPr/>
          <p:nvPr/>
        </p:nvCxnSpPr>
        <p:spPr>
          <a:xfrm>
            <a:off x="2364105" y="4001770"/>
            <a:ext cx="0" cy="288000"/>
          </a:xfrm>
          <a:prstGeom prst="straightConnector1">
            <a:avLst/>
          </a:prstGeom>
          <a:ln w="12700">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2462848" y="4028440"/>
          <a:ext cx="960120" cy="205740"/>
        </p:xfrm>
        <a:graphic>
          <a:graphicData uri="http://schemas.openxmlformats.org/presentationml/2006/ole">
            <mc:AlternateContent xmlns:mc="http://schemas.openxmlformats.org/markup-compatibility/2006">
              <mc:Choice xmlns:v="urn:schemas-microsoft-com:vml" Requires="v">
                <p:oleObj spid="_x0000_s8" name="" r:id="rId4" imgW="952500" imgH="203200" progId="Equation.KSEE3">
                  <p:embed/>
                </p:oleObj>
              </mc:Choice>
              <mc:Fallback>
                <p:oleObj name="" r:id="rId4" imgW="952500" imgH="203200" progId="Equation.KSEE3">
                  <p:embed/>
                  <p:pic>
                    <p:nvPicPr>
                      <p:cNvPr id="0" name="图片 1024"/>
                      <p:cNvPicPr/>
                      <p:nvPr/>
                    </p:nvPicPr>
                    <p:blipFill>
                      <a:blip r:embed="rId5"/>
                      <a:stretch>
                        <a:fillRect/>
                      </a:stretch>
                    </p:blipFill>
                    <p:spPr>
                      <a:xfrm>
                        <a:off x="2462848" y="4028440"/>
                        <a:ext cx="960120" cy="205740"/>
                      </a:xfrm>
                      <a:prstGeom prst="rect">
                        <a:avLst/>
                      </a:prstGeom>
                    </p:spPr>
                  </p:pic>
                </p:oleObj>
              </mc:Fallback>
            </mc:AlternateContent>
          </a:graphicData>
        </a:graphic>
      </p:graphicFrame>
      <p:pic>
        <p:nvPicPr>
          <p:cNvPr id="9" name="图片 8" descr="标量场的梯度1"/>
          <p:cNvPicPr>
            <a:picLocks noChangeAspect="1"/>
          </p:cNvPicPr>
          <p:nvPr/>
        </p:nvPicPr>
        <p:blipFill>
          <a:blip r:embed="rId6"/>
          <a:stretch>
            <a:fillRect/>
          </a:stretch>
        </p:blipFill>
        <p:spPr>
          <a:xfrm>
            <a:off x="1260475" y="1712595"/>
            <a:ext cx="2706209" cy="2210400"/>
          </a:xfrm>
          <a:prstGeom prst="rect">
            <a:avLst/>
          </a:prstGeom>
        </p:spPr>
      </p:pic>
      <p:graphicFrame>
        <p:nvGraphicFramePr>
          <p:cNvPr id="15" name="对象 14">
            <a:hlinkClick r:id="" action="ppaction://ole?verb="/>
          </p:cNvPr>
          <p:cNvGraphicFramePr>
            <a:graphicFrameLocks noChangeAspect="1"/>
          </p:cNvGraphicFramePr>
          <p:nvPr/>
        </p:nvGraphicFramePr>
        <p:xfrm>
          <a:off x="6080443" y="3987165"/>
          <a:ext cx="960120" cy="205740"/>
        </p:xfrm>
        <a:graphic>
          <a:graphicData uri="http://schemas.openxmlformats.org/presentationml/2006/ole">
            <mc:AlternateContent xmlns:mc="http://schemas.openxmlformats.org/markup-compatibility/2006">
              <mc:Choice xmlns:v="urn:schemas-microsoft-com:vml" Requires="v">
                <p:oleObj spid="_x0000_s16" name="" r:id="rId7" imgW="952500" imgH="203200" progId="Equation.KSEE3">
                  <p:embed/>
                </p:oleObj>
              </mc:Choice>
              <mc:Fallback>
                <p:oleObj name="" r:id="rId7" imgW="952500" imgH="203200" progId="Equation.KSEE3">
                  <p:embed/>
                  <p:pic>
                    <p:nvPicPr>
                      <p:cNvPr id="0" name="图片 1024"/>
                      <p:cNvPicPr/>
                      <p:nvPr/>
                    </p:nvPicPr>
                    <p:blipFill>
                      <a:blip r:embed="rId8"/>
                      <a:stretch>
                        <a:fillRect/>
                      </a:stretch>
                    </p:blipFill>
                    <p:spPr>
                      <a:xfrm>
                        <a:off x="6080443" y="3987165"/>
                        <a:ext cx="960120" cy="205740"/>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9563418" y="3989705"/>
          <a:ext cx="960120" cy="205740"/>
        </p:xfrm>
        <a:graphic>
          <a:graphicData uri="http://schemas.openxmlformats.org/presentationml/2006/ole">
            <mc:AlternateContent xmlns:mc="http://schemas.openxmlformats.org/markup-compatibility/2006">
              <mc:Choice xmlns:v="urn:schemas-microsoft-com:vml" Requires="v">
                <p:oleObj spid="_x0000_s21" name="" r:id="rId9" imgW="952500" imgH="203200" progId="Equation.KSEE3">
                  <p:embed/>
                </p:oleObj>
              </mc:Choice>
              <mc:Fallback>
                <p:oleObj name="" r:id="rId9" imgW="952500" imgH="203200" progId="Equation.KSEE3">
                  <p:embed/>
                  <p:pic>
                    <p:nvPicPr>
                      <p:cNvPr id="0" name="图片 1024"/>
                      <p:cNvPicPr/>
                      <p:nvPr/>
                    </p:nvPicPr>
                    <p:blipFill>
                      <a:blip r:embed="rId10"/>
                      <a:stretch>
                        <a:fillRect/>
                      </a:stretch>
                    </p:blipFill>
                    <p:spPr>
                      <a:xfrm>
                        <a:off x="9563418" y="3989705"/>
                        <a:ext cx="960120" cy="205740"/>
                      </a:xfrm>
                      <a:prstGeom prst="rect">
                        <a:avLst/>
                      </a:prstGeom>
                    </p:spPr>
                  </p:pic>
                </p:oleObj>
              </mc:Fallback>
            </mc:AlternateContent>
          </a:graphicData>
        </a:graphic>
      </p:graphicFrame>
      <p:pic>
        <p:nvPicPr>
          <p:cNvPr id="3" name="图片 2" descr="矢量场的散度1"/>
          <p:cNvPicPr>
            <a:picLocks noChangeAspect="1"/>
          </p:cNvPicPr>
          <p:nvPr/>
        </p:nvPicPr>
        <p:blipFill>
          <a:blip r:embed="rId11"/>
          <a:stretch>
            <a:fillRect/>
          </a:stretch>
        </p:blipFill>
        <p:spPr>
          <a:xfrm>
            <a:off x="4767580" y="1736725"/>
            <a:ext cx="2784310" cy="2210400"/>
          </a:xfrm>
          <a:prstGeom prst="rect">
            <a:avLst/>
          </a:prstGeom>
        </p:spPr>
      </p:pic>
      <p:cxnSp>
        <p:nvCxnSpPr>
          <p:cNvPr id="22" name="直接箭头连接符 21"/>
          <p:cNvCxnSpPr/>
          <p:nvPr/>
        </p:nvCxnSpPr>
        <p:spPr>
          <a:xfrm>
            <a:off x="5886450" y="3989705"/>
            <a:ext cx="0" cy="288000"/>
          </a:xfrm>
          <a:prstGeom prst="straightConnector1">
            <a:avLst/>
          </a:prstGeom>
          <a:ln w="12700">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a:off x="9506585" y="3987165"/>
            <a:ext cx="0" cy="288000"/>
          </a:xfrm>
          <a:prstGeom prst="straightConnector1">
            <a:avLst/>
          </a:prstGeom>
          <a:ln w="12700">
            <a:solidFill>
              <a:schemeClr val="tx1"/>
            </a:solidFill>
            <a:tailEnd type="stealth"/>
          </a:ln>
        </p:spPr>
        <p:style>
          <a:lnRef idx="2">
            <a:schemeClr val="accent1"/>
          </a:lnRef>
          <a:fillRef idx="0">
            <a:srgbClr val="FFFFFF"/>
          </a:fillRef>
          <a:effectRef idx="0">
            <a:srgbClr val="FFFFFF"/>
          </a:effectRef>
          <a:fontRef idx="minor">
            <a:schemeClr val="tx1"/>
          </a:fontRef>
        </p:style>
      </p:cxnSp>
      <p:pic>
        <p:nvPicPr>
          <p:cNvPr id="24" name="图片 23" descr="矢量场的散度2"/>
          <p:cNvPicPr>
            <a:picLocks noChangeAspect="1"/>
          </p:cNvPicPr>
          <p:nvPr/>
        </p:nvPicPr>
        <p:blipFill>
          <a:blip r:embed="rId12"/>
          <a:stretch>
            <a:fillRect/>
          </a:stretch>
        </p:blipFill>
        <p:spPr>
          <a:xfrm>
            <a:off x="4767580" y="4275455"/>
            <a:ext cx="2706785" cy="2210400"/>
          </a:xfrm>
          <a:prstGeom prst="rect">
            <a:avLst/>
          </a:prstGeom>
        </p:spPr>
      </p:pic>
      <p:pic>
        <p:nvPicPr>
          <p:cNvPr id="25" name="图片 24" descr="矢量场的旋度2"/>
          <p:cNvPicPr>
            <a:picLocks noChangeAspect="1"/>
          </p:cNvPicPr>
          <p:nvPr/>
        </p:nvPicPr>
        <p:blipFill>
          <a:blip r:embed="rId13"/>
          <a:stretch>
            <a:fillRect/>
          </a:stretch>
        </p:blipFill>
        <p:spPr>
          <a:xfrm>
            <a:off x="8296275" y="4409440"/>
            <a:ext cx="2810701" cy="2210400"/>
          </a:xfrm>
          <a:prstGeom prst="rect">
            <a:avLst/>
          </a:prstGeom>
        </p:spPr>
      </p:pic>
      <p:pic>
        <p:nvPicPr>
          <p:cNvPr id="26" name="图片 25" descr="矢量场的旋度1"/>
          <p:cNvPicPr>
            <a:picLocks noChangeAspect="1"/>
          </p:cNvPicPr>
          <p:nvPr/>
        </p:nvPicPr>
        <p:blipFill>
          <a:blip r:embed="rId14"/>
          <a:stretch>
            <a:fillRect/>
          </a:stretch>
        </p:blipFill>
        <p:spPr>
          <a:xfrm>
            <a:off x="8176260" y="1692910"/>
            <a:ext cx="2831209" cy="2210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9549765" y="1995805"/>
            <a:ext cx="2485390" cy="2428875"/>
          </a:xfrm>
          <a:prstGeom prst="rect">
            <a:avLst/>
          </a:prstGeom>
        </p:spPr>
      </p:pic>
      <p:graphicFrame>
        <p:nvGraphicFramePr>
          <p:cNvPr id="2" name="表格 1"/>
          <p:cNvGraphicFramePr/>
          <p:nvPr>
            <p:custDataLst>
              <p:tags r:id="rId2"/>
            </p:custDataLst>
          </p:nvPr>
        </p:nvGraphicFramePr>
        <p:xfrm>
          <a:off x="334645" y="785495"/>
          <a:ext cx="9138285" cy="5626100"/>
        </p:xfrm>
        <a:graphic>
          <a:graphicData uri="http://schemas.openxmlformats.org/drawingml/2006/table">
            <a:tbl>
              <a:tblPr firstRow="1" bandRow="1">
                <a:tableStyleId>{5C22544A-7EE6-4342-B048-85BDC9FD1C3A}</a:tableStyleId>
              </a:tblPr>
              <a:tblGrid>
                <a:gridCol w="1581785"/>
                <a:gridCol w="2825750"/>
                <a:gridCol w="1814195"/>
                <a:gridCol w="2916555"/>
              </a:tblGrid>
              <a:tr h="711200">
                <a:tc>
                  <a:txBody>
                    <a:bodyPr/>
                    <a:p>
                      <a:pPr algn="ctr">
                        <a:buNone/>
                      </a:pPr>
                      <a:endParaRPr lang="zh-CN" altLang="en-US"/>
                    </a:p>
                  </a:txBody>
                  <a:tcPr anchor="ctr" anchorCtr="0"/>
                </a:tc>
                <a:tc>
                  <a:txBody>
                    <a:bodyPr/>
                    <a:p>
                      <a:pPr algn="ctr">
                        <a:buNone/>
                      </a:pPr>
                      <a:r>
                        <a:rPr lang="zh-CN" altLang="en-US"/>
                        <a:t>加减乘除</a:t>
                      </a:r>
                      <a:endParaRPr lang="zh-CN" altLang="en-US"/>
                    </a:p>
                  </a:txBody>
                  <a:tcPr anchor="ctr" anchorCtr="0"/>
                </a:tc>
                <a:tc>
                  <a:txBody>
                    <a:bodyPr/>
                    <a:p>
                      <a:pPr algn="ctr">
                        <a:buNone/>
                      </a:pPr>
                      <a:r>
                        <a:rPr lang="zh-CN" altLang="en-US"/>
                        <a:t>转化为</a:t>
                      </a:r>
                      <a:endParaRPr lang="zh-CN" altLang="en-US"/>
                    </a:p>
                    <a:p>
                      <a:pPr algn="ctr">
                        <a:buNone/>
                      </a:pPr>
                      <a:r>
                        <a:rPr lang="zh-CN" altLang="en-US"/>
                        <a:t>圆柱</a:t>
                      </a:r>
                      <a:r>
                        <a:rPr lang="zh-CN" altLang="en-US"/>
                        <a:t>坐标系</a:t>
                      </a:r>
                      <a:endParaRPr lang="zh-CN" altLang="en-US"/>
                    </a:p>
                  </a:txBody>
                  <a:tcPr anchor="ctr" anchorCtr="0"/>
                </a:tc>
                <a:tc>
                  <a:txBody>
                    <a:bodyPr/>
                    <a:p>
                      <a:pPr algn="ctr">
                        <a:buNone/>
                      </a:pPr>
                      <a:r>
                        <a:rPr lang="zh-CN" altLang="en-US" sz="1800">
                          <a:sym typeface="+mn-ea"/>
                        </a:rPr>
                        <a:t>转化为</a:t>
                      </a:r>
                      <a:endParaRPr lang="zh-CN" altLang="en-US" sz="1800"/>
                    </a:p>
                    <a:p>
                      <a:pPr algn="ctr">
                        <a:buNone/>
                      </a:pPr>
                      <a:r>
                        <a:rPr lang="zh-CN" altLang="en-US" sz="1800">
                          <a:sym typeface="+mn-ea"/>
                        </a:rPr>
                        <a:t>球坐标系</a:t>
                      </a:r>
                      <a:endParaRPr lang="zh-CN" altLang="en-US"/>
                    </a:p>
                  </a:txBody>
                  <a:tcPr anchor="ctr" anchorCtr="0"/>
                </a:tc>
              </a:tr>
              <a:tr h="1710690">
                <a:tc>
                  <a:txBody>
                    <a:bodyPr/>
                    <a:p>
                      <a:pPr algn="ctr">
                        <a:buNone/>
                      </a:pPr>
                      <a:r>
                        <a:rPr lang="zh-CN" altLang="en-US"/>
                        <a:t>标量</a:t>
                      </a:r>
                      <a:r>
                        <a:rPr lang="zh-CN" altLang="en-US"/>
                        <a:t>场</a:t>
                      </a:r>
                      <a:endParaRPr lang="zh-CN" altLang="en-US"/>
                    </a:p>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r h="3204210">
                <a:tc>
                  <a:txBody>
                    <a:bodyPr/>
                    <a:p>
                      <a:pPr algn="ctr">
                        <a:buNone/>
                      </a:pPr>
                      <a:r>
                        <a:rPr lang="zh-CN" altLang="en-US"/>
                        <a:t>矢量</a:t>
                      </a:r>
                      <a:r>
                        <a:rPr lang="zh-CN" altLang="en-US"/>
                        <a:t>场</a:t>
                      </a:r>
                      <a:endParaRPr lang="zh-CN" altLang="en-US"/>
                    </a:p>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sp>
        <p:nvSpPr>
          <p:cNvPr id="5" name="文本框 4"/>
          <p:cNvSpPr txBox="1"/>
          <p:nvPr/>
        </p:nvSpPr>
        <p:spPr>
          <a:xfrm>
            <a:off x="434340" y="339090"/>
            <a:ext cx="5262880" cy="398780"/>
          </a:xfrm>
          <a:prstGeom prst="rect">
            <a:avLst/>
          </a:prstGeom>
          <a:noFill/>
        </p:spPr>
        <p:txBody>
          <a:bodyPr wrap="none" rtlCol="0">
            <a:spAutoFit/>
          </a:bodyPr>
          <a:lstStyle/>
          <a:p>
            <a:pPr algn="l"/>
            <a:r>
              <a:rPr lang="zh-CN" altLang="en-US" sz="2000" dirty="0">
                <a:sym typeface="+mn-ea"/>
              </a:rPr>
              <a:t>一、矢量分析与场论</a:t>
            </a:r>
            <a:r>
              <a:rPr lang="en-US" altLang="zh-CN" sz="2000" dirty="0">
                <a:sym typeface="+mn-ea"/>
              </a:rPr>
              <a:t>—</a:t>
            </a:r>
            <a:r>
              <a:rPr lang="zh-CN" altLang="en-US" sz="2000" dirty="0">
                <a:sym typeface="+mn-ea"/>
              </a:rPr>
              <a:t>直角坐标系下相关公式</a:t>
            </a:r>
            <a:endParaRPr lang="en-US" altLang="zh-CN" sz="2000" dirty="0"/>
          </a:p>
        </p:txBody>
      </p:sp>
      <p:graphicFrame>
        <p:nvGraphicFramePr>
          <p:cNvPr id="6" name="对象 5">
            <a:hlinkClick r:id="" action="ppaction://ole?verb="/>
          </p:cNvPr>
          <p:cNvGraphicFramePr>
            <a:graphicFrameLocks noChangeAspect="1"/>
          </p:cNvGraphicFramePr>
          <p:nvPr/>
        </p:nvGraphicFramePr>
        <p:xfrm>
          <a:off x="703580" y="2463165"/>
          <a:ext cx="1003300" cy="250825"/>
        </p:xfrm>
        <a:graphic>
          <a:graphicData uri="http://schemas.openxmlformats.org/presentationml/2006/ole">
            <mc:AlternateContent xmlns:mc="http://schemas.openxmlformats.org/markup-compatibility/2006">
              <mc:Choice xmlns:v="urn:schemas-microsoft-com:vml" Requires="v">
                <p:oleObj spid="_x0000_s1025" name="" r:id="rId3" imgW="812800" imgH="203200" progId="Equation.KSEE3">
                  <p:embed/>
                </p:oleObj>
              </mc:Choice>
              <mc:Fallback>
                <p:oleObj name="" r:id="rId3" imgW="812800" imgH="203200" progId="Equation.KSEE3">
                  <p:embed/>
                  <p:pic>
                    <p:nvPicPr>
                      <p:cNvPr id="0" name="图片 1024"/>
                      <p:cNvPicPr/>
                      <p:nvPr/>
                    </p:nvPicPr>
                    <p:blipFill>
                      <a:blip r:embed="rId4"/>
                      <a:stretch>
                        <a:fillRect/>
                      </a:stretch>
                    </p:blipFill>
                    <p:spPr>
                      <a:xfrm>
                        <a:off x="703580" y="2463165"/>
                        <a:ext cx="1003300" cy="25082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379413" y="4892675"/>
          <a:ext cx="1509395" cy="283210"/>
        </p:xfrm>
        <a:graphic>
          <a:graphicData uri="http://schemas.openxmlformats.org/presentationml/2006/ole">
            <mc:AlternateContent xmlns:mc="http://schemas.openxmlformats.org/markup-compatibility/2006">
              <mc:Choice xmlns:v="urn:schemas-microsoft-com:vml" Requires="v">
                <p:oleObj spid="_x0000_s9" name="" r:id="rId5" imgW="1435100" imgH="266700" progId="Equation.KSEE3">
                  <p:embed/>
                </p:oleObj>
              </mc:Choice>
              <mc:Fallback>
                <p:oleObj name="" r:id="rId5" imgW="1435100" imgH="266700" progId="Equation.KSEE3">
                  <p:embed/>
                  <p:pic>
                    <p:nvPicPr>
                      <p:cNvPr id="0" name="图片 1024"/>
                      <p:cNvPicPr/>
                      <p:nvPr/>
                    </p:nvPicPr>
                    <p:blipFill>
                      <a:blip r:embed="rId6"/>
                      <a:stretch>
                        <a:fillRect/>
                      </a:stretch>
                    </p:blipFill>
                    <p:spPr>
                      <a:xfrm>
                        <a:off x="379413" y="4892675"/>
                        <a:ext cx="1509395" cy="28321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2172335" y="1766570"/>
          <a:ext cx="2032635" cy="1244600"/>
        </p:xfrm>
        <a:graphic>
          <a:graphicData uri="http://schemas.openxmlformats.org/presentationml/2006/ole">
            <mc:AlternateContent xmlns:mc="http://schemas.openxmlformats.org/markup-compatibility/2006">
              <mc:Choice xmlns:v="urn:schemas-microsoft-com:vml" Requires="v">
                <p:oleObj spid="_x0000_s4" name="" r:id="rId7" imgW="1866900" imgH="1143000" progId="Equation.KSEE3">
                  <p:embed/>
                </p:oleObj>
              </mc:Choice>
              <mc:Fallback>
                <p:oleObj name="" r:id="rId7" imgW="1866900" imgH="1143000" progId="Equation.KSEE3">
                  <p:embed/>
                  <p:pic>
                    <p:nvPicPr>
                      <p:cNvPr id="0" name="图片 1024"/>
                      <p:cNvPicPr/>
                      <p:nvPr/>
                    </p:nvPicPr>
                    <p:blipFill>
                      <a:blip r:embed="rId8"/>
                      <a:stretch>
                        <a:fillRect/>
                      </a:stretch>
                    </p:blipFill>
                    <p:spPr>
                      <a:xfrm>
                        <a:off x="2172335" y="1766570"/>
                        <a:ext cx="2032635" cy="1244600"/>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1995170" y="3358515"/>
          <a:ext cx="2784475" cy="2962275"/>
        </p:xfrm>
        <a:graphic>
          <a:graphicData uri="http://schemas.openxmlformats.org/presentationml/2006/ole">
            <mc:AlternateContent xmlns:mc="http://schemas.openxmlformats.org/markup-compatibility/2006">
              <mc:Choice xmlns:v="urn:schemas-microsoft-com:vml" Requires="v">
                <p:oleObj spid="_x0000_s14" name="" r:id="rId9" imgW="3251200" imgH="3454400" progId="Equation.KSEE3">
                  <p:embed/>
                </p:oleObj>
              </mc:Choice>
              <mc:Fallback>
                <p:oleObj name="" r:id="rId9" imgW="3251200" imgH="3454400" progId="Equation.KSEE3">
                  <p:embed/>
                  <p:pic>
                    <p:nvPicPr>
                      <p:cNvPr id="0" name="图片 1024"/>
                      <p:cNvPicPr/>
                      <p:nvPr/>
                    </p:nvPicPr>
                    <p:blipFill>
                      <a:blip r:embed="rId10"/>
                      <a:stretch>
                        <a:fillRect/>
                      </a:stretch>
                    </p:blipFill>
                    <p:spPr>
                      <a:xfrm>
                        <a:off x="1995170" y="3358515"/>
                        <a:ext cx="2784475" cy="2962275"/>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4933315" y="1905000"/>
          <a:ext cx="1214755" cy="702310"/>
        </p:xfrm>
        <a:graphic>
          <a:graphicData uri="http://schemas.openxmlformats.org/presentationml/2006/ole">
            <mc:AlternateContent xmlns:mc="http://schemas.openxmlformats.org/markup-compatibility/2006">
              <mc:Choice xmlns:v="urn:schemas-microsoft-com:vml" Requires="v">
                <p:oleObj spid="_x0000_s16" name="" r:id="rId11" imgW="1168400" imgH="673100" progId="Equation.KSEE3">
                  <p:embed/>
                </p:oleObj>
              </mc:Choice>
              <mc:Fallback>
                <p:oleObj name="" r:id="rId11" imgW="1168400" imgH="673100" progId="Equation.KSEE3">
                  <p:embed/>
                  <p:pic>
                    <p:nvPicPr>
                      <p:cNvPr id="0" name="图片 1024"/>
                      <p:cNvPicPr/>
                      <p:nvPr/>
                    </p:nvPicPr>
                    <p:blipFill>
                      <a:blip r:embed="rId12"/>
                      <a:stretch>
                        <a:fillRect/>
                      </a:stretch>
                    </p:blipFill>
                    <p:spPr>
                      <a:xfrm>
                        <a:off x="4933315" y="1905000"/>
                        <a:ext cx="1214755" cy="70231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4885690" y="3742690"/>
          <a:ext cx="1511935" cy="1282700"/>
        </p:xfrm>
        <a:graphic>
          <a:graphicData uri="http://schemas.openxmlformats.org/presentationml/2006/ole">
            <mc:AlternateContent xmlns:mc="http://schemas.openxmlformats.org/markup-compatibility/2006">
              <mc:Choice xmlns:v="urn:schemas-microsoft-com:vml" Requires="v">
                <p:oleObj spid="_x0000_s18" name="" r:id="rId13" imgW="1397000" imgH="1181100" progId="Equation.KSEE3">
                  <p:embed/>
                </p:oleObj>
              </mc:Choice>
              <mc:Fallback>
                <p:oleObj name="" r:id="rId13" imgW="1397000" imgH="1181100" progId="Equation.KSEE3">
                  <p:embed/>
                  <p:pic>
                    <p:nvPicPr>
                      <p:cNvPr id="0" name="图片 1024"/>
                      <p:cNvPicPr/>
                      <p:nvPr/>
                    </p:nvPicPr>
                    <p:blipFill>
                      <a:blip r:embed="rId14"/>
                      <a:stretch>
                        <a:fillRect/>
                      </a:stretch>
                    </p:blipFill>
                    <p:spPr>
                      <a:xfrm>
                        <a:off x="4885690" y="3742690"/>
                        <a:ext cx="1511935" cy="128270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7190105" y="1905000"/>
          <a:ext cx="1170305" cy="894080"/>
        </p:xfrm>
        <a:graphic>
          <a:graphicData uri="http://schemas.openxmlformats.org/presentationml/2006/ole">
            <mc:AlternateContent xmlns:mc="http://schemas.openxmlformats.org/markup-compatibility/2006">
              <mc:Choice xmlns:v="urn:schemas-microsoft-com:vml" Requires="v">
                <p:oleObj spid="_x0000_s20" name="" r:id="rId15" imgW="1168400" imgH="889000" progId="Equation.KSEE3">
                  <p:embed/>
                </p:oleObj>
              </mc:Choice>
              <mc:Fallback>
                <p:oleObj name="" r:id="rId15" imgW="1168400" imgH="889000" progId="Equation.KSEE3">
                  <p:embed/>
                  <p:pic>
                    <p:nvPicPr>
                      <p:cNvPr id="0" name="图片 1024"/>
                      <p:cNvPicPr/>
                      <p:nvPr/>
                    </p:nvPicPr>
                    <p:blipFill>
                      <a:blip r:embed="rId16"/>
                      <a:stretch>
                        <a:fillRect/>
                      </a:stretch>
                    </p:blipFill>
                    <p:spPr>
                      <a:xfrm>
                        <a:off x="7190105" y="1905000"/>
                        <a:ext cx="1170305" cy="894080"/>
                      </a:xfrm>
                      <a:prstGeom prst="rect">
                        <a:avLst/>
                      </a:prstGeom>
                    </p:spPr>
                  </p:pic>
                </p:oleObj>
              </mc:Fallback>
            </mc:AlternateContent>
          </a:graphicData>
        </a:graphic>
      </p:graphicFrame>
      <p:graphicFrame>
        <p:nvGraphicFramePr>
          <p:cNvPr id="21" name="对象 20">
            <a:hlinkClick r:id="" action="ppaction://ole?verb="/>
          </p:cNvPr>
          <p:cNvGraphicFramePr>
            <a:graphicFrameLocks noChangeAspect="1"/>
          </p:cNvGraphicFramePr>
          <p:nvPr/>
        </p:nvGraphicFramePr>
        <p:xfrm>
          <a:off x="6683375" y="3742690"/>
          <a:ext cx="2643505" cy="1670050"/>
        </p:xfrm>
        <a:graphic>
          <a:graphicData uri="http://schemas.openxmlformats.org/presentationml/2006/ole">
            <mc:AlternateContent xmlns:mc="http://schemas.openxmlformats.org/markup-compatibility/2006">
              <mc:Choice xmlns:v="urn:schemas-microsoft-com:vml" Requires="v">
                <p:oleObj spid="_x0000_s22" name="" r:id="rId17" imgW="2602865" imgH="1638300" progId="Equation.KSEE3">
                  <p:embed/>
                </p:oleObj>
              </mc:Choice>
              <mc:Fallback>
                <p:oleObj name="" r:id="rId17" imgW="2602865" imgH="1638300" progId="Equation.KSEE3">
                  <p:embed/>
                  <p:pic>
                    <p:nvPicPr>
                      <p:cNvPr id="0" name="图片 1024"/>
                      <p:cNvPicPr/>
                      <p:nvPr/>
                    </p:nvPicPr>
                    <p:blipFill>
                      <a:blip r:embed="rId18"/>
                      <a:stretch>
                        <a:fillRect/>
                      </a:stretch>
                    </p:blipFill>
                    <p:spPr>
                      <a:xfrm>
                        <a:off x="6683375" y="3742690"/>
                        <a:ext cx="2643505" cy="1670050"/>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403860" y="997585"/>
          <a:ext cx="10309225" cy="5476240"/>
        </p:xfrm>
        <a:graphic>
          <a:graphicData uri="http://schemas.openxmlformats.org/drawingml/2006/table">
            <a:tbl>
              <a:tblPr firstRow="1" bandRow="1">
                <a:tableStyleId>{5C22544A-7EE6-4342-B048-85BDC9FD1C3A}</a:tableStyleId>
              </a:tblPr>
              <a:tblGrid>
                <a:gridCol w="1708785"/>
                <a:gridCol w="1732915"/>
                <a:gridCol w="1704340"/>
                <a:gridCol w="2719705"/>
                <a:gridCol w="2443480"/>
              </a:tblGrid>
              <a:tr h="692150">
                <a:tc>
                  <a:txBody>
                    <a:bodyPr/>
                    <a:p>
                      <a:pPr algn="ctr">
                        <a:buNone/>
                      </a:pPr>
                      <a:endParaRPr lang="zh-CN" altLang="en-US"/>
                    </a:p>
                  </a:txBody>
                  <a:tcPr anchor="ctr" anchorCtr="0"/>
                </a:tc>
                <a:tc>
                  <a:txBody>
                    <a:bodyPr/>
                    <a:p>
                      <a:pPr algn="ctr">
                        <a:buNone/>
                      </a:pPr>
                      <a:r>
                        <a:rPr lang="zh-CN" altLang="en-US" sz="1800">
                          <a:sym typeface="+mn-ea"/>
                        </a:rPr>
                        <a:t>梯度</a:t>
                      </a:r>
                      <a:endParaRPr lang="zh-CN" altLang="en-US"/>
                    </a:p>
                  </a:txBody>
                  <a:tcPr anchor="ctr" anchorCtr="0"/>
                </a:tc>
                <a:tc>
                  <a:txBody>
                    <a:bodyPr/>
                    <a:p>
                      <a:pPr algn="ctr">
                        <a:buNone/>
                      </a:pPr>
                      <a:r>
                        <a:rPr lang="zh-CN" altLang="en-US" sz="1800">
                          <a:sym typeface="+mn-ea"/>
                        </a:rPr>
                        <a:t>散度</a:t>
                      </a:r>
                      <a:endParaRPr lang="zh-CN" altLang="en-US"/>
                    </a:p>
                  </a:txBody>
                  <a:tcPr anchor="ctr" anchorCtr="0"/>
                </a:tc>
                <a:tc>
                  <a:txBody>
                    <a:bodyPr/>
                    <a:p>
                      <a:pPr algn="ctr">
                        <a:buNone/>
                      </a:pPr>
                      <a:r>
                        <a:rPr lang="zh-CN" altLang="en-US" sz="1800">
                          <a:sym typeface="+mn-ea"/>
                        </a:rPr>
                        <a:t>旋度</a:t>
                      </a:r>
                      <a:endParaRPr lang="zh-CN" altLang="en-US" sz="1800">
                        <a:sym typeface="+mn-ea"/>
                      </a:endParaRPr>
                    </a:p>
                  </a:txBody>
                  <a:tcPr anchor="ctr" anchorCtr="0"/>
                </a:tc>
                <a:tc>
                  <a:txBody>
                    <a:bodyPr/>
                    <a:p>
                      <a:pPr algn="ctr">
                        <a:buNone/>
                      </a:pPr>
                      <a:r>
                        <a:rPr lang="zh-CN" altLang="en-US" sz="1800">
                          <a:sym typeface="+mn-ea"/>
                        </a:rPr>
                        <a:t>调和</a:t>
                      </a:r>
                      <a:r>
                        <a:rPr lang="zh-CN" altLang="en-US" sz="1800">
                          <a:sym typeface="+mn-ea"/>
                        </a:rPr>
                        <a:t>量</a:t>
                      </a:r>
                      <a:endParaRPr lang="zh-CN" altLang="en-US" sz="1800">
                        <a:sym typeface="+mn-ea"/>
                      </a:endParaRPr>
                    </a:p>
                  </a:txBody>
                  <a:tcPr anchor="ctr" anchorCtr="0"/>
                </a:tc>
              </a:tr>
              <a:tr h="1664970">
                <a:tc>
                  <a:txBody>
                    <a:bodyPr/>
                    <a:p>
                      <a:pPr algn="ctr">
                        <a:buNone/>
                      </a:pPr>
                      <a:r>
                        <a:rPr lang="zh-CN" altLang="en-US"/>
                        <a:t>标量</a:t>
                      </a:r>
                      <a:r>
                        <a:rPr lang="zh-CN" altLang="en-US"/>
                        <a:t>场</a:t>
                      </a:r>
                      <a:endParaRPr lang="zh-CN" altLang="en-US"/>
                    </a:p>
                    <a:p>
                      <a:pPr algn="ctr">
                        <a:buNone/>
                      </a:pPr>
                      <a:endParaRPr lang="zh-CN" altLang="en-US"/>
                    </a:p>
                  </a:txBody>
                  <a:tcPr anchor="ctr" anchorCtr="0"/>
                </a:tc>
                <a:tc>
                  <a:txBody>
                    <a:bodyPr/>
                    <a:p>
                      <a:pPr algn="ctr">
                        <a:buNone/>
                      </a:pPr>
                      <a:endParaRPr lang="en-US" altLang="zh-CN"/>
                    </a:p>
                  </a:txBody>
                  <a:tcPr anchor="ctr" anchorCtr="0"/>
                </a:tc>
                <a:tc>
                  <a:txBody>
                    <a:bodyPr/>
                    <a:p>
                      <a:pPr algn="ctr">
                        <a:buNone/>
                      </a:pPr>
                      <a:r>
                        <a:rPr lang="en-US" altLang="zh-CN" sz="1800">
                          <a:sym typeface="+mn-ea"/>
                        </a:rPr>
                        <a:t>/</a:t>
                      </a:r>
                      <a:endParaRPr lang="zh-CN" altLang="en-US"/>
                    </a:p>
                  </a:txBody>
                  <a:tcPr anchor="ctr" anchorCtr="0"/>
                </a:tc>
                <a:tc>
                  <a:txBody>
                    <a:bodyPr/>
                    <a:p>
                      <a:pPr algn="ctr">
                        <a:buNone/>
                      </a:pPr>
                      <a:r>
                        <a:rPr lang="en-US" altLang="zh-CN" sz="1800">
                          <a:sym typeface="+mn-ea"/>
                        </a:rPr>
                        <a:t>/</a:t>
                      </a:r>
                      <a:endParaRPr lang="zh-CN" altLang="en-US"/>
                    </a:p>
                  </a:txBody>
                  <a:tcPr anchor="ctr" anchorCtr="0"/>
                </a:tc>
                <a:tc>
                  <a:txBody>
                    <a:bodyPr/>
                    <a:p>
                      <a:pPr algn="ctr">
                        <a:buNone/>
                      </a:pPr>
                      <a:endParaRPr lang="zh-CN" altLang="en-US"/>
                    </a:p>
                  </a:txBody>
                  <a:tcPr anchor="ctr" anchorCtr="0"/>
                </a:tc>
              </a:tr>
              <a:tr h="3119120">
                <a:tc>
                  <a:txBody>
                    <a:bodyPr/>
                    <a:p>
                      <a:pPr algn="ctr">
                        <a:buNone/>
                      </a:pPr>
                      <a:r>
                        <a:rPr lang="zh-CN" altLang="en-US"/>
                        <a:t>矢量</a:t>
                      </a:r>
                      <a:r>
                        <a:rPr lang="zh-CN" altLang="en-US"/>
                        <a:t>场</a:t>
                      </a:r>
                      <a:endParaRPr lang="zh-CN" altLang="en-US"/>
                    </a:p>
                    <a:p>
                      <a:pPr algn="ctr">
                        <a:buNone/>
                      </a:pPr>
                      <a:endParaRPr lang="zh-CN" altLang="en-US"/>
                    </a:p>
                  </a:txBody>
                  <a:tcPr anchor="ctr" anchorCtr="0"/>
                </a:tc>
                <a:tc>
                  <a:txBody>
                    <a:bodyPr/>
                    <a:p>
                      <a:pPr algn="ctr">
                        <a:buNone/>
                      </a:pPr>
                      <a:r>
                        <a:rPr lang="en-US" altLang="zh-CN" sz="1800">
                          <a:sym typeface="+mn-ea"/>
                        </a:rPr>
                        <a:t>/</a:t>
                      </a: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sp>
        <p:nvSpPr>
          <p:cNvPr id="5" name="文本框 4"/>
          <p:cNvSpPr txBox="1"/>
          <p:nvPr/>
        </p:nvSpPr>
        <p:spPr>
          <a:xfrm>
            <a:off x="434340" y="339090"/>
            <a:ext cx="5262880" cy="398780"/>
          </a:xfrm>
          <a:prstGeom prst="rect">
            <a:avLst/>
          </a:prstGeom>
          <a:noFill/>
        </p:spPr>
        <p:txBody>
          <a:bodyPr wrap="none" rtlCol="0">
            <a:spAutoFit/>
          </a:bodyPr>
          <a:lstStyle/>
          <a:p>
            <a:pPr algn="l"/>
            <a:r>
              <a:rPr lang="zh-CN" altLang="en-US" sz="2000" dirty="0">
                <a:sym typeface="+mn-ea"/>
              </a:rPr>
              <a:t>一、矢量分析与场论</a:t>
            </a:r>
            <a:r>
              <a:rPr lang="en-US" altLang="zh-CN" sz="2000" dirty="0">
                <a:sym typeface="+mn-ea"/>
              </a:rPr>
              <a:t>—</a:t>
            </a:r>
            <a:r>
              <a:rPr lang="zh-CN" altLang="en-US" sz="2000" dirty="0">
                <a:sym typeface="+mn-ea"/>
              </a:rPr>
              <a:t>直角坐标系下相关公式</a:t>
            </a:r>
            <a:endParaRPr lang="en-US" altLang="zh-CN" sz="2000" dirty="0"/>
          </a:p>
        </p:txBody>
      </p:sp>
      <p:graphicFrame>
        <p:nvGraphicFramePr>
          <p:cNvPr id="6" name="对象 5">
            <a:hlinkClick r:id="" action="ppaction://ole?verb="/>
          </p:cNvPr>
          <p:cNvGraphicFramePr>
            <a:graphicFrameLocks noChangeAspect="1"/>
          </p:cNvGraphicFramePr>
          <p:nvPr/>
        </p:nvGraphicFramePr>
        <p:xfrm>
          <a:off x="781050" y="2505075"/>
          <a:ext cx="1003300" cy="250825"/>
        </p:xfrm>
        <a:graphic>
          <a:graphicData uri="http://schemas.openxmlformats.org/presentationml/2006/ole">
            <mc:AlternateContent xmlns:mc="http://schemas.openxmlformats.org/markup-compatibility/2006">
              <mc:Choice xmlns:v="urn:schemas-microsoft-com:vml" Requires="v">
                <p:oleObj spid="_x0000_s1025" name="" r:id="rId2" imgW="812800" imgH="203200" progId="Equation.KSEE3">
                  <p:embed/>
                </p:oleObj>
              </mc:Choice>
              <mc:Fallback>
                <p:oleObj name="" r:id="rId2" imgW="812800" imgH="203200" progId="Equation.KSEE3">
                  <p:embed/>
                  <p:pic>
                    <p:nvPicPr>
                      <p:cNvPr id="0" name="图片 1024"/>
                      <p:cNvPicPr/>
                      <p:nvPr/>
                    </p:nvPicPr>
                    <p:blipFill>
                      <a:blip r:embed="rId3"/>
                      <a:stretch>
                        <a:fillRect/>
                      </a:stretch>
                    </p:blipFill>
                    <p:spPr>
                      <a:xfrm>
                        <a:off x="781050" y="2505075"/>
                        <a:ext cx="1003300" cy="25082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659765" y="4937125"/>
          <a:ext cx="1412875" cy="263525"/>
        </p:xfrm>
        <a:graphic>
          <a:graphicData uri="http://schemas.openxmlformats.org/presentationml/2006/ole">
            <mc:AlternateContent xmlns:mc="http://schemas.openxmlformats.org/markup-compatibility/2006">
              <mc:Choice xmlns:v="urn:schemas-microsoft-com:vml" Requires="v">
                <p:oleObj spid="_x0000_s9" name="" r:id="rId4" imgW="1435100" imgH="266700" progId="Equation.KSEE3">
                  <p:embed/>
                </p:oleObj>
              </mc:Choice>
              <mc:Fallback>
                <p:oleObj name="" r:id="rId4" imgW="1435100" imgH="266700" progId="Equation.KSEE3">
                  <p:embed/>
                  <p:pic>
                    <p:nvPicPr>
                      <p:cNvPr id="0" name="图片 1024"/>
                      <p:cNvPicPr/>
                      <p:nvPr/>
                    </p:nvPicPr>
                    <p:blipFill>
                      <a:blip r:embed="rId5"/>
                      <a:stretch>
                        <a:fillRect/>
                      </a:stretch>
                    </p:blipFill>
                    <p:spPr>
                      <a:xfrm>
                        <a:off x="659765" y="4937125"/>
                        <a:ext cx="1412875" cy="26352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175510" y="2351405"/>
          <a:ext cx="1675765" cy="422910"/>
        </p:xfrm>
        <a:graphic>
          <a:graphicData uri="http://schemas.openxmlformats.org/presentationml/2006/ole">
            <mc:AlternateContent xmlns:mc="http://schemas.openxmlformats.org/markup-compatibility/2006">
              <mc:Choice xmlns:v="urn:schemas-microsoft-com:vml" Requires="v">
                <p:oleObj spid="_x0000_s10" name="" r:id="rId6" imgW="1663700" imgH="419100" progId="Equation.KSEE3">
                  <p:embed/>
                </p:oleObj>
              </mc:Choice>
              <mc:Fallback>
                <p:oleObj name="" r:id="rId6" imgW="1663700" imgH="419100" progId="Equation.KSEE3">
                  <p:embed/>
                  <p:pic>
                    <p:nvPicPr>
                      <p:cNvPr id="0" name="图片 1024"/>
                      <p:cNvPicPr/>
                      <p:nvPr/>
                    </p:nvPicPr>
                    <p:blipFill>
                      <a:blip r:embed="rId7"/>
                      <a:stretch>
                        <a:fillRect/>
                      </a:stretch>
                    </p:blipFill>
                    <p:spPr>
                      <a:xfrm>
                        <a:off x="2175510" y="2351405"/>
                        <a:ext cx="1675765" cy="42291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3921760" y="4545330"/>
          <a:ext cx="1586865" cy="475615"/>
        </p:xfrm>
        <a:graphic>
          <a:graphicData uri="http://schemas.openxmlformats.org/presentationml/2006/ole">
            <mc:AlternateContent xmlns:mc="http://schemas.openxmlformats.org/markup-compatibility/2006">
              <mc:Choice xmlns:v="urn:schemas-microsoft-com:vml" Requires="v">
                <p:oleObj spid="_x0000_s12" name="" r:id="rId8" imgW="1485900" imgH="444500" progId="Equation.KSEE3">
                  <p:embed/>
                </p:oleObj>
              </mc:Choice>
              <mc:Fallback>
                <p:oleObj name="" r:id="rId8" imgW="1485900" imgH="444500" progId="Equation.KSEE3">
                  <p:embed/>
                  <p:pic>
                    <p:nvPicPr>
                      <p:cNvPr id="0" name="图片 1024"/>
                      <p:cNvPicPr/>
                      <p:nvPr/>
                    </p:nvPicPr>
                    <p:blipFill>
                      <a:blip r:embed="rId9"/>
                      <a:stretch>
                        <a:fillRect/>
                      </a:stretch>
                    </p:blipFill>
                    <p:spPr>
                      <a:xfrm>
                        <a:off x="3921760" y="4545330"/>
                        <a:ext cx="1586865" cy="475615"/>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5574030" y="4236403"/>
          <a:ext cx="2696210" cy="1204595"/>
        </p:xfrm>
        <a:graphic>
          <a:graphicData uri="http://schemas.openxmlformats.org/presentationml/2006/ole">
            <mc:AlternateContent xmlns:mc="http://schemas.openxmlformats.org/markup-compatibility/2006">
              <mc:Choice xmlns:v="urn:schemas-microsoft-com:vml" Requires="v">
                <p:oleObj spid="_x0000_s16" name="" r:id="rId10" imgW="3022600" imgH="1346200" progId="Equation.KSEE3">
                  <p:embed/>
                </p:oleObj>
              </mc:Choice>
              <mc:Fallback>
                <p:oleObj name="" r:id="rId10" imgW="3022600" imgH="1346200" progId="Equation.KSEE3">
                  <p:embed/>
                  <p:pic>
                    <p:nvPicPr>
                      <p:cNvPr id="0" name="图片 1024"/>
                      <p:cNvPicPr/>
                      <p:nvPr/>
                    </p:nvPicPr>
                    <p:blipFill>
                      <a:blip r:embed="rId11"/>
                      <a:stretch>
                        <a:fillRect/>
                      </a:stretch>
                    </p:blipFill>
                    <p:spPr>
                      <a:xfrm>
                        <a:off x="5574030" y="4236403"/>
                        <a:ext cx="2696210" cy="120459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8621078" y="2351088"/>
          <a:ext cx="1446530" cy="448945"/>
        </p:xfrm>
        <a:graphic>
          <a:graphicData uri="http://schemas.openxmlformats.org/presentationml/2006/ole">
            <mc:AlternateContent xmlns:mc="http://schemas.openxmlformats.org/markup-compatibility/2006">
              <mc:Choice xmlns:v="urn:schemas-microsoft-com:vml" Requires="v">
                <p:oleObj spid="_x0000_s4" name="" r:id="rId12" imgW="1435100" imgH="444500" progId="Equation.KSEE3">
                  <p:embed/>
                </p:oleObj>
              </mc:Choice>
              <mc:Fallback>
                <p:oleObj name="" r:id="rId12" imgW="1435100" imgH="444500" progId="Equation.KSEE3">
                  <p:embed/>
                  <p:pic>
                    <p:nvPicPr>
                      <p:cNvPr id="0" name="图片 1024"/>
                      <p:cNvPicPr/>
                      <p:nvPr/>
                    </p:nvPicPr>
                    <p:blipFill>
                      <a:blip r:embed="rId13"/>
                      <a:stretch>
                        <a:fillRect/>
                      </a:stretch>
                    </p:blipFill>
                    <p:spPr>
                      <a:xfrm>
                        <a:off x="8621078" y="2351088"/>
                        <a:ext cx="1446530" cy="448945"/>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8382635" y="3944620"/>
          <a:ext cx="2206625" cy="1880235"/>
        </p:xfrm>
        <a:graphic>
          <a:graphicData uri="http://schemas.openxmlformats.org/presentationml/2006/ole">
            <mc:AlternateContent xmlns:mc="http://schemas.openxmlformats.org/markup-compatibility/2006">
              <mc:Choice xmlns:v="urn:schemas-microsoft-com:vml" Requires="v">
                <p:oleObj spid="_x0000_s14" name="" r:id="rId14" imgW="2362200" imgH="2005965" progId="Equation.KSEE3">
                  <p:embed/>
                </p:oleObj>
              </mc:Choice>
              <mc:Fallback>
                <p:oleObj name="" r:id="rId14" imgW="2362200" imgH="2005965" progId="Equation.KSEE3">
                  <p:embed/>
                  <p:pic>
                    <p:nvPicPr>
                      <p:cNvPr id="0" name="图片 1024"/>
                      <p:cNvPicPr/>
                      <p:nvPr/>
                    </p:nvPicPr>
                    <p:blipFill>
                      <a:blip r:embed="rId15"/>
                      <a:stretch>
                        <a:fillRect/>
                      </a:stretch>
                    </p:blipFill>
                    <p:spPr>
                      <a:xfrm>
                        <a:off x="8382635" y="3944620"/>
                        <a:ext cx="2206625" cy="1880235"/>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7538085" y="121603"/>
          <a:ext cx="2348865" cy="833120"/>
        </p:xfrm>
        <a:graphic>
          <a:graphicData uri="http://schemas.openxmlformats.org/presentationml/2006/ole">
            <mc:AlternateContent xmlns:mc="http://schemas.openxmlformats.org/markup-compatibility/2006">
              <mc:Choice xmlns:v="urn:schemas-microsoft-com:vml" Requires="v">
                <p:oleObj spid="_x0000_s18" name="" r:id="rId16" imgW="2514600" imgH="889000" progId="Equation.KSEE3">
                  <p:embed/>
                </p:oleObj>
              </mc:Choice>
              <mc:Fallback>
                <p:oleObj name="" r:id="rId16" imgW="2514600" imgH="889000" progId="Equation.KSEE3">
                  <p:embed/>
                  <p:pic>
                    <p:nvPicPr>
                      <p:cNvPr id="0" name="图片 1024"/>
                      <p:cNvPicPr/>
                      <p:nvPr/>
                    </p:nvPicPr>
                    <p:blipFill>
                      <a:blip r:embed="rId17"/>
                      <a:stretch>
                        <a:fillRect/>
                      </a:stretch>
                    </p:blipFill>
                    <p:spPr>
                      <a:xfrm>
                        <a:off x="7538085" y="121603"/>
                        <a:ext cx="2348865" cy="833120"/>
                      </a:xfrm>
                      <a:prstGeom prst="rect">
                        <a:avLst/>
                      </a:prstGeom>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custDataLst>
              <p:tags r:id="rId1"/>
            </p:custDataLst>
          </p:nvPr>
        </p:nvGraphicFramePr>
        <p:xfrm>
          <a:off x="434340" y="878840"/>
          <a:ext cx="11356975" cy="5654040"/>
        </p:xfrm>
        <a:graphic>
          <a:graphicData uri="http://schemas.openxmlformats.org/drawingml/2006/table">
            <a:tbl>
              <a:tblPr firstRow="1" bandRow="1">
                <a:tableStyleId>{5C22544A-7EE6-4342-B048-85BDC9FD1C3A}</a:tableStyleId>
              </a:tblPr>
              <a:tblGrid>
                <a:gridCol w="1708785"/>
                <a:gridCol w="2999105"/>
                <a:gridCol w="3604260"/>
                <a:gridCol w="3044825"/>
              </a:tblGrid>
              <a:tr h="675005">
                <a:tc>
                  <a:txBody>
                    <a:bodyPr/>
                    <a:p>
                      <a:pPr algn="ctr">
                        <a:buNone/>
                      </a:pPr>
                      <a:endParaRPr lang="zh-CN" altLang="en-US"/>
                    </a:p>
                  </a:txBody>
                  <a:tcPr anchor="ctr" anchorCtr="0"/>
                </a:tc>
                <a:tc>
                  <a:txBody>
                    <a:bodyPr/>
                    <a:p>
                      <a:pPr algn="ctr">
                        <a:buNone/>
                      </a:pPr>
                      <a:r>
                        <a:rPr lang="zh-CN" altLang="en-US" sz="1800">
                          <a:sym typeface="+mn-ea"/>
                        </a:rPr>
                        <a:t>曲线</a:t>
                      </a:r>
                      <a:r>
                        <a:rPr lang="zh-CN" altLang="en-US" sz="1800">
                          <a:sym typeface="+mn-ea"/>
                        </a:rPr>
                        <a:t>积分</a:t>
                      </a:r>
                      <a:endParaRPr lang="zh-CN" altLang="en-US" sz="1800">
                        <a:sym typeface="+mn-ea"/>
                      </a:endParaRPr>
                    </a:p>
                  </a:txBody>
                  <a:tcPr anchor="ctr" anchorCtr="0"/>
                </a:tc>
                <a:tc>
                  <a:txBody>
                    <a:bodyPr/>
                    <a:p>
                      <a:pPr algn="ctr">
                        <a:buNone/>
                      </a:pPr>
                      <a:r>
                        <a:rPr lang="zh-CN" altLang="en-US" sz="1800">
                          <a:sym typeface="+mn-ea"/>
                        </a:rPr>
                        <a:t>曲面积分</a:t>
                      </a:r>
                      <a:endParaRPr lang="zh-CN" altLang="en-US"/>
                    </a:p>
                  </a:txBody>
                  <a:tcPr anchor="ctr" anchorCtr="0"/>
                </a:tc>
                <a:tc>
                  <a:txBody>
                    <a:bodyPr/>
                    <a:p>
                      <a:pPr algn="ctr">
                        <a:buNone/>
                      </a:pPr>
                      <a:r>
                        <a:rPr lang="zh-CN" altLang="en-US" sz="1800">
                          <a:sym typeface="+mn-ea"/>
                        </a:rPr>
                        <a:t>体积分</a:t>
                      </a:r>
                      <a:endParaRPr lang="zh-CN" altLang="en-US" sz="1800">
                        <a:sym typeface="+mn-ea"/>
                      </a:endParaRPr>
                    </a:p>
                  </a:txBody>
                  <a:tcPr anchor="ctr" anchorCtr="0"/>
                </a:tc>
              </a:tr>
              <a:tr h="1936115">
                <a:tc>
                  <a:txBody>
                    <a:bodyPr/>
                    <a:p>
                      <a:pPr algn="ctr">
                        <a:buNone/>
                      </a:pPr>
                      <a:r>
                        <a:rPr lang="zh-CN" altLang="en-US"/>
                        <a:t>标量</a:t>
                      </a:r>
                      <a:r>
                        <a:rPr lang="zh-CN" altLang="en-US"/>
                        <a:t>场</a:t>
                      </a:r>
                      <a:endParaRPr lang="zh-CN" altLang="en-US"/>
                    </a:p>
                    <a:p>
                      <a:pPr algn="ctr">
                        <a:buNone/>
                      </a:pPr>
                      <a:endParaRPr lang="zh-CN" altLang="en-US"/>
                    </a:p>
                  </a:txBody>
                  <a:tcPr anchor="ctr" anchorCtr="0"/>
                </a:tc>
                <a:tc>
                  <a:txBody>
                    <a:bodyPr/>
                    <a:p>
                      <a:pPr algn="ctr">
                        <a:buNone/>
                      </a:pPr>
                      <a:endParaRPr lang="en-US" altLang="zh-CN"/>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r h="3042920">
                <a:tc>
                  <a:txBody>
                    <a:bodyPr/>
                    <a:p>
                      <a:pPr algn="ctr">
                        <a:buNone/>
                      </a:pPr>
                      <a:r>
                        <a:rPr lang="zh-CN" altLang="en-US"/>
                        <a:t>矢量</a:t>
                      </a:r>
                      <a:r>
                        <a:rPr lang="zh-CN" altLang="en-US"/>
                        <a:t>场</a:t>
                      </a:r>
                      <a:endParaRPr lang="zh-CN" altLang="en-US"/>
                    </a:p>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sp>
        <p:nvSpPr>
          <p:cNvPr id="5" name="文本框 4"/>
          <p:cNvSpPr txBox="1"/>
          <p:nvPr/>
        </p:nvSpPr>
        <p:spPr>
          <a:xfrm>
            <a:off x="434340" y="339090"/>
            <a:ext cx="5262880" cy="398780"/>
          </a:xfrm>
          <a:prstGeom prst="rect">
            <a:avLst/>
          </a:prstGeom>
          <a:noFill/>
        </p:spPr>
        <p:txBody>
          <a:bodyPr wrap="none" rtlCol="0">
            <a:spAutoFit/>
          </a:bodyPr>
          <a:lstStyle/>
          <a:p>
            <a:pPr algn="l"/>
            <a:r>
              <a:rPr lang="zh-CN" altLang="en-US" sz="2000" dirty="0">
                <a:sym typeface="+mn-ea"/>
              </a:rPr>
              <a:t>一、矢量分析与场论</a:t>
            </a:r>
            <a:r>
              <a:rPr lang="en-US" altLang="zh-CN" sz="2000" dirty="0">
                <a:sym typeface="+mn-ea"/>
              </a:rPr>
              <a:t>—</a:t>
            </a:r>
            <a:r>
              <a:rPr lang="zh-CN" altLang="en-US" sz="2000" dirty="0">
                <a:sym typeface="+mn-ea"/>
              </a:rPr>
              <a:t>直角坐标系下相关公式</a:t>
            </a:r>
            <a:endParaRPr lang="en-US" altLang="zh-CN" sz="2000" dirty="0"/>
          </a:p>
        </p:txBody>
      </p:sp>
      <p:graphicFrame>
        <p:nvGraphicFramePr>
          <p:cNvPr id="6" name="对象 5">
            <a:hlinkClick r:id="" action="ppaction://ole?verb="/>
          </p:cNvPr>
          <p:cNvGraphicFramePr>
            <a:graphicFrameLocks noChangeAspect="1"/>
          </p:cNvGraphicFramePr>
          <p:nvPr/>
        </p:nvGraphicFramePr>
        <p:xfrm>
          <a:off x="811530" y="2497455"/>
          <a:ext cx="1003300" cy="250825"/>
        </p:xfrm>
        <a:graphic>
          <a:graphicData uri="http://schemas.openxmlformats.org/presentationml/2006/ole">
            <mc:AlternateContent xmlns:mc="http://schemas.openxmlformats.org/markup-compatibility/2006">
              <mc:Choice xmlns:v="urn:schemas-microsoft-com:vml" Requires="v">
                <p:oleObj spid="_x0000_s1025" name="" r:id="rId2" imgW="812800" imgH="203200" progId="Equation.KSEE3">
                  <p:embed/>
                </p:oleObj>
              </mc:Choice>
              <mc:Fallback>
                <p:oleObj name="" r:id="rId2" imgW="812800" imgH="203200" progId="Equation.KSEE3">
                  <p:embed/>
                  <p:pic>
                    <p:nvPicPr>
                      <p:cNvPr id="0" name="图片 1024"/>
                      <p:cNvPicPr/>
                      <p:nvPr/>
                    </p:nvPicPr>
                    <p:blipFill>
                      <a:blip r:embed="rId3"/>
                      <a:stretch>
                        <a:fillRect/>
                      </a:stretch>
                    </p:blipFill>
                    <p:spPr>
                      <a:xfrm>
                        <a:off x="811530" y="2497455"/>
                        <a:ext cx="1003300" cy="25082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534035" y="5020945"/>
          <a:ext cx="1412875" cy="263525"/>
        </p:xfrm>
        <a:graphic>
          <a:graphicData uri="http://schemas.openxmlformats.org/presentationml/2006/ole">
            <mc:AlternateContent xmlns:mc="http://schemas.openxmlformats.org/markup-compatibility/2006">
              <mc:Choice xmlns:v="urn:schemas-microsoft-com:vml" Requires="v">
                <p:oleObj spid="_x0000_s9" name="" r:id="rId4" imgW="1435100" imgH="266700" progId="Equation.KSEE3">
                  <p:embed/>
                </p:oleObj>
              </mc:Choice>
              <mc:Fallback>
                <p:oleObj name="" r:id="rId4" imgW="1435100" imgH="266700" progId="Equation.KSEE3">
                  <p:embed/>
                  <p:pic>
                    <p:nvPicPr>
                      <p:cNvPr id="0" name="图片 1024"/>
                      <p:cNvPicPr/>
                      <p:nvPr/>
                    </p:nvPicPr>
                    <p:blipFill>
                      <a:blip r:embed="rId5"/>
                      <a:stretch>
                        <a:fillRect/>
                      </a:stretch>
                    </p:blipFill>
                    <p:spPr>
                      <a:xfrm>
                        <a:off x="534035" y="5020945"/>
                        <a:ext cx="1412875" cy="263525"/>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2365058" y="1706563"/>
          <a:ext cx="2677160" cy="1592580"/>
        </p:xfrm>
        <a:graphic>
          <a:graphicData uri="http://schemas.openxmlformats.org/presentationml/2006/ole">
            <mc:AlternateContent xmlns:mc="http://schemas.openxmlformats.org/markup-compatibility/2006">
              <mc:Choice xmlns:v="urn:schemas-microsoft-com:vml" Requires="v">
                <p:oleObj spid="_x0000_s1026" name="" r:id="rId6" imgW="3073400" imgH="1828800" progId="Equation.KSEE3">
                  <p:embed/>
                </p:oleObj>
              </mc:Choice>
              <mc:Fallback>
                <p:oleObj name="" r:id="rId6" imgW="3073400" imgH="1828800" progId="Equation.KSEE3">
                  <p:embed/>
                  <p:pic>
                    <p:nvPicPr>
                      <p:cNvPr id="0" name="图片 1025"/>
                      <p:cNvPicPr/>
                      <p:nvPr/>
                    </p:nvPicPr>
                    <p:blipFill>
                      <a:blip r:embed="rId7"/>
                      <a:stretch>
                        <a:fillRect/>
                      </a:stretch>
                    </p:blipFill>
                    <p:spPr>
                      <a:xfrm>
                        <a:off x="2365058" y="1706563"/>
                        <a:ext cx="2677160" cy="159258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2326958" y="3798571"/>
          <a:ext cx="2675890" cy="2433955"/>
        </p:xfrm>
        <a:graphic>
          <a:graphicData uri="http://schemas.openxmlformats.org/presentationml/2006/ole">
            <mc:AlternateContent xmlns:mc="http://schemas.openxmlformats.org/markup-compatibility/2006">
              <mc:Choice xmlns:v="urn:schemas-microsoft-com:vml" Requires="v">
                <p:oleObj spid="_x0000_s3" name="" r:id="rId8" imgW="3073400" imgH="2794000" progId="Equation.KSEE3">
                  <p:embed/>
                </p:oleObj>
              </mc:Choice>
              <mc:Fallback>
                <p:oleObj name="" r:id="rId8" imgW="3073400" imgH="2794000" progId="Equation.KSEE3">
                  <p:embed/>
                  <p:pic>
                    <p:nvPicPr>
                      <p:cNvPr id="0" name="图片 1025"/>
                      <p:cNvPicPr/>
                      <p:nvPr/>
                    </p:nvPicPr>
                    <p:blipFill>
                      <a:blip r:embed="rId9"/>
                      <a:stretch>
                        <a:fillRect/>
                      </a:stretch>
                    </p:blipFill>
                    <p:spPr>
                      <a:xfrm>
                        <a:off x="2326958" y="3798571"/>
                        <a:ext cx="2675890" cy="243395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5305743" y="1828483"/>
          <a:ext cx="3252470" cy="885190"/>
        </p:xfrm>
        <a:graphic>
          <a:graphicData uri="http://schemas.openxmlformats.org/presentationml/2006/ole">
            <mc:AlternateContent xmlns:mc="http://schemas.openxmlformats.org/markup-compatibility/2006">
              <mc:Choice xmlns:v="urn:schemas-microsoft-com:vml" Requires="v">
                <p:oleObj spid="_x0000_s7" name="" r:id="rId10" imgW="3733800" imgH="1016000" progId="Equation.KSEE3">
                  <p:embed/>
                </p:oleObj>
              </mc:Choice>
              <mc:Fallback>
                <p:oleObj name="" r:id="rId10" imgW="3733800" imgH="1016000" progId="Equation.KSEE3">
                  <p:embed/>
                  <p:pic>
                    <p:nvPicPr>
                      <p:cNvPr id="0" name="图片 1025"/>
                      <p:cNvPicPr/>
                      <p:nvPr/>
                    </p:nvPicPr>
                    <p:blipFill>
                      <a:blip r:embed="rId11"/>
                      <a:stretch>
                        <a:fillRect/>
                      </a:stretch>
                    </p:blipFill>
                    <p:spPr>
                      <a:xfrm>
                        <a:off x="5305743" y="1828483"/>
                        <a:ext cx="3252470" cy="88519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5150803" y="3659188"/>
          <a:ext cx="3562985" cy="2626995"/>
        </p:xfrm>
        <a:graphic>
          <a:graphicData uri="http://schemas.openxmlformats.org/presentationml/2006/ole">
            <mc:AlternateContent xmlns:mc="http://schemas.openxmlformats.org/markup-compatibility/2006">
              <mc:Choice xmlns:v="urn:schemas-microsoft-com:vml" Requires="v">
                <p:oleObj spid="_x0000_s11" name="" r:id="rId12" imgW="4089400" imgH="3009900" progId="Equation.KSEE3">
                  <p:embed/>
                </p:oleObj>
              </mc:Choice>
              <mc:Fallback>
                <p:oleObj name="" r:id="rId12" imgW="4089400" imgH="3009900" progId="Equation.KSEE3">
                  <p:embed/>
                  <p:pic>
                    <p:nvPicPr>
                      <p:cNvPr id="0" name="图片 1025"/>
                      <p:cNvPicPr/>
                      <p:nvPr/>
                    </p:nvPicPr>
                    <p:blipFill>
                      <a:blip r:embed="rId13"/>
                      <a:stretch>
                        <a:fillRect/>
                      </a:stretch>
                    </p:blipFill>
                    <p:spPr>
                      <a:xfrm>
                        <a:off x="5150803" y="3659188"/>
                        <a:ext cx="3562985" cy="262699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9008746" y="1828483"/>
          <a:ext cx="2524125" cy="1262380"/>
        </p:xfrm>
        <a:graphic>
          <a:graphicData uri="http://schemas.openxmlformats.org/presentationml/2006/ole">
            <mc:AlternateContent xmlns:mc="http://schemas.openxmlformats.org/markup-compatibility/2006">
              <mc:Choice xmlns:v="urn:schemas-microsoft-com:vml" Requires="v">
                <p:oleObj spid="_x0000_s13" name="" r:id="rId14" imgW="2895600" imgH="1447800" progId="Equation.KSEE3">
                  <p:embed/>
                </p:oleObj>
              </mc:Choice>
              <mc:Fallback>
                <p:oleObj name="" r:id="rId14" imgW="2895600" imgH="1447800" progId="Equation.KSEE3">
                  <p:embed/>
                  <p:pic>
                    <p:nvPicPr>
                      <p:cNvPr id="0" name="图片 1025"/>
                      <p:cNvPicPr/>
                      <p:nvPr/>
                    </p:nvPicPr>
                    <p:blipFill>
                      <a:blip r:embed="rId15"/>
                      <a:stretch>
                        <a:fillRect/>
                      </a:stretch>
                    </p:blipFill>
                    <p:spPr>
                      <a:xfrm>
                        <a:off x="9008746" y="1828483"/>
                        <a:ext cx="2524125" cy="126238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8908098" y="4043680"/>
          <a:ext cx="2724150" cy="812165"/>
        </p:xfrm>
        <a:graphic>
          <a:graphicData uri="http://schemas.openxmlformats.org/presentationml/2006/ole">
            <mc:AlternateContent xmlns:mc="http://schemas.openxmlformats.org/markup-compatibility/2006">
              <mc:Choice xmlns:v="urn:schemas-microsoft-com:vml" Requires="v">
                <p:oleObj spid="_x0000_s15" name="" r:id="rId16" imgW="2857500" imgH="850900" progId="Equation.KSEE3">
                  <p:embed/>
                </p:oleObj>
              </mc:Choice>
              <mc:Fallback>
                <p:oleObj name="" r:id="rId16" imgW="2857500" imgH="850900" progId="Equation.KSEE3">
                  <p:embed/>
                  <p:pic>
                    <p:nvPicPr>
                      <p:cNvPr id="0" name="图片 1025"/>
                      <p:cNvPicPr/>
                      <p:nvPr/>
                    </p:nvPicPr>
                    <p:blipFill>
                      <a:blip r:embed="rId17"/>
                      <a:stretch>
                        <a:fillRect/>
                      </a:stretch>
                    </p:blipFill>
                    <p:spPr>
                      <a:xfrm>
                        <a:off x="8908098" y="4043680"/>
                        <a:ext cx="2724150" cy="812165"/>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34340" y="339090"/>
            <a:ext cx="5262880" cy="398780"/>
          </a:xfrm>
          <a:prstGeom prst="rect">
            <a:avLst/>
          </a:prstGeom>
          <a:noFill/>
        </p:spPr>
        <p:txBody>
          <a:bodyPr wrap="none" rtlCol="0">
            <a:spAutoFit/>
          </a:bodyPr>
          <a:lstStyle/>
          <a:p>
            <a:pPr algn="l"/>
            <a:r>
              <a:rPr lang="zh-CN" altLang="en-US" sz="2000" dirty="0">
                <a:sym typeface="+mn-ea"/>
              </a:rPr>
              <a:t>一、矢量分析与场论</a:t>
            </a:r>
            <a:r>
              <a:rPr lang="en-US" altLang="zh-CN" sz="2000" dirty="0">
                <a:sym typeface="+mn-ea"/>
              </a:rPr>
              <a:t>—</a:t>
            </a:r>
            <a:r>
              <a:rPr lang="zh-CN" altLang="en-US" sz="2000" dirty="0">
                <a:sym typeface="+mn-ea"/>
              </a:rPr>
              <a:t>圆柱坐标系下相关公式</a:t>
            </a:r>
            <a:endParaRPr lang="en-US" altLang="zh-CN" sz="2000" dirty="0"/>
          </a:p>
        </p:txBody>
      </p:sp>
      <p:graphicFrame>
        <p:nvGraphicFramePr>
          <p:cNvPr id="2" name="表格 1"/>
          <p:cNvGraphicFramePr/>
          <p:nvPr>
            <p:custDataLst>
              <p:tags r:id="rId1"/>
            </p:custDataLst>
          </p:nvPr>
        </p:nvGraphicFramePr>
        <p:xfrm>
          <a:off x="650875" y="815975"/>
          <a:ext cx="7564755" cy="5842000"/>
        </p:xfrm>
        <a:graphic>
          <a:graphicData uri="http://schemas.openxmlformats.org/drawingml/2006/table">
            <a:tbl>
              <a:tblPr firstRow="1" bandRow="1">
                <a:tableStyleId>{93296810-A885-4BE3-A3E7-6D5BEEA58F35}</a:tableStyleId>
              </a:tblPr>
              <a:tblGrid>
                <a:gridCol w="1818640"/>
                <a:gridCol w="3940810"/>
                <a:gridCol w="1805305"/>
              </a:tblGrid>
              <a:tr h="738505">
                <a:tc>
                  <a:txBody>
                    <a:bodyPr/>
                    <a:p>
                      <a:pPr algn="ctr">
                        <a:buNone/>
                      </a:pPr>
                      <a:endParaRPr lang="zh-CN" altLang="en-US"/>
                    </a:p>
                  </a:txBody>
                  <a:tcPr anchor="ctr" anchorCtr="0"/>
                </a:tc>
                <a:tc>
                  <a:txBody>
                    <a:bodyPr/>
                    <a:p>
                      <a:pPr algn="ctr">
                        <a:buNone/>
                      </a:pPr>
                      <a:r>
                        <a:rPr lang="zh-CN" altLang="en-US"/>
                        <a:t>加减乘除</a:t>
                      </a:r>
                      <a:endParaRPr lang="zh-CN" altLang="en-US"/>
                    </a:p>
                  </a:txBody>
                  <a:tcPr anchor="ctr" anchorCtr="0"/>
                </a:tc>
                <a:tc>
                  <a:txBody>
                    <a:bodyPr/>
                    <a:p>
                      <a:pPr algn="ctr">
                        <a:buNone/>
                      </a:pPr>
                      <a:r>
                        <a:rPr lang="zh-CN" altLang="en-US"/>
                        <a:t>转化为</a:t>
                      </a:r>
                      <a:endParaRPr lang="zh-CN" altLang="en-US"/>
                    </a:p>
                    <a:p>
                      <a:pPr algn="ctr">
                        <a:buNone/>
                      </a:pPr>
                      <a:r>
                        <a:rPr lang="zh-CN" altLang="en-US"/>
                        <a:t>直角坐标系</a:t>
                      </a:r>
                      <a:endParaRPr lang="zh-CN" altLang="en-US"/>
                    </a:p>
                  </a:txBody>
                  <a:tcPr anchor="ctr" anchorCtr="0"/>
                </a:tc>
              </a:tr>
              <a:tr h="1776095">
                <a:tc>
                  <a:txBody>
                    <a:bodyPr/>
                    <a:p>
                      <a:pPr algn="ctr">
                        <a:buNone/>
                      </a:pPr>
                      <a:r>
                        <a:rPr lang="zh-CN" altLang="en-US"/>
                        <a:t>标量场</a:t>
                      </a:r>
                      <a:endParaRPr lang="zh-CN" altLang="en-US"/>
                    </a:p>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r h="3327400">
                <a:tc>
                  <a:txBody>
                    <a:bodyPr/>
                    <a:p>
                      <a:pPr algn="ctr">
                        <a:buNone/>
                      </a:pPr>
                      <a:r>
                        <a:rPr lang="zh-CN" altLang="en-US"/>
                        <a:t>矢量场</a:t>
                      </a:r>
                      <a:endParaRPr lang="zh-CN" altLang="en-US"/>
                    </a:p>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graphicFrame>
        <p:nvGraphicFramePr>
          <p:cNvPr id="6" name="对象 5">
            <a:hlinkClick r:id="" action="ppaction://ole?verb="/>
          </p:cNvPr>
          <p:cNvGraphicFramePr>
            <a:graphicFrameLocks noChangeAspect="1"/>
          </p:cNvGraphicFramePr>
          <p:nvPr/>
        </p:nvGraphicFramePr>
        <p:xfrm>
          <a:off x="1049020" y="2601595"/>
          <a:ext cx="1035050" cy="250825"/>
        </p:xfrm>
        <a:graphic>
          <a:graphicData uri="http://schemas.openxmlformats.org/presentationml/2006/ole">
            <mc:AlternateContent xmlns:mc="http://schemas.openxmlformats.org/markup-compatibility/2006">
              <mc:Choice xmlns:v="urn:schemas-microsoft-com:vml" Requires="v">
                <p:oleObj spid="_x0000_s1025" name="" r:id="rId2" imgW="838200" imgH="203200" progId="Equation.KSEE3">
                  <p:embed/>
                </p:oleObj>
              </mc:Choice>
              <mc:Fallback>
                <p:oleObj name="" r:id="rId2" imgW="838200" imgH="203200" progId="Equation.KSEE3">
                  <p:embed/>
                  <p:pic>
                    <p:nvPicPr>
                      <p:cNvPr id="0" name="图片 1024"/>
                      <p:cNvPicPr/>
                      <p:nvPr/>
                    </p:nvPicPr>
                    <p:blipFill>
                      <a:blip r:embed="rId3"/>
                      <a:stretch>
                        <a:fillRect/>
                      </a:stretch>
                    </p:blipFill>
                    <p:spPr>
                      <a:xfrm>
                        <a:off x="1049020" y="2601595"/>
                        <a:ext cx="1035050" cy="25082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823913" y="5022850"/>
          <a:ext cx="1536065" cy="283210"/>
        </p:xfrm>
        <a:graphic>
          <a:graphicData uri="http://schemas.openxmlformats.org/presentationml/2006/ole">
            <mc:AlternateContent xmlns:mc="http://schemas.openxmlformats.org/markup-compatibility/2006">
              <mc:Choice xmlns:v="urn:schemas-microsoft-com:vml" Requires="v">
                <p:oleObj spid="_x0000_s9" name="" r:id="rId4" imgW="1459865" imgH="266700" progId="Equation.KSEE3">
                  <p:embed/>
                </p:oleObj>
              </mc:Choice>
              <mc:Fallback>
                <p:oleObj name="" r:id="rId4" imgW="1459865" imgH="266700" progId="Equation.KSEE3">
                  <p:embed/>
                  <p:pic>
                    <p:nvPicPr>
                      <p:cNvPr id="0" name="图片 1024"/>
                      <p:cNvPicPr/>
                      <p:nvPr/>
                    </p:nvPicPr>
                    <p:blipFill>
                      <a:blip r:embed="rId5"/>
                      <a:stretch>
                        <a:fillRect/>
                      </a:stretch>
                    </p:blipFill>
                    <p:spPr>
                      <a:xfrm>
                        <a:off x="823913" y="5022850"/>
                        <a:ext cx="1536065" cy="28321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676843" y="1797050"/>
          <a:ext cx="2129790" cy="1244600"/>
        </p:xfrm>
        <a:graphic>
          <a:graphicData uri="http://schemas.openxmlformats.org/presentationml/2006/ole">
            <mc:AlternateContent xmlns:mc="http://schemas.openxmlformats.org/markup-compatibility/2006">
              <mc:Choice xmlns:v="urn:schemas-microsoft-com:vml" Requires="v">
                <p:oleObj spid="_x0000_s10" name="" r:id="rId6" imgW="1955800" imgH="1143000" progId="Equation.KSEE3">
                  <p:embed/>
                </p:oleObj>
              </mc:Choice>
              <mc:Fallback>
                <p:oleObj name="" r:id="rId6" imgW="1955800" imgH="1143000" progId="Equation.KSEE3">
                  <p:embed/>
                  <p:pic>
                    <p:nvPicPr>
                      <p:cNvPr id="0" name="图片 1024"/>
                      <p:cNvPicPr/>
                      <p:nvPr/>
                    </p:nvPicPr>
                    <p:blipFill>
                      <a:blip r:embed="rId7"/>
                      <a:stretch>
                        <a:fillRect/>
                      </a:stretch>
                    </p:blipFill>
                    <p:spPr>
                      <a:xfrm>
                        <a:off x="2676843" y="1797050"/>
                        <a:ext cx="2129790" cy="124460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6525895" y="1906905"/>
          <a:ext cx="1113790" cy="875030"/>
        </p:xfrm>
        <a:graphic>
          <a:graphicData uri="http://schemas.openxmlformats.org/presentationml/2006/ole">
            <mc:AlternateContent xmlns:mc="http://schemas.openxmlformats.org/markup-compatibility/2006">
              <mc:Choice xmlns:v="urn:schemas-microsoft-com:vml" Requires="v">
                <p:oleObj spid="_x0000_s16" name="" r:id="rId8" imgW="1168400" imgH="914400" progId="Equation.KSEE3">
                  <p:embed/>
                </p:oleObj>
              </mc:Choice>
              <mc:Fallback>
                <p:oleObj name="" r:id="rId8" imgW="1168400" imgH="914400" progId="Equation.KSEE3">
                  <p:embed/>
                  <p:pic>
                    <p:nvPicPr>
                      <p:cNvPr id="0" name="图片 1024"/>
                      <p:cNvPicPr/>
                      <p:nvPr/>
                    </p:nvPicPr>
                    <p:blipFill>
                      <a:blip r:embed="rId9"/>
                      <a:stretch>
                        <a:fillRect/>
                      </a:stretch>
                    </p:blipFill>
                    <p:spPr>
                      <a:xfrm>
                        <a:off x="6525895" y="1906905"/>
                        <a:ext cx="1113790" cy="87503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6525895" y="3931285"/>
          <a:ext cx="1455420" cy="1374775"/>
        </p:xfrm>
        <a:graphic>
          <a:graphicData uri="http://schemas.openxmlformats.org/presentationml/2006/ole">
            <mc:AlternateContent xmlns:mc="http://schemas.openxmlformats.org/markup-compatibility/2006">
              <mc:Choice xmlns:v="urn:schemas-microsoft-com:vml" Requires="v">
                <p:oleObj spid="_x0000_s18" name="" r:id="rId10" imgW="1511300" imgH="1422400" progId="Equation.KSEE3">
                  <p:embed/>
                </p:oleObj>
              </mc:Choice>
              <mc:Fallback>
                <p:oleObj name="" r:id="rId10" imgW="1511300" imgH="1422400" progId="Equation.KSEE3">
                  <p:embed/>
                  <p:pic>
                    <p:nvPicPr>
                      <p:cNvPr id="0" name="图片 1024"/>
                      <p:cNvPicPr/>
                      <p:nvPr/>
                    </p:nvPicPr>
                    <p:blipFill>
                      <a:blip r:embed="rId11"/>
                      <a:stretch>
                        <a:fillRect/>
                      </a:stretch>
                    </p:blipFill>
                    <p:spPr>
                      <a:xfrm>
                        <a:off x="6525895" y="3931285"/>
                        <a:ext cx="1455420" cy="137477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2509520" y="4078605"/>
          <a:ext cx="3867150" cy="987425"/>
        </p:xfrm>
        <a:graphic>
          <a:graphicData uri="http://schemas.openxmlformats.org/presentationml/2006/ole">
            <mc:AlternateContent xmlns:mc="http://schemas.openxmlformats.org/markup-compatibility/2006">
              <mc:Choice xmlns:v="urn:schemas-microsoft-com:vml" Requires="v">
                <p:oleObj spid="_x0000_s12" name="" r:id="rId12" imgW="4699000" imgH="1193800" progId="Equation.KSEE3">
                  <p:embed/>
                </p:oleObj>
              </mc:Choice>
              <mc:Fallback>
                <p:oleObj name="" r:id="rId12" imgW="4699000" imgH="1193800" progId="Equation.KSEE3">
                  <p:embed/>
                  <p:pic>
                    <p:nvPicPr>
                      <p:cNvPr id="0" name="图片 1024"/>
                      <p:cNvPicPr/>
                      <p:nvPr/>
                    </p:nvPicPr>
                    <p:blipFill>
                      <a:blip r:embed="rId13">
                        <a:duotone>
                          <a:schemeClr val="accent2">
                            <a:shade val="45000"/>
                            <a:satMod val="135000"/>
                          </a:schemeClr>
                          <a:prstClr val="white"/>
                        </a:duotone>
                      </a:blip>
                      <a:stretch>
                        <a:fillRect/>
                      </a:stretch>
                    </p:blipFill>
                    <p:spPr>
                      <a:xfrm>
                        <a:off x="2509520" y="4078605"/>
                        <a:ext cx="3867150" cy="987425"/>
                      </a:xfrm>
                      <a:prstGeom prst="rect">
                        <a:avLst/>
                      </a:prstGeom>
                    </p:spPr>
                  </p:pic>
                </p:oleObj>
              </mc:Fallback>
            </mc:AlternateContent>
          </a:graphicData>
        </a:graphic>
      </p:graphicFrame>
      <p:pic>
        <p:nvPicPr>
          <p:cNvPr id="4" name="图片 3"/>
          <p:cNvPicPr>
            <a:picLocks noChangeAspect="1"/>
          </p:cNvPicPr>
          <p:nvPr/>
        </p:nvPicPr>
        <p:blipFill>
          <a:blip r:embed="rId14"/>
          <a:stretch>
            <a:fillRect/>
          </a:stretch>
        </p:blipFill>
        <p:spPr>
          <a:xfrm>
            <a:off x="8401050" y="1947545"/>
            <a:ext cx="3041650" cy="28003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434340" y="339090"/>
            <a:ext cx="5262880" cy="398780"/>
          </a:xfrm>
          <a:prstGeom prst="rect">
            <a:avLst/>
          </a:prstGeom>
          <a:noFill/>
        </p:spPr>
        <p:txBody>
          <a:bodyPr wrap="none" rtlCol="0">
            <a:spAutoFit/>
          </a:bodyPr>
          <a:lstStyle/>
          <a:p>
            <a:pPr algn="l"/>
            <a:r>
              <a:rPr lang="zh-CN" altLang="en-US" sz="2000" dirty="0">
                <a:sym typeface="+mn-ea"/>
              </a:rPr>
              <a:t>一、矢量分析与场论</a:t>
            </a:r>
            <a:r>
              <a:rPr lang="en-US" altLang="zh-CN" sz="2000" dirty="0">
                <a:sym typeface="+mn-ea"/>
              </a:rPr>
              <a:t>—</a:t>
            </a:r>
            <a:r>
              <a:rPr lang="zh-CN" altLang="en-US" sz="2000" dirty="0">
                <a:sym typeface="+mn-ea"/>
              </a:rPr>
              <a:t>圆柱坐标系下相关公式</a:t>
            </a:r>
            <a:endParaRPr lang="en-US" altLang="zh-CN" sz="2000" dirty="0"/>
          </a:p>
        </p:txBody>
      </p:sp>
      <p:graphicFrame>
        <p:nvGraphicFramePr>
          <p:cNvPr id="21" name="表格 20"/>
          <p:cNvGraphicFramePr/>
          <p:nvPr>
            <p:custDataLst>
              <p:tags r:id="rId1"/>
            </p:custDataLst>
          </p:nvPr>
        </p:nvGraphicFramePr>
        <p:xfrm>
          <a:off x="403860" y="997585"/>
          <a:ext cx="11423650" cy="5323840"/>
        </p:xfrm>
        <a:graphic>
          <a:graphicData uri="http://schemas.openxmlformats.org/drawingml/2006/table">
            <a:tbl>
              <a:tblPr firstRow="1" bandRow="1">
                <a:tableStyleId>{93296810-A885-4BE3-A3E7-6D5BEEA58F35}</a:tableStyleId>
              </a:tblPr>
              <a:tblGrid>
                <a:gridCol w="1708785"/>
                <a:gridCol w="1746250"/>
                <a:gridCol w="1962785"/>
                <a:gridCol w="2802255"/>
                <a:gridCol w="3203575"/>
              </a:tblGrid>
              <a:tr h="673100">
                <a:tc>
                  <a:txBody>
                    <a:bodyPr/>
                    <a:p>
                      <a:pPr algn="ctr">
                        <a:buNone/>
                      </a:pPr>
                      <a:endParaRPr lang="zh-CN" altLang="en-US"/>
                    </a:p>
                  </a:txBody>
                  <a:tcPr anchor="ctr" anchorCtr="0"/>
                </a:tc>
                <a:tc>
                  <a:txBody>
                    <a:bodyPr/>
                    <a:p>
                      <a:pPr algn="ctr">
                        <a:buNone/>
                      </a:pPr>
                      <a:r>
                        <a:rPr lang="zh-CN" altLang="en-US" sz="1800"/>
                        <a:t>梯度</a:t>
                      </a:r>
                      <a:endParaRPr lang="zh-CN" altLang="en-US" sz="1800"/>
                    </a:p>
                  </a:txBody>
                  <a:tcPr anchor="ctr" anchorCtr="0"/>
                </a:tc>
                <a:tc>
                  <a:txBody>
                    <a:bodyPr/>
                    <a:p>
                      <a:pPr algn="ctr">
                        <a:buNone/>
                      </a:pPr>
                      <a:r>
                        <a:rPr lang="zh-CN" altLang="en-US" sz="1800"/>
                        <a:t>散度</a:t>
                      </a:r>
                      <a:endParaRPr lang="zh-CN" altLang="en-US" sz="1800"/>
                    </a:p>
                  </a:txBody>
                  <a:tcPr anchor="ctr" anchorCtr="0"/>
                </a:tc>
                <a:tc>
                  <a:txBody>
                    <a:bodyPr/>
                    <a:p>
                      <a:pPr algn="ctr">
                        <a:buNone/>
                      </a:pPr>
                      <a:r>
                        <a:rPr lang="zh-CN" altLang="en-US" sz="1800"/>
                        <a:t>旋度</a:t>
                      </a:r>
                      <a:endParaRPr lang="zh-CN" altLang="en-US" sz="1800"/>
                    </a:p>
                  </a:txBody>
                  <a:tcPr anchor="ctr" anchorCtr="0"/>
                </a:tc>
                <a:tc>
                  <a:txBody>
                    <a:bodyPr/>
                    <a:p>
                      <a:pPr algn="ctr">
                        <a:buNone/>
                      </a:pPr>
                      <a:r>
                        <a:rPr lang="zh-CN" altLang="en-US" sz="1800"/>
                        <a:t>调和量</a:t>
                      </a:r>
                      <a:endParaRPr lang="zh-CN" altLang="en-US" sz="1800"/>
                    </a:p>
                  </a:txBody>
                  <a:tcPr anchor="ctr" anchorCtr="0"/>
                </a:tc>
              </a:tr>
              <a:tr h="1618615">
                <a:tc>
                  <a:txBody>
                    <a:bodyPr/>
                    <a:p>
                      <a:pPr algn="ctr">
                        <a:buNone/>
                      </a:pPr>
                      <a:r>
                        <a:rPr lang="zh-CN" altLang="en-US"/>
                        <a:t>标量场</a:t>
                      </a:r>
                      <a:endParaRPr lang="zh-CN" altLang="en-US"/>
                    </a:p>
                    <a:p>
                      <a:pPr algn="ctr">
                        <a:buNone/>
                      </a:pPr>
                      <a:endParaRPr lang="zh-CN" altLang="en-US"/>
                    </a:p>
                  </a:txBody>
                  <a:tcPr anchor="ctr" anchorCtr="0"/>
                </a:tc>
                <a:tc>
                  <a:txBody>
                    <a:bodyPr/>
                    <a:p>
                      <a:pPr algn="ctr">
                        <a:buNone/>
                      </a:pPr>
                      <a:endParaRPr lang="en-US" altLang="zh-CN"/>
                    </a:p>
                  </a:txBody>
                  <a:tcPr anchor="ctr" anchorCtr="0"/>
                </a:tc>
                <a:tc>
                  <a:txBody>
                    <a:bodyPr/>
                    <a:p>
                      <a:pPr algn="ctr">
                        <a:buNone/>
                      </a:pPr>
                      <a:r>
                        <a:rPr lang="en-US" altLang="zh-CN" sz="1800"/>
                        <a:t>/</a:t>
                      </a:r>
                      <a:endParaRPr lang="en-US" altLang="zh-CN" sz="1800"/>
                    </a:p>
                  </a:txBody>
                  <a:tcPr anchor="ctr" anchorCtr="0"/>
                </a:tc>
                <a:tc>
                  <a:txBody>
                    <a:bodyPr/>
                    <a:p>
                      <a:pPr algn="ctr">
                        <a:buNone/>
                      </a:pPr>
                      <a:r>
                        <a:rPr lang="en-US" altLang="zh-CN" sz="1800"/>
                        <a:t>/</a:t>
                      </a:r>
                      <a:endParaRPr lang="en-US" altLang="zh-CN" sz="1800"/>
                    </a:p>
                  </a:txBody>
                  <a:tcPr anchor="ctr" anchorCtr="0"/>
                </a:tc>
                <a:tc>
                  <a:txBody>
                    <a:bodyPr/>
                    <a:p>
                      <a:pPr algn="ctr">
                        <a:buNone/>
                      </a:pPr>
                      <a:endParaRPr lang="zh-CN" altLang="en-US"/>
                    </a:p>
                  </a:txBody>
                  <a:tcPr anchor="ctr" anchorCtr="0"/>
                </a:tc>
              </a:tr>
              <a:tr h="3032125">
                <a:tc>
                  <a:txBody>
                    <a:bodyPr/>
                    <a:p>
                      <a:pPr algn="ctr">
                        <a:buNone/>
                      </a:pPr>
                      <a:r>
                        <a:rPr lang="zh-CN" altLang="en-US"/>
                        <a:t>矢量场</a:t>
                      </a:r>
                      <a:endParaRPr lang="zh-CN" altLang="en-US"/>
                    </a:p>
                    <a:p>
                      <a:pPr algn="ctr">
                        <a:buNone/>
                      </a:pPr>
                      <a:endParaRPr lang="zh-CN" altLang="en-US"/>
                    </a:p>
                  </a:txBody>
                  <a:tcPr anchor="ctr" anchorCtr="0"/>
                </a:tc>
                <a:tc>
                  <a:txBody>
                    <a:bodyPr/>
                    <a:p>
                      <a:pPr algn="ctr">
                        <a:buNone/>
                      </a:pPr>
                      <a:r>
                        <a:rPr lang="en-US" altLang="zh-CN" sz="1800"/>
                        <a:t>/</a:t>
                      </a:r>
                      <a:endParaRPr lang="en-US" altLang="zh-CN" sz="1800"/>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graphicFrame>
        <p:nvGraphicFramePr>
          <p:cNvPr id="22" name="对象 21">
            <a:hlinkClick r:id="" action="ppaction://ole?verb="/>
          </p:cNvPr>
          <p:cNvGraphicFramePr>
            <a:graphicFrameLocks noChangeAspect="1"/>
          </p:cNvGraphicFramePr>
          <p:nvPr/>
        </p:nvGraphicFramePr>
        <p:xfrm>
          <a:off x="781050" y="2505075"/>
          <a:ext cx="1003300" cy="250825"/>
        </p:xfrm>
        <a:graphic>
          <a:graphicData uri="http://schemas.openxmlformats.org/presentationml/2006/ole">
            <mc:AlternateContent xmlns:mc="http://schemas.openxmlformats.org/markup-compatibility/2006">
              <mc:Choice xmlns:v="urn:schemas-microsoft-com:vml" Requires="v">
                <p:oleObj spid="_x0000_s23" name="" r:id="rId2" imgW="812800" imgH="203200" progId="Equation.KSEE3">
                  <p:embed/>
                </p:oleObj>
              </mc:Choice>
              <mc:Fallback>
                <p:oleObj name="" r:id="rId2" imgW="812800" imgH="203200" progId="Equation.KSEE3">
                  <p:embed/>
                  <p:pic>
                    <p:nvPicPr>
                      <p:cNvPr id="0" name="图片 1024"/>
                      <p:cNvPicPr/>
                      <p:nvPr/>
                    </p:nvPicPr>
                    <p:blipFill>
                      <a:blip r:embed="rId3"/>
                      <a:stretch>
                        <a:fillRect/>
                      </a:stretch>
                    </p:blipFill>
                    <p:spPr>
                      <a:xfrm>
                        <a:off x="781050" y="2505075"/>
                        <a:ext cx="1003300" cy="250825"/>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2118360" y="2298700"/>
          <a:ext cx="1720215" cy="386715"/>
        </p:xfrm>
        <a:graphic>
          <a:graphicData uri="http://schemas.openxmlformats.org/presentationml/2006/ole">
            <mc:AlternateContent xmlns:mc="http://schemas.openxmlformats.org/markup-compatibility/2006">
              <mc:Choice xmlns:v="urn:schemas-microsoft-com:vml" Requires="v">
                <p:oleObj spid="_x0000_s27" name="" r:id="rId4" imgW="1866900" imgH="419100" progId="Equation.KSEE3">
                  <p:embed/>
                </p:oleObj>
              </mc:Choice>
              <mc:Fallback>
                <p:oleObj name="" r:id="rId4" imgW="1866900" imgH="419100" progId="Equation.KSEE3">
                  <p:embed/>
                  <p:pic>
                    <p:nvPicPr>
                      <p:cNvPr id="0" name="图片 1024"/>
                      <p:cNvPicPr/>
                      <p:nvPr/>
                    </p:nvPicPr>
                    <p:blipFill>
                      <a:blip r:embed="rId5"/>
                      <a:stretch>
                        <a:fillRect/>
                      </a:stretch>
                    </p:blipFill>
                    <p:spPr>
                      <a:xfrm>
                        <a:off x="2118360" y="2298700"/>
                        <a:ext cx="1720215" cy="386715"/>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3838575" y="4246245"/>
          <a:ext cx="1921510" cy="434975"/>
        </p:xfrm>
        <a:graphic>
          <a:graphicData uri="http://schemas.openxmlformats.org/presentationml/2006/ole">
            <mc:AlternateContent xmlns:mc="http://schemas.openxmlformats.org/markup-compatibility/2006">
              <mc:Choice xmlns:v="urn:schemas-microsoft-com:vml" Requires="v">
                <p:oleObj spid="_x0000_s29" name="" r:id="rId6" imgW="1968500" imgH="444500" progId="Equation.KSEE3">
                  <p:embed/>
                </p:oleObj>
              </mc:Choice>
              <mc:Fallback>
                <p:oleObj name="" r:id="rId6" imgW="1968500" imgH="444500" progId="Equation.KSEE3">
                  <p:embed/>
                  <p:pic>
                    <p:nvPicPr>
                      <p:cNvPr id="0" name="图片 1024"/>
                      <p:cNvPicPr/>
                      <p:nvPr/>
                    </p:nvPicPr>
                    <p:blipFill>
                      <a:blip r:embed="rId7"/>
                      <a:stretch>
                        <a:fillRect/>
                      </a:stretch>
                    </p:blipFill>
                    <p:spPr>
                      <a:xfrm>
                        <a:off x="3838575" y="4246245"/>
                        <a:ext cx="1921510" cy="434975"/>
                      </a:xfrm>
                      <a:prstGeom prst="rect">
                        <a:avLst/>
                      </a:prstGeom>
                    </p:spPr>
                  </p:pic>
                </p:oleObj>
              </mc:Fallback>
            </mc:AlternateContent>
          </a:graphicData>
        </a:graphic>
      </p:graphicFrame>
      <p:graphicFrame>
        <p:nvGraphicFramePr>
          <p:cNvPr id="30" name="对象 29">
            <a:hlinkClick r:id="" action="ppaction://ole?verb="/>
          </p:cNvPr>
          <p:cNvGraphicFramePr>
            <a:graphicFrameLocks noChangeAspect="1"/>
          </p:cNvGraphicFramePr>
          <p:nvPr/>
        </p:nvGraphicFramePr>
        <p:xfrm>
          <a:off x="5835968" y="3843655"/>
          <a:ext cx="2788285" cy="1062355"/>
        </p:xfrm>
        <a:graphic>
          <a:graphicData uri="http://schemas.openxmlformats.org/presentationml/2006/ole">
            <mc:AlternateContent xmlns:mc="http://schemas.openxmlformats.org/markup-compatibility/2006">
              <mc:Choice xmlns:v="urn:schemas-microsoft-com:vml" Requires="v">
                <p:oleObj spid="_x0000_s31" name="" r:id="rId8" imgW="3543300" imgH="1346200" progId="Equation.KSEE3">
                  <p:embed/>
                </p:oleObj>
              </mc:Choice>
              <mc:Fallback>
                <p:oleObj name="" r:id="rId8" imgW="3543300" imgH="1346200" progId="Equation.KSEE3">
                  <p:embed/>
                  <p:pic>
                    <p:nvPicPr>
                      <p:cNvPr id="0" name="图片 1024"/>
                      <p:cNvPicPr/>
                      <p:nvPr/>
                    </p:nvPicPr>
                    <p:blipFill>
                      <a:blip r:embed="rId9"/>
                      <a:stretch>
                        <a:fillRect/>
                      </a:stretch>
                    </p:blipFill>
                    <p:spPr>
                      <a:xfrm>
                        <a:off x="5835968" y="3843655"/>
                        <a:ext cx="2788285" cy="1062355"/>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8959216" y="2298701"/>
          <a:ext cx="2279015" cy="462280"/>
        </p:xfrm>
        <a:graphic>
          <a:graphicData uri="http://schemas.openxmlformats.org/presentationml/2006/ole">
            <mc:AlternateContent xmlns:mc="http://schemas.openxmlformats.org/markup-compatibility/2006">
              <mc:Choice xmlns:v="urn:schemas-microsoft-com:vml" Requires="v">
                <p:oleObj spid="_x0000_s33" name="" r:id="rId10" imgW="2260600" imgH="457200" progId="Equation.KSEE3">
                  <p:embed/>
                </p:oleObj>
              </mc:Choice>
              <mc:Fallback>
                <p:oleObj name="" r:id="rId10" imgW="2260600" imgH="457200" progId="Equation.KSEE3">
                  <p:embed/>
                  <p:pic>
                    <p:nvPicPr>
                      <p:cNvPr id="0" name="图片 1024"/>
                      <p:cNvPicPr/>
                      <p:nvPr/>
                    </p:nvPicPr>
                    <p:blipFill>
                      <a:blip r:embed="rId11"/>
                      <a:stretch>
                        <a:fillRect/>
                      </a:stretch>
                    </p:blipFill>
                    <p:spPr>
                      <a:xfrm>
                        <a:off x="8959216" y="2298701"/>
                        <a:ext cx="2279015" cy="462280"/>
                      </a:xfrm>
                      <a:prstGeom prst="rect">
                        <a:avLst/>
                      </a:prstGeom>
                    </p:spPr>
                  </p:pic>
                </p:oleObj>
              </mc:Fallback>
            </mc:AlternateContent>
          </a:graphicData>
        </a:graphic>
      </p:graphicFrame>
      <p:graphicFrame>
        <p:nvGraphicFramePr>
          <p:cNvPr id="34" name="对象 33">
            <a:hlinkClick r:id="" action="ppaction://ole?verb="/>
          </p:cNvPr>
          <p:cNvGraphicFramePr>
            <a:graphicFrameLocks noChangeAspect="1"/>
          </p:cNvGraphicFramePr>
          <p:nvPr/>
        </p:nvGraphicFramePr>
        <p:xfrm>
          <a:off x="9267190" y="3705225"/>
          <a:ext cx="1700530" cy="1455420"/>
        </p:xfrm>
        <a:graphic>
          <a:graphicData uri="http://schemas.openxmlformats.org/presentationml/2006/ole">
            <mc:AlternateContent xmlns:mc="http://schemas.openxmlformats.org/markup-compatibility/2006">
              <mc:Choice xmlns:v="urn:schemas-microsoft-com:vml" Requires="v">
                <p:oleObj spid="_x0000_s35" name="" r:id="rId12" imgW="1727200" imgH="1473200" progId="Equation.KSEE3">
                  <p:embed/>
                </p:oleObj>
              </mc:Choice>
              <mc:Fallback>
                <p:oleObj name="" r:id="rId12" imgW="1727200" imgH="1473200" progId="Equation.KSEE3">
                  <p:embed/>
                  <p:pic>
                    <p:nvPicPr>
                      <p:cNvPr id="0" name="图片 1024"/>
                      <p:cNvPicPr/>
                      <p:nvPr/>
                    </p:nvPicPr>
                    <p:blipFill>
                      <a:blip r:embed="rId13"/>
                      <a:stretch>
                        <a:fillRect/>
                      </a:stretch>
                    </p:blipFill>
                    <p:spPr>
                      <a:xfrm>
                        <a:off x="9267190" y="3705225"/>
                        <a:ext cx="1700530" cy="1455420"/>
                      </a:xfrm>
                      <a:prstGeom prst="rect">
                        <a:avLst/>
                      </a:prstGeom>
                    </p:spPr>
                  </p:pic>
                </p:oleObj>
              </mc:Fallback>
            </mc:AlternateContent>
          </a:graphicData>
        </a:graphic>
      </p:graphicFrame>
      <p:graphicFrame>
        <p:nvGraphicFramePr>
          <p:cNvPr id="36" name="对象 35">
            <a:hlinkClick r:id="" action="ppaction://ole?verb="/>
          </p:cNvPr>
          <p:cNvGraphicFramePr>
            <a:graphicFrameLocks noChangeAspect="1"/>
          </p:cNvGraphicFramePr>
          <p:nvPr/>
        </p:nvGraphicFramePr>
        <p:xfrm>
          <a:off x="7199948" y="83503"/>
          <a:ext cx="3120390" cy="857250"/>
        </p:xfrm>
        <a:graphic>
          <a:graphicData uri="http://schemas.openxmlformats.org/presentationml/2006/ole">
            <mc:AlternateContent xmlns:mc="http://schemas.openxmlformats.org/markup-compatibility/2006">
              <mc:Choice xmlns:v="urn:schemas-microsoft-com:vml" Requires="v">
                <p:oleObj spid="_x0000_s37" name="" r:id="rId14" imgW="3340100" imgH="914400" progId="Equation.KSEE3">
                  <p:embed/>
                </p:oleObj>
              </mc:Choice>
              <mc:Fallback>
                <p:oleObj name="" r:id="rId14" imgW="3340100" imgH="914400" progId="Equation.KSEE3">
                  <p:embed/>
                  <p:pic>
                    <p:nvPicPr>
                      <p:cNvPr id="0" name="图片 1024"/>
                      <p:cNvPicPr/>
                      <p:nvPr/>
                    </p:nvPicPr>
                    <p:blipFill>
                      <a:blip r:embed="rId15"/>
                      <a:stretch>
                        <a:fillRect/>
                      </a:stretch>
                    </p:blipFill>
                    <p:spPr>
                      <a:xfrm>
                        <a:off x="7199948" y="83503"/>
                        <a:ext cx="3120390" cy="857250"/>
                      </a:xfrm>
                      <a:prstGeom prst="rect">
                        <a:avLst/>
                      </a:prstGeom>
                    </p:spPr>
                  </p:pic>
                </p:oleObj>
              </mc:Fallback>
            </mc:AlternateContent>
          </a:graphicData>
        </a:graphic>
      </p:graphicFrame>
      <p:graphicFrame>
        <p:nvGraphicFramePr>
          <p:cNvPr id="38" name="对象 37">
            <a:hlinkClick r:id="" action="ppaction://ole?verb="/>
          </p:cNvPr>
          <p:cNvGraphicFramePr>
            <a:graphicFrameLocks noChangeAspect="1"/>
          </p:cNvGraphicFramePr>
          <p:nvPr/>
        </p:nvGraphicFramePr>
        <p:xfrm>
          <a:off x="518478" y="4942840"/>
          <a:ext cx="1536065" cy="283210"/>
        </p:xfrm>
        <a:graphic>
          <a:graphicData uri="http://schemas.openxmlformats.org/presentationml/2006/ole">
            <mc:AlternateContent xmlns:mc="http://schemas.openxmlformats.org/markup-compatibility/2006">
              <mc:Choice xmlns:v="urn:schemas-microsoft-com:vml" Requires="v">
                <p:oleObj spid="_x0000_s39" name="" r:id="rId16" imgW="1459865" imgH="266700" progId="Equation.KSEE3">
                  <p:embed/>
                </p:oleObj>
              </mc:Choice>
              <mc:Fallback>
                <p:oleObj name="" r:id="rId16" imgW="1459865" imgH="266700" progId="Equation.KSEE3">
                  <p:embed/>
                  <p:pic>
                    <p:nvPicPr>
                      <p:cNvPr id="0" name="图片 1024"/>
                      <p:cNvPicPr/>
                      <p:nvPr/>
                    </p:nvPicPr>
                    <p:blipFill>
                      <a:blip r:embed="rId17"/>
                      <a:stretch>
                        <a:fillRect/>
                      </a:stretch>
                    </p:blipFill>
                    <p:spPr>
                      <a:xfrm>
                        <a:off x="518478" y="4942840"/>
                        <a:ext cx="1536065" cy="283210"/>
                      </a:xfrm>
                      <a:prstGeom prst="rect">
                        <a:avLst/>
                      </a:prstGeom>
                    </p:spPr>
                  </p:pic>
                </p:oleObj>
              </mc:Fallback>
            </mc:AlternateContent>
          </a:graphicData>
        </a:graphic>
      </p:graphicFrame>
      <p:graphicFrame>
        <p:nvGraphicFramePr>
          <p:cNvPr id="40" name="对象 39">
            <a:hlinkClick r:id="" action="ppaction://ole?verb="/>
          </p:cNvPr>
          <p:cNvGraphicFramePr>
            <a:graphicFrameLocks noChangeAspect="1"/>
          </p:cNvGraphicFramePr>
          <p:nvPr/>
        </p:nvGraphicFramePr>
        <p:xfrm>
          <a:off x="2563813" y="6435408"/>
          <a:ext cx="5318760" cy="240030"/>
        </p:xfrm>
        <a:graphic>
          <a:graphicData uri="http://schemas.openxmlformats.org/presentationml/2006/ole">
            <mc:AlternateContent xmlns:mc="http://schemas.openxmlformats.org/markup-compatibility/2006">
              <mc:Choice xmlns:v="urn:schemas-microsoft-com:vml" Requires="v">
                <p:oleObj spid="_x0000_s41" name="" r:id="rId18" imgW="4800600" imgH="215900" progId="Equation.KSEE3">
                  <p:embed/>
                </p:oleObj>
              </mc:Choice>
              <mc:Fallback>
                <p:oleObj name="" r:id="rId18" imgW="4800600" imgH="215900" progId="Equation.KSEE3">
                  <p:embed/>
                  <p:pic>
                    <p:nvPicPr>
                      <p:cNvPr id="0" name="图片 1024"/>
                      <p:cNvPicPr/>
                      <p:nvPr/>
                    </p:nvPicPr>
                    <p:blipFill>
                      <a:blip r:embed="rId19"/>
                      <a:stretch>
                        <a:fillRect/>
                      </a:stretch>
                    </p:blipFill>
                    <p:spPr>
                      <a:xfrm>
                        <a:off x="2563813" y="6435408"/>
                        <a:ext cx="5318760" cy="240030"/>
                      </a:xfrm>
                      <a:prstGeom prst="rect">
                        <a:avLst/>
                      </a:prstGeom>
                    </p:spPr>
                  </p:pic>
                </p:oleObj>
              </mc:Fallback>
            </mc:AlternateContent>
          </a:graphicData>
        </a:graphic>
      </p:graphicFrame>
      <p:graphicFrame>
        <p:nvGraphicFramePr>
          <p:cNvPr id="42" name="对象 41">
            <a:hlinkClick r:id="" action="ppaction://ole?verb="/>
          </p:cNvPr>
          <p:cNvGraphicFramePr>
            <a:graphicFrameLocks noChangeAspect="1"/>
          </p:cNvGraphicFramePr>
          <p:nvPr/>
        </p:nvGraphicFramePr>
        <p:xfrm>
          <a:off x="9114155" y="5420360"/>
          <a:ext cx="2381250" cy="506730"/>
        </p:xfrm>
        <a:graphic>
          <a:graphicData uri="http://schemas.openxmlformats.org/presentationml/2006/ole">
            <mc:AlternateContent xmlns:mc="http://schemas.openxmlformats.org/markup-compatibility/2006">
              <mc:Choice xmlns:v="urn:schemas-microsoft-com:vml" Requires="v">
                <p:oleObj spid="_x0000_s43" name="" r:id="rId20" imgW="2400300" imgH="508000" progId="Equation.KSEE3">
                  <p:embed/>
                </p:oleObj>
              </mc:Choice>
              <mc:Fallback>
                <p:oleObj name="" r:id="rId20" imgW="2400300" imgH="508000" progId="Equation.KSEE3">
                  <p:embed/>
                  <p:pic>
                    <p:nvPicPr>
                      <p:cNvPr id="0" name="图片 1024"/>
                      <p:cNvPicPr/>
                      <p:nvPr/>
                    </p:nvPicPr>
                    <p:blipFill>
                      <a:blip r:embed="rId21">
                        <a:duotone>
                          <a:schemeClr val="accent2">
                            <a:shade val="45000"/>
                            <a:satMod val="135000"/>
                          </a:schemeClr>
                          <a:prstClr val="white"/>
                        </a:duotone>
                      </a:blip>
                      <a:stretch>
                        <a:fillRect/>
                      </a:stretch>
                    </p:blipFill>
                    <p:spPr>
                      <a:xfrm>
                        <a:off x="9114155" y="5420360"/>
                        <a:ext cx="2381250" cy="506730"/>
                      </a:xfrm>
                      <a:prstGeom prst="rect">
                        <a:avLst/>
                      </a:prstGeom>
                    </p:spPr>
                  </p:pic>
                </p:oleObj>
              </mc:Fallback>
            </mc:AlternateContent>
          </a:graphicData>
        </a:graphic>
      </p:graphicFrame>
      <p:graphicFrame>
        <p:nvGraphicFramePr>
          <p:cNvPr id="44" name="对象 43">
            <a:hlinkClick r:id="" action="ppaction://ole?verb="/>
          </p:cNvPr>
          <p:cNvGraphicFramePr>
            <a:graphicFrameLocks noChangeAspect="1"/>
          </p:cNvGraphicFramePr>
          <p:nvPr/>
        </p:nvGraphicFramePr>
        <p:xfrm>
          <a:off x="6269355" y="5160645"/>
          <a:ext cx="1412875" cy="993140"/>
        </p:xfrm>
        <a:graphic>
          <a:graphicData uri="http://schemas.openxmlformats.org/presentationml/2006/ole">
            <mc:AlternateContent xmlns:mc="http://schemas.openxmlformats.org/markup-compatibility/2006">
              <mc:Choice xmlns:v="urn:schemas-microsoft-com:vml" Requires="v">
                <p:oleObj spid="_x0000_s45" name="" r:id="rId22" imgW="1562100" imgH="1091565" progId="Equation.KSEE3">
                  <p:embed/>
                </p:oleObj>
              </mc:Choice>
              <mc:Fallback>
                <p:oleObj name="" r:id="rId22" imgW="1562100" imgH="1091565" progId="Equation.KSEE3">
                  <p:embed/>
                  <p:pic>
                    <p:nvPicPr>
                      <p:cNvPr id="0" name="图片 1024"/>
                      <p:cNvPicPr/>
                      <p:nvPr/>
                    </p:nvPicPr>
                    <p:blipFill>
                      <a:blip r:embed="rId23">
                        <a:duotone>
                          <a:schemeClr val="accent2">
                            <a:shade val="45000"/>
                            <a:satMod val="135000"/>
                          </a:schemeClr>
                          <a:prstClr val="white"/>
                        </a:duotone>
                      </a:blip>
                      <a:stretch>
                        <a:fillRect/>
                      </a:stretch>
                    </p:blipFill>
                    <p:spPr>
                      <a:xfrm>
                        <a:off x="6269355" y="5160645"/>
                        <a:ext cx="1412875" cy="993140"/>
                      </a:xfrm>
                      <a:prstGeom prst="rect">
                        <a:avLst/>
                      </a:prstGeom>
                    </p:spPr>
                  </p:pic>
                </p:oleObj>
              </mc:Fallback>
            </mc:AlternateContent>
          </a:graphicData>
        </a:graphic>
      </p:graphicFrame>
      <p:graphicFrame>
        <p:nvGraphicFramePr>
          <p:cNvPr id="46" name="对象 45">
            <a:hlinkClick r:id="" action="ppaction://ole?verb="/>
          </p:cNvPr>
          <p:cNvGraphicFramePr>
            <a:graphicFrameLocks noChangeAspect="1"/>
          </p:cNvGraphicFramePr>
          <p:nvPr/>
        </p:nvGraphicFramePr>
        <p:xfrm>
          <a:off x="4064635" y="5229225"/>
          <a:ext cx="1412875" cy="590550"/>
        </p:xfrm>
        <a:graphic>
          <a:graphicData uri="http://schemas.openxmlformats.org/presentationml/2006/ole">
            <mc:AlternateContent xmlns:mc="http://schemas.openxmlformats.org/markup-compatibility/2006">
              <mc:Choice xmlns:v="urn:schemas-microsoft-com:vml" Requires="v">
                <p:oleObj spid="_x0000_s47" name="" r:id="rId24" imgW="1651000" imgH="685800" progId="Equation.KSEE3">
                  <p:embed/>
                </p:oleObj>
              </mc:Choice>
              <mc:Fallback>
                <p:oleObj name="" r:id="rId24" imgW="1651000" imgH="685800" progId="Equation.KSEE3">
                  <p:embed/>
                  <p:pic>
                    <p:nvPicPr>
                      <p:cNvPr id="0" name="图片 1024"/>
                      <p:cNvPicPr/>
                      <p:nvPr/>
                    </p:nvPicPr>
                    <p:blipFill>
                      <a:blip r:embed="rId25">
                        <a:duotone>
                          <a:schemeClr val="accent2">
                            <a:shade val="45000"/>
                            <a:satMod val="135000"/>
                          </a:schemeClr>
                          <a:prstClr val="white"/>
                        </a:duotone>
                      </a:blip>
                      <a:stretch>
                        <a:fillRect/>
                      </a:stretch>
                    </p:blipFill>
                    <p:spPr>
                      <a:xfrm>
                        <a:off x="4064635" y="5229225"/>
                        <a:ext cx="1412875" cy="590550"/>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34340" y="339090"/>
            <a:ext cx="5008880" cy="398780"/>
          </a:xfrm>
          <a:prstGeom prst="rect">
            <a:avLst/>
          </a:prstGeom>
          <a:noFill/>
        </p:spPr>
        <p:txBody>
          <a:bodyPr wrap="none" rtlCol="0">
            <a:spAutoFit/>
          </a:bodyPr>
          <a:lstStyle/>
          <a:p>
            <a:pPr algn="l"/>
            <a:r>
              <a:rPr lang="zh-CN" altLang="en-US" sz="2000" dirty="0">
                <a:sym typeface="+mn-ea"/>
              </a:rPr>
              <a:t>一、矢量分析与场论</a:t>
            </a:r>
            <a:r>
              <a:rPr lang="en-US" altLang="zh-CN" sz="2000" dirty="0">
                <a:sym typeface="+mn-ea"/>
              </a:rPr>
              <a:t>—</a:t>
            </a:r>
            <a:r>
              <a:rPr lang="zh-CN" altLang="en-US" sz="2000" dirty="0">
                <a:sym typeface="+mn-ea"/>
              </a:rPr>
              <a:t>球坐标系下相关公式</a:t>
            </a:r>
            <a:endParaRPr lang="en-US" altLang="zh-CN" sz="2000" dirty="0"/>
          </a:p>
        </p:txBody>
      </p:sp>
      <p:graphicFrame>
        <p:nvGraphicFramePr>
          <p:cNvPr id="2" name="表格 1"/>
          <p:cNvGraphicFramePr/>
          <p:nvPr>
            <p:custDataLst>
              <p:tags r:id="rId1"/>
            </p:custDataLst>
          </p:nvPr>
        </p:nvGraphicFramePr>
        <p:xfrm>
          <a:off x="205740" y="785495"/>
          <a:ext cx="9789795" cy="5842000"/>
        </p:xfrm>
        <a:graphic>
          <a:graphicData uri="http://schemas.openxmlformats.org/drawingml/2006/table">
            <a:tbl>
              <a:tblPr firstRow="1" bandRow="1">
                <a:tableStyleId>{21E4AEA4-8DFA-4A89-87EB-49C32662AFE0}</a:tableStyleId>
              </a:tblPr>
              <a:tblGrid>
                <a:gridCol w="1818640"/>
                <a:gridCol w="3936365"/>
                <a:gridCol w="2401570"/>
              </a:tblGrid>
              <a:tr h="738505">
                <a:tc>
                  <a:txBody>
                    <a:bodyPr/>
                    <a:p>
                      <a:pPr algn="ctr">
                        <a:buNone/>
                      </a:pPr>
                      <a:endParaRPr lang="zh-CN" altLang="en-US"/>
                    </a:p>
                  </a:txBody>
                  <a:tcPr anchor="ctr" anchorCtr="0"/>
                </a:tc>
                <a:tc>
                  <a:txBody>
                    <a:bodyPr/>
                    <a:p>
                      <a:pPr algn="ctr">
                        <a:buNone/>
                      </a:pPr>
                      <a:r>
                        <a:rPr lang="zh-CN" altLang="en-US"/>
                        <a:t>加减乘除</a:t>
                      </a:r>
                      <a:endParaRPr lang="zh-CN" altLang="en-US"/>
                    </a:p>
                  </a:txBody>
                  <a:tcPr anchor="ctr" anchorCtr="0"/>
                </a:tc>
                <a:tc>
                  <a:txBody>
                    <a:bodyPr/>
                    <a:p>
                      <a:pPr algn="ctr">
                        <a:buNone/>
                      </a:pPr>
                      <a:r>
                        <a:rPr lang="zh-CN" altLang="en-US"/>
                        <a:t>转化为</a:t>
                      </a:r>
                      <a:endParaRPr lang="zh-CN" altLang="en-US"/>
                    </a:p>
                    <a:p>
                      <a:pPr algn="ctr">
                        <a:buNone/>
                      </a:pPr>
                      <a:r>
                        <a:rPr lang="zh-CN" altLang="en-US"/>
                        <a:t>直角坐标系</a:t>
                      </a:r>
                      <a:endParaRPr lang="zh-CN" altLang="en-US"/>
                    </a:p>
                  </a:txBody>
                  <a:tcPr anchor="ctr" anchorCtr="0"/>
                </a:tc>
              </a:tr>
              <a:tr h="1776095">
                <a:tc>
                  <a:txBody>
                    <a:bodyPr/>
                    <a:p>
                      <a:pPr algn="ctr">
                        <a:buNone/>
                      </a:pPr>
                      <a:r>
                        <a:rPr lang="zh-CN" altLang="en-US"/>
                        <a:t>标量场</a:t>
                      </a:r>
                      <a:endParaRPr lang="zh-CN" altLang="en-US"/>
                    </a:p>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r h="3327400">
                <a:tc>
                  <a:txBody>
                    <a:bodyPr/>
                    <a:p>
                      <a:pPr algn="ctr">
                        <a:buNone/>
                      </a:pPr>
                      <a:r>
                        <a:rPr lang="zh-CN" altLang="en-US"/>
                        <a:t>矢量场</a:t>
                      </a:r>
                      <a:endParaRPr lang="zh-CN" altLang="en-US"/>
                    </a:p>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graphicFrame>
        <p:nvGraphicFramePr>
          <p:cNvPr id="6" name="对象 5">
            <a:hlinkClick r:id="" action="ppaction://ole?verb="/>
          </p:cNvPr>
          <p:cNvGraphicFramePr>
            <a:graphicFrameLocks noChangeAspect="1"/>
          </p:cNvGraphicFramePr>
          <p:nvPr/>
        </p:nvGraphicFramePr>
        <p:xfrm>
          <a:off x="611505" y="2571115"/>
          <a:ext cx="1019810" cy="250825"/>
        </p:xfrm>
        <a:graphic>
          <a:graphicData uri="http://schemas.openxmlformats.org/presentationml/2006/ole">
            <mc:AlternateContent xmlns:mc="http://schemas.openxmlformats.org/markup-compatibility/2006">
              <mc:Choice xmlns:v="urn:schemas-microsoft-com:vml" Requires="v">
                <p:oleObj spid="_x0000_s1025" name="" r:id="rId2" imgW="825500" imgH="203200" progId="Equation.KSEE3">
                  <p:embed/>
                </p:oleObj>
              </mc:Choice>
              <mc:Fallback>
                <p:oleObj name="" r:id="rId2" imgW="825500" imgH="203200" progId="Equation.KSEE3">
                  <p:embed/>
                  <p:pic>
                    <p:nvPicPr>
                      <p:cNvPr id="0" name="图片 1024"/>
                      <p:cNvPicPr/>
                      <p:nvPr/>
                    </p:nvPicPr>
                    <p:blipFill>
                      <a:blip r:embed="rId3"/>
                      <a:stretch>
                        <a:fillRect/>
                      </a:stretch>
                    </p:blipFill>
                    <p:spPr>
                      <a:xfrm>
                        <a:off x="611505" y="2571115"/>
                        <a:ext cx="1019810" cy="25082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384811" y="4992370"/>
          <a:ext cx="1524000" cy="283210"/>
        </p:xfrm>
        <a:graphic>
          <a:graphicData uri="http://schemas.openxmlformats.org/presentationml/2006/ole">
            <mc:AlternateContent xmlns:mc="http://schemas.openxmlformats.org/markup-compatibility/2006">
              <mc:Choice xmlns:v="urn:schemas-microsoft-com:vml" Requires="v">
                <p:oleObj spid="_x0000_s9" name="" r:id="rId4" imgW="1447800" imgH="266700" progId="Equation.KSEE3">
                  <p:embed/>
                </p:oleObj>
              </mc:Choice>
              <mc:Fallback>
                <p:oleObj name="" r:id="rId4" imgW="1447800" imgH="266700" progId="Equation.KSEE3">
                  <p:embed/>
                  <p:pic>
                    <p:nvPicPr>
                      <p:cNvPr id="0" name="图片 1024"/>
                      <p:cNvPicPr/>
                      <p:nvPr/>
                    </p:nvPicPr>
                    <p:blipFill>
                      <a:blip r:embed="rId5"/>
                      <a:stretch>
                        <a:fillRect/>
                      </a:stretch>
                    </p:blipFill>
                    <p:spPr>
                      <a:xfrm>
                        <a:off x="384811" y="4992370"/>
                        <a:ext cx="1524000" cy="28321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252663" y="1766570"/>
          <a:ext cx="2087880" cy="1244600"/>
        </p:xfrm>
        <a:graphic>
          <a:graphicData uri="http://schemas.openxmlformats.org/presentationml/2006/ole">
            <mc:AlternateContent xmlns:mc="http://schemas.openxmlformats.org/markup-compatibility/2006">
              <mc:Choice xmlns:v="urn:schemas-microsoft-com:vml" Requires="v">
                <p:oleObj spid="_x0000_s10" name="" r:id="rId6" imgW="1917065" imgH="1143000" progId="Equation.KSEE3">
                  <p:embed/>
                </p:oleObj>
              </mc:Choice>
              <mc:Fallback>
                <p:oleObj name="" r:id="rId6" imgW="1917065" imgH="1143000" progId="Equation.KSEE3">
                  <p:embed/>
                  <p:pic>
                    <p:nvPicPr>
                      <p:cNvPr id="0" name="图片 1024"/>
                      <p:cNvPicPr/>
                      <p:nvPr/>
                    </p:nvPicPr>
                    <p:blipFill>
                      <a:blip r:embed="rId7"/>
                      <a:stretch>
                        <a:fillRect/>
                      </a:stretch>
                    </p:blipFill>
                    <p:spPr>
                      <a:xfrm>
                        <a:off x="2252663" y="1766570"/>
                        <a:ext cx="2087880" cy="124460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6225540" y="1710690"/>
          <a:ext cx="1115695" cy="1244600"/>
        </p:xfrm>
        <a:graphic>
          <a:graphicData uri="http://schemas.openxmlformats.org/presentationml/2006/ole">
            <mc:AlternateContent xmlns:mc="http://schemas.openxmlformats.org/markup-compatibility/2006">
              <mc:Choice xmlns:v="urn:schemas-microsoft-com:vml" Requires="v">
                <p:oleObj spid="_x0000_s16" name="" r:id="rId8" imgW="1257300" imgH="1397000" progId="Equation.KSEE3">
                  <p:embed/>
                </p:oleObj>
              </mc:Choice>
              <mc:Fallback>
                <p:oleObj name="" r:id="rId8" imgW="1257300" imgH="1397000" progId="Equation.KSEE3">
                  <p:embed/>
                  <p:pic>
                    <p:nvPicPr>
                      <p:cNvPr id="0" name="图片 1024"/>
                      <p:cNvPicPr/>
                      <p:nvPr/>
                    </p:nvPicPr>
                    <p:blipFill>
                      <a:blip r:embed="rId9"/>
                      <a:stretch>
                        <a:fillRect/>
                      </a:stretch>
                    </p:blipFill>
                    <p:spPr>
                      <a:xfrm>
                        <a:off x="6225540" y="1710690"/>
                        <a:ext cx="1115695" cy="124460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6009958" y="3579178"/>
          <a:ext cx="2344420" cy="1911985"/>
        </p:xfrm>
        <a:graphic>
          <a:graphicData uri="http://schemas.openxmlformats.org/presentationml/2006/ole">
            <mc:AlternateContent xmlns:mc="http://schemas.openxmlformats.org/markup-compatibility/2006">
              <mc:Choice xmlns:v="urn:schemas-microsoft-com:vml" Requires="v">
                <p:oleObj spid="_x0000_s4" name="" r:id="rId10" imgW="2641600" imgH="2145665" progId="Equation.KSEE3">
                  <p:embed/>
                </p:oleObj>
              </mc:Choice>
              <mc:Fallback>
                <p:oleObj name="" r:id="rId10" imgW="2641600" imgH="2145665" progId="Equation.KSEE3">
                  <p:embed/>
                  <p:pic>
                    <p:nvPicPr>
                      <p:cNvPr id="0" name="图片 1024"/>
                      <p:cNvPicPr/>
                      <p:nvPr/>
                    </p:nvPicPr>
                    <p:blipFill>
                      <a:blip r:embed="rId11"/>
                      <a:stretch>
                        <a:fillRect/>
                      </a:stretch>
                    </p:blipFill>
                    <p:spPr>
                      <a:xfrm>
                        <a:off x="6009958" y="3579178"/>
                        <a:ext cx="2344420" cy="1911985"/>
                      </a:xfrm>
                      <a:prstGeom prst="rect">
                        <a:avLst/>
                      </a:prstGeom>
                    </p:spPr>
                  </p:pic>
                </p:oleObj>
              </mc:Fallback>
            </mc:AlternateContent>
          </a:graphicData>
        </a:graphic>
      </p:graphicFrame>
      <p:pic>
        <p:nvPicPr>
          <p:cNvPr id="17" name="图片 16"/>
          <p:cNvPicPr>
            <a:picLocks noChangeAspect="1"/>
          </p:cNvPicPr>
          <p:nvPr/>
        </p:nvPicPr>
        <p:blipFill>
          <a:blip r:embed="rId12"/>
          <a:stretch>
            <a:fillRect/>
          </a:stretch>
        </p:blipFill>
        <p:spPr>
          <a:xfrm>
            <a:off x="8405495" y="1487170"/>
            <a:ext cx="3719195" cy="2954020"/>
          </a:xfrm>
          <a:prstGeom prst="rect">
            <a:avLst/>
          </a:prstGeom>
        </p:spPr>
      </p:pic>
      <p:graphicFrame>
        <p:nvGraphicFramePr>
          <p:cNvPr id="18" name="对象 17">
            <a:hlinkClick r:id="" action="ppaction://ole?verb="/>
          </p:cNvPr>
          <p:cNvGraphicFramePr>
            <a:graphicFrameLocks noChangeAspect="1"/>
          </p:cNvGraphicFramePr>
          <p:nvPr/>
        </p:nvGraphicFramePr>
        <p:xfrm>
          <a:off x="2059305" y="4076065"/>
          <a:ext cx="3869055" cy="988060"/>
        </p:xfrm>
        <a:graphic>
          <a:graphicData uri="http://schemas.openxmlformats.org/presentationml/2006/ole">
            <mc:AlternateContent xmlns:mc="http://schemas.openxmlformats.org/markup-compatibility/2006">
              <mc:Choice xmlns:v="urn:schemas-microsoft-com:vml" Requires="v">
                <p:oleObj spid="_x0000_s19" name="" r:id="rId13" imgW="4699000" imgH="1193800" progId="Equation.KSEE3">
                  <p:embed/>
                </p:oleObj>
              </mc:Choice>
              <mc:Fallback>
                <p:oleObj name="" r:id="rId13" imgW="4699000" imgH="1193800" progId="Equation.KSEE3">
                  <p:embed/>
                  <p:pic>
                    <p:nvPicPr>
                      <p:cNvPr id="0" name="图片 1024"/>
                      <p:cNvPicPr/>
                      <p:nvPr/>
                    </p:nvPicPr>
                    <p:blipFill>
                      <a:blip r:embed="rId14">
                        <a:duotone>
                          <a:schemeClr val="accent2">
                            <a:shade val="45000"/>
                            <a:satMod val="135000"/>
                          </a:schemeClr>
                          <a:prstClr val="white"/>
                        </a:duotone>
                      </a:blip>
                      <a:stretch>
                        <a:fillRect/>
                      </a:stretch>
                    </p:blipFill>
                    <p:spPr>
                      <a:xfrm>
                        <a:off x="2059305" y="4076065"/>
                        <a:ext cx="3869055" cy="988060"/>
                      </a:xfrm>
                      <a:prstGeom prst="rect">
                        <a:avLst/>
                      </a:prstGeom>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434340" y="339090"/>
            <a:ext cx="5008880" cy="398780"/>
          </a:xfrm>
          <a:prstGeom prst="rect">
            <a:avLst/>
          </a:prstGeom>
          <a:noFill/>
        </p:spPr>
        <p:txBody>
          <a:bodyPr wrap="none" rtlCol="0">
            <a:spAutoFit/>
          </a:bodyPr>
          <a:lstStyle/>
          <a:p>
            <a:pPr algn="l"/>
            <a:r>
              <a:rPr lang="zh-CN" altLang="en-US" sz="2000" dirty="0">
                <a:sym typeface="+mn-ea"/>
              </a:rPr>
              <a:t>一、矢量分析与场论</a:t>
            </a:r>
            <a:r>
              <a:rPr lang="en-US" altLang="zh-CN" sz="2000" dirty="0">
                <a:sym typeface="+mn-ea"/>
              </a:rPr>
              <a:t>—</a:t>
            </a:r>
            <a:r>
              <a:rPr lang="zh-CN" altLang="en-US" sz="2000" dirty="0">
                <a:sym typeface="+mn-ea"/>
              </a:rPr>
              <a:t>球坐标系下相关公式</a:t>
            </a:r>
            <a:endParaRPr lang="en-US" altLang="zh-CN" sz="2000" dirty="0"/>
          </a:p>
        </p:txBody>
      </p:sp>
      <p:graphicFrame>
        <p:nvGraphicFramePr>
          <p:cNvPr id="21" name="表格 20"/>
          <p:cNvGraphicFramePr/>
          <p:nvPr>
            <p:custDataLst>
              <p:tags r:id="rId1"/>
            </p:custDataLst>
          </p:nvPr>
        </p:nvGraphicFramePr>
        <p:xfrm>
          <a:off x="136525" y="997585"/>
          <a:ext cx="11989435" cy="5423535"/>
        </p:xfrm>
        <a:graphic>
          <a:graphicData uri="http://schemas.openxmlformats.org/drawingml/2006/table">
            <a:tbl>
              <a:tblPr firstRow="1" bandRow="1">
                <a:tableStyleId>{21E4AEA4-8DFA-4A89-87EB-49C32662AFE0}</a:tableStyleId>
              </a:tblPr>
              <a:tblGrid>
                <a:gridCol w="1600200"/>
                <a:gridCol w="2122170"/>
                <a:gridCol w="2593340"/>
                <a:gridCol w="2219325"/>
                <a:gridCol w="3454400"/>
              </a:tblGrid>
              <a:tr h="673100">
                <a:tc>
                  <a:txBody>
                    <a:bodyPr/>
                    <a:p>
                      <a:pPr algn="ctr">
                        <a:buNone/>
                      </a:pPr>
                      <a:endParaRPr lang="zh-CN" altLang="en-US"/>
                    </a:p>
                  </a:txBody>
                  <a:tcPr anchor="ctr" anchorCtr="0"/>
                </a:tc>
                <a:tc>
                  <a:txBody>
                    <a:bodyPr/>
                    <a:p>
                      <a:pPr algn="ctr">
                        <a:buNone/>
                      </a:pPr>
                      <a:r>
                        <a:rPr lang="zh-CN" altLang="en-US" sz="1800"/>
                        <a:t>梯度</a:t>
                      </a:r>
                      <a:endParaRPr lang="zh-CN" altLang="en-US" sz="1800"/>
                    </a:p>
                  </a:txBody>
                  <a:tcPr anchor="ctr" anchorCtr="0"/>
                </a:tc>
                <a:tc>
                  <a:txBody>
                    <a:bodyPr/>
                    <a:p>
                      <a:pPr algn="ctr">
                        <a:buNone/>
                      </a:pPr>
                      <a:r>
                        <a:rPr lang="zh-CN" altLang="en-US" sz="1800"/>
                        <a:t>散度</a:t>
                      </a:r>
                      <a:endParaRPr lang="zh-CN" altLang="en-US" sz="1800"/>
                    </a:p>
                  </a:txBody>
                  <a:tcPr anchor="ctr" anchorCtr="0"/>
                </a:tc>
                <a:tc>
                  <a:txBody>
                    <a:bodyPr/>
                    <a:p>
                      <a:pPr algn="ctr">
                        <a:buNone/>
                      </a:pPr>
                      <a:r>
                        <a:rPr lang="zh-CN" altLang="en-US" sz="1800"/>
                        <a:t>旋度</a:t>
                      </a:r>
                      <a:endParaRPr lang="zh-CN" altLang="en-US" sz="1800"/>
                    </a:p>
                  </a:txBody>
                  <a:tcPr anchor="ctr" anchorCtr="0"/>
                </a:tc>
                <a:tc>
                  <a:txBody>
                    <a:bodyPr/>
                    <a:p>
                      <a:pPr algn="ctr">
                        <a:buNone/>
                      </a:pPr>
                      <a:r>
                        <a:rPr lang="zh-CN" altLang="en-US" sz="1800"/>
                        <a:t>调和量</a:t>
                      </a:r>
                      <a:endParaRPr lang="zh-CN" altLang="en-US" sz="1800"/>
                    </a:p>
                  </a:txBody>
                  <a:tcPr anchor="ctr" anchorCtr="0"/>
                </a:tc>
              </a:tr>
              <a:tr h="1549400">
                <a:tc>
                  <a:txBody>
                    <a:bodyPr/>
                    <a:p>
                      <a:pPr algn="ctr">
                        <a:buNone/>
                      </a:pPr>
                      <a:r>
                        <a:rPr lang="zh-CN" altLang="en-US"/>
                        <a:t>标量场</a:t>
                      </a:r>
                      <a:endParaRPr lang="zh-CN" altLang="en-US"/>
                    </a:p>
                    <a:p>
                      <a:pPr algn="ctr">
                        <a:buNone/>
                      </a:pPr>
                      <a:endParaRPr lang="zh-CN" altLang="en-US"/>
                    </a:p>
                  </a:txBody>
                  <a:tcPr anchor="ctr" anchorCtr="0"/>
                </a:tc>
                <a:tc>
                  <a:txBody>
                    <a:bodyPr/>
                    <a:p>
                      <a:pPr algn="ctr">
                        <a:buNone/>
                      </a:pPr>
                      <a:endParaRPr lang="en-US" altLang="zh-CN"/>
                    </a:p>
                  </a:txBody>
                  <a:tcPr anchor="ctr" anchorCtr="0"/>
                </a:tc>
                <a:tc>
                  <a:txBody>
                    <a:bodyPr/>
                    <a:p>
                      <a:pPr algn="ctr">
                        <a:buNone/>
                      </a:pPr>
                      <a:r>
                        <a:rPr lang="en-US" altLang="zh-CN" sz="1800"/>
                        <a:t>/</a:t>
                      </a:r>
                      <a:endParaRPr lang="en-US" altLang="zh-CN" sz="1800"/>
                    </a:p>
                  </a:txBody>
                  <a:tcPr anchor="ctr" anchorCtr="0"/>
                </a:tc>
                <a:tc>
                  <a:txBody>
                    <a:bodyPr/>
                    <a:p>
                      <a:pPr algn="ctr">
                        <a:buNone/>
                      </a:pPr>
                      <a:r>
                        <a:rPr lang="en-US" altLang="zh-CN" sz="1800"/>
                        <a:t>/</a:t>
                      </a:r>
                      <a:endParaRPr lang="en-US" altLang="zh-CN" sz="1800"/>
                    </a:p>
                  </a:txBody>
                  <a:tcPr anchor="ctr" anchorCtr="0"/>
                </a:tc>
                <a:tc>
                  <a:txBody>
                    <a:bodyPr/>
                    <a:p>
                      <a:pPr algn="ctr">
                        <a:buNone/>
                      </a:pPr>
                      <a:endParaRPr lang="zh-CN" altLang="en-US"/>
                    </a:p>
                  </a:txBody>
                  <a:tcPr anchor="ctr" anchorCtr="0"/>
                </a:tc>
              </a:tr>
              <a:tr h="3201035">
                <a:tc>
                  <a:txBody>
                    <a:bodyPr/>
                    <a:p>
                      <a:pPr algn="ctr">
                        <a:buNone/>
                      </a:pPr>
                      <a:r>
                        <a:rPr lang="zh-CN" altLang="en-US"/>
                        <a:t>矢量场</a:t>
                      </a:r>
                      <a:endParaRPr lang="zh-CN" altLang="en-US"/>
                    </a:p>
                    <a:p>
                      <a:pPr algn="ctr">
                        <a:buNone/>
                      </a:pPr>
                      <a:endParaRPr lang="zh-CN" altLang="en-US"/>
                    </a:p>
                  </a:txBody>
                  <a:tcPr anchor="ctr" anchorCtr="0"/>
                </a:tc>
                <a:tc>
                  <a:txBody>
                    <a:bodyPr/>
                    <a:p>
                      <a:pPr algn="ctr">
                        <a:buNone/>
                      </a:pPr>
                      <a:r>
                        <a:rPr lang="en-US" altLang="zh-CN" sz="1800"/>
                        <a:t>/</a:t>
                      </a:r>
                      <a:endParaRPr lang="en-US" altLang="zh-CN" sz="1800"/>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graphicFrame>
        <p:nvGraphicFramePr>
          <p:cNvPr id="28" name="对象 27">
            <a:hlinkClick r:id="" action="ppaction://ole?verb="/>
          </p:cNvPr>
          <p:cNvGraphicFramePr>
            <a:graphicFrameLocks noChangeAspect="1"/>
          </p:cNvGraphicFramePr>
          <p:nvPr/>
        </p:nvGraphicFramePr>
        <p:xfrm>
          <a:off x="3903345" y="4163695"/>
          <a:ext cx="2489835" cy="358140"/>
        </p:xfrm>
        <a:graphic>
          <a:graphicData uri="http://schemas.openxmlformats.org/presentationml/2006/ole">
            <mc:AlternateContent xmlns:mc="http://schemas.openxmlformats.org/markup-compatibility/2006">
              <mc:Choice xmlns:v="urn:schemas-microsoft-com:vml" Requires="v">
                <p:oleObj spid="_x0000_s29" name="" r:id="rId2" imgW="3098800" imgH="444500" progId="Equation.KSEE3">
                  <p:embed/>
                </p:oleObj>
              </mc:Choice>
              <mc:Fallback>
                <p:oleObj name="" r:id="rId2" imgW="3098800" imgH="444500" progId="Equation.KSEE3">
                  <p:embed/>
                  <p:pic>
                    <p:nvPicPr>
                      <p:cNvPr id="0" name="图片 1024"/>
                      <p:cNvPicPr/>
                      <p:nvPr/>
                    </p:nvPicPr>
                    <p:blipFill>
                      <a:blip r:embed="rId3"/>
                      <a:stretch>
                        <a:fillRect/>
                      </a:stretch>
                    </p:blipFill>
                    <p:spPr>
                      <a:xfrm>
                        <a:off x="3903345" y="4163695"/>
                        <a:ext cx="2489835" cy="358140"/>
                      </a:xfrm>
                      <a:prstGeom prst="rect">
                        <a:avLst/>
                      </a:prstGeom>
                    </p:spPr>
                  </p:pic>
                </p:oleObj>
              </mc:Fallback>
            </mc:AlternateContent>
          </a:graphicData>
        </a:graphic>
      </p:graphicFrame>
      <p:graphicFrame>
        <p:nvGraphicFramePr>
          <p:cNvPr id="30" name="对象 29">
            <a:hlinkClick r:id="" action="ppaction://ole?verb="/>
          </p:cNvPr>
          <p:cNvGraphicFramePr>
            <a:graphicFrameLocks noChangeAspect="1"/>
          </p:cNvGraphicFramePr>
          <p:nvPr/>
        </p:nvGraphicFramePr>
        <p:xfrm>
          <a:off x="6560185" y="3333750"/>
          <a:ext cx="2052955" cy="2004695"/>
        </p:xfrm>
        <a:graphic>
          <a:graphicData uri="http://schemas.openxmlformats.org/presentationml/2006/ole">
            <mc:AlternateContent xmlns:mc="http://schemas.openxmlformats.org/markup-compatibility/2006">
              <mc:Choice xmlns:v="urn:schemas-microsoft-com:vml" Requires="v">
                <p:oleObj spid="_x0000_s31" name="" r:id="rId4" imgW="2349500" imgH="2286000" progId="Equation.KSEE3">
                  <p:embed/>
                </p:oleObj>
              </mc:Choice>
              <mc:Fallback>
                <p:oleObj name="" r:id="rId4" imgW="2349500" imgH="2286000" progId="Equation.KSEE3">
                  <p:embed/>
                  <p:pic>
                    <p:nvPicPr>
                      <p:cNvPr id="0" name="图片 1024"/>
                      <p:cNvPicPr/>
                      <p:nvPr/>
                    </p:nvPicPr>
                    <p:blipFill>
                      <a:blip r:embed="rId5"/>
                      <a:stretch>
                        <a:fillRect/>
                      </a:stretch>
                    </p:blipFill>
                    <p:spPr>
                      <a:xfrm>
                        <a:off x="6560185" y="3333750"/>
                        <a:ext cx="2052955" cy="2004695"/>
                      </a:xfrm>
                      <a:prstGeom prst="rect">
                        <a:avLst/>
                      </a:prstGeom>
                    </p:spPr>
                  </p:pic>
                </p:oleObj>
              </mc:Fallback>
            </mc:AlternateContent>
          </a:graphicData>
        </a:graphic>
      </p:graphicFrame>
      <p:graphicFrame>
        <p:nvGraphicFramePr>
          <p:cNvPr id="34" name="对象 33">
            <a:hlinkClick r:id="" action="ppaction://ole?verb="/>
          </p:cNvPr>
          <p:cNvGraphicFramePr>
            <a:graphicFrameLocks noChangeAspect="1"/>
          </p:cNvGraphicFramePr>
          <p:nvPr/>
        </p:nvGraphicFramePr>
        <p:xfrm>
          <a:off x="8860790" y="3566160"/>
          <a:ext cx="3058160" cy="1539875"/>
        </p:xfrm>
        <a:graphic>
          <a:graphicData uri="http://schemas.openxmlformats.org/presentationml/2006/ole">
            <mc:AlternateContent xmlns:mc="http://schemas.openxmlformats.org/markup-compatibility/2006">
              <mc:Choice xmlns:v="urn:schemas-microsoft-com:vml" Requires="v">
                <p:oleObj spid="_x0000_s35" name="" r:id="rId6" imgW="3390900" imgH="1701800" progId="Equation.KSEE3">
                  <p:embed/>
                </p:oleObj>
              </mc:Choice>
              <mc:Fallback>
                <p:oleObj name="" r:id="rId6" imgW="3390900" imgH="1701800" progId="Equation.KSEE3">
                  <p:embed/>
                  <p:pic>
                    <p:nvPicPr>
                      <p:cNvPr id="0" name="图片 1024"/>
                      <p:cNvPicPr/>
                      <p:nvPr/>
                    </p:nvPicPr>
                    <p:blipFill>
                      <a:blip r:embed="rId7"/>
                      <a:stretch>
                        <a:fillRect/>
                      </a:stretch>
                    </p:blipFill>
                    <p:spPr>
                      <a:xfrm>
                        <a:off x="8860790" y="3566160"/>
                        <a:ext cx="3058160" cy="1539875"/>
                      </a:xfrm>
                      <a:prstGeom prst="rect">
                        <a:avLst/>
                      </a:prstGeom>
                    </p:spPr>
                  </p:pic>
                </p:oleObj>
              </mc:Fallback>
            </mc:AlternateContent>
          </a:graphicData>
        </a:graphic>
      </p:graphicFrame>
      <p:graphicFrame>
        <p:nvGraphicFramePr>
          <p:cNvPr id="36" name="对象 35">
            <a:hlinkClick r:id="" action="ppaction://ole?verb="/>
          </p:cNvPr>
          <p:cNvGraphicFramePr>
            <a:graphicFrameLocks noChangeAspect="1"/>
          </p:cNvGraphicFramePr>
          <p:nvPr/>
        </p:nvGraphicFramePr>
        <p:xfrm>
          <a:off x="6696710" y="136525"/>
          <a:ext cx="4368800" cy="803275"/>
        </p:xfrm>
        <a:graphic>
          <a:graphicData uri="http://schemas.openxmlformats.org/presentationml/2006/ole">
            <mc:AlternateContent xmlns:mc="http://schemas.openxmlformats.org/markup-compatibility/2006">
              <mc:Choice xmlns:v="urn:schemas-microsoft-com:vml" Requires="v">
                <p:oleObj spid="_x0000_s37" name="" r:id="rId8" imgW="4991100" imgH="914400" progId="Equation.KSEE3">
                  <p:embed/>
                </p:oleObj>
              </mc:Choice>
              <mc:Fallback>
                <p:oleObj name="" r:id="rId8" imgW="4991100" imgH="914400" progId="Equation.KSEE3">
                  <p:embed/>
                  <p:pic>
                    <p:nvPicPr>
                      <p:cNvPr id="0" name="图片 1024"/>
                      <p:cNvPicPr/>
                      <p:nvPr/>
                    </p:nvPicPr>
                    <p:blipFill>
                      <a:blip r:embed="rId9"/>
                      <a:stretch>
                        <a:fillRect/>
                      </a:stretch>
                    </p:blipFill>
                    <p:spPr>
                      <a:xfrm>
                        <a:off x="6696710" y="136525"/>
                        <a:ext cx="4368800" cy="803275"/>
                      </a:xfrm>
                      <a:prstGeom prst="rect">
                        <a:avLst/>
                      </a:prstGeom>
                    </p:spPr>
                  </p:pic>
                </p:oleObj>
              </mc:Fallback>
            </mc:AlternateContent>
          </a:graphicData>
        </a:graphic>
      </p:graphicFrame>
      <p:graphicFrame>
        <p:nvGraphicFramePr>
          <p:cNvPr id="40" name="对象 39">
            <a:hlinkClick r:id="" action="ppaction://ole?verb="/>
          </p:cNvPr>
          <p:cNvGraphicFramePr>
            <a:graphicFrameLocks noChangeAspect="1"/>
          </p:cNvGraphicFramePr>
          <p:nvPr/>
        </p:nvGraphicFramePr>
        <p:xfrm>
          <a:off x="2563813" y="6443028"/>
          <a:ext cx="5318760" cy="240030"/>
        </p:xfrm>
        <a:graphic>
          <a:graphicData uri="http://schemas.openxmlformats.org/presentationml/2006/ole">
            <mc:AlternateContent xmlns:mc="http://schemas.openxmlformats.org/markup-compatibility/2006">
              <mc:Choice xmlns:v="urn:schemas-microsoft-com:vml" Requires="v">
                <p:oleObj spid="_x0000_s41" name="" r:id="rId10" imgW="4800600" imgH="215900" progId="Equation.KSEE3">
                  <p:embed/>
                </p:oleObj>
              </mc:Choice>
              <mc:Fallback>
                <p:oleObj name="" r:id="rId10" imgW="4800600" imgH="215900" progId="Equation.KSEE3">
                  <p:embed/>
                  <p:pic>
                    <p:nvPicPr>
                      <p:cNvPr id="0" name="图片 1024"/>
                      <p:cNvPicPr/>
                      <p:nvPr/>
                    </p:nvPicPr>
                    <p:blipFill>
                      <a:blip r:embed="rId11"/>
                      <a:stretch>
                        <a:fillRect/>
                      </a:stretch>
                    </p:blipFill>
                    <p:spPr>
                      <a:xfrm>
                        <a:off x="2563813" y="6443028"/>
                        <a:ext cx="5318760" cy="240030"/>
                      </a:xfrm>
                      <a:prstGeom prst="rect">
                        <a:avLst/>
                      </a:prstGeom>
                    </p:spPr>
                  </p:pic>
                </p:oleObj>
              </mc:Fallback>
            </mc:AlternateContent>
          </a:graphicData>
        </a:graphic>
      </p:graphicFrame>
      <p:graphicFrame>
        <p:nvGraphicFramePr>
          <p:cNvPr id="42" name="对象 41">
            <a:hlinkClick r:id="" action="ppaction://ole?verb="/>
          </p:cNvPr>
          <p:cNvGraphicFramePr>
            <a:graphicFrameLocks noChangeAspect="1"/>
          </p:cNvGraphicFramePr>
          <p:nvPr/>
        </p:nvGraphicFramePr>
        <p:xfrm>
          <a:off x="9286875" y="5476875"/>
          <a:ext cx="2205990" cy="474345"/>
        </p:xfrm>
        <a:graphic>
          <a:graphicData uri="http://schemas.openxmlformats.org/presentationml/2006/ole">
            <mc:AlternateContent xmlns:mc="http://schemas.openxmlformats.org/markup-compatibility/2006">
              <mc:Choice xmlns:v="urn:schemas-microsoft-com:vml" Requires="v">
                <p:oleObj spid="_x0000_s43" name="" r:id="rId12" imgW="2374265" imgH="508000" progId="Equation.KSEE3">
                  <p:embed/>
                </p:oleObj>
              </mc:Choice>
              <mc:Fallback>
                <p:oleObj name="" r:id="rId12" imgW="2374265" imgH="508000" progId="Equation.KSEE3">
                  <p:embed/>
                  <p:pic>
                    <p:nvPicPr>
                      <p:cNvPr id="0" name="图片 1024"/>
                      <p:cNvPicPr/>
                      <p:nvPr/>
                    </p:nvPicPr>
                    <p:blipFill>
                      <a:blip r:embed="rId13">
                        <a:duotone>
                          <a:schemeClr val="accent2">
                            <a:shade val="45000"/>
                            <a:satMod val="135000"/>
                          </a:schemeClr>
                          <a:prstClr val="white"/>
                        </a:duotone>
                      </a:blip>
                      <a:stretch>
                        <a:fillRect/>
                      </a:stretch>
                    </p:blipFill>
                    <p:spPr>
                      <a:xfrm>
                        <a:off x="9286875" y="5476875"/>
                        <a:ext cx="2205990" cy="474345"/>
                      </a:xfrm>
                      <a:prstGeom prst="rect">
                        <a:avLst/>
                      </a:prstGeom>
                    </p:spPr>
                  </p:pic>
                </p:oleObj>
              </mc:Fallback>
            </mc:AlternateContent>
          </a:graphicData>
        </a:graphic>
      </p:graphicFrame>
      <p:graphicFrame>
        <p:nvGraphicFramePr>
          <p:cNvPr id="44" name="对象 43">
            <a:hlinkClick r:id="" action="ppaction://ole?verb="/>
          </p:cNvPr>
          <p:cNvGraphicFramePr>
            <a:graphicFrameLocks noChangeAspect="1"/>
          </p:cNvGraphicFramePr>
          <p:nvPr/>
        </p:nvGraphicFramePr>
        <p:xfrm>
          <a:off x="6735445" y="5476875"/>
          <a:ext cx="1578610" cy="885825"/>
        </p:xfrm>
        <a:graphic>
          <a:graphicData uri="http://schemas.openxmlformats.org/presentationml/2006/ole">
            <mc:AlternateContent xmlns:mc="http://schemas.openxmlformats.org/markup-compatibility/2006">
              <mc:Choice xmlns:v="urn:schemas-microsoft-com:vml" Requires="v">
                <p:oleObj spid="_x0000_s45" name="" r:id="rId14" imgW="1955800" imgH="1091565" progId="Equation.KSEE3">
                  <p:embed/>
                </p:oleObj>
              </mc:Choice>
              <mc:Fallback>
                <p:oleObj name="" r:id="rId14" imgW="1955800" imgH="1091565" progId="Equation.KSEE3">
                  <p:embed/>
                  <p:pic>
                    <p:nvPicPr>
                      <p:cNvPr id="0" name="图片 1024"/>
                      <p:cNvPicPr/>
                      <p:nvPr/>
                    </p:nvPicPr>
                    <p:blipFill>
                      <a:blip r:embed="rId15">
                        <a:duotone>
                          <a:schemeClr val="accent2">
                            <a:shade val="45000"/>
                            <a:satMod val="135000"/>
                          </a:schemeClr>
                          <a:prstClr val="white"/>
                        </a:duotone>
                      </a:blip>
                      <a:stretch>
                        <a:fillRect/>
                      </a:stretch>
                    </p:blipFill>
                    <p:spPr>
                      <a:xfrm>
                        <a:off x="6735445" y="5476875"/>
                        <a:ext cx="1578610" cy="885825"/>
                      </a:xfrm>
                      <a:prstGeom prst="rect">
                        <a:avLst/>
                      </a:prstGeom>
                    </p:spPr>
                  </p:pic>
                </p:oleObj>
              </mc:Fallback>
            </mc:AlternateContent>
          </a:graphicData>
        </a:graphic>
      </p:graphicFrame>
      <p:graphicFrame>
        <p:nvGraphicFramePr>
          <p:cNvPr id="46" name="对象 45">
            <a:hlinkClick r:id="" action="ppaction://ole?verb="/>
          </p:cNvPr>
          <p:cNvGraphicFramePr>
            <a:graphicFrameLocks noChangeAspect="1"/>
          </p:cNvGraphicFramePr>
          <p:nvPr/>
        </p:nvGraphicFramePr>
        <p:xfrm>
          <a:off x="4233863" y="5190490"/>
          <a:ext cx="1728470" cy="591820"/>
        </p:xfrm>
        <a:graphic>
          <a:graphicData uri="http://schemas.openxmlformats.org/presentationml/2006/ole">
            <mc:AlternateContent xmlns:mc="http://schemas.openxmlformats.org/markup-compatibility/2006">
              <mc:Choice xmlns:v="urn:schemas-microsoft-com:vml" Requires="v">
                <p:oleObj spid="_x0000_s47" name="" r:id="rId16" imgW="2019300" imgH="685800" progId="Equation.KSEE3">
                  <p:embed/>
                </p:oleObj>
              </mc:Choice>
              <mc:Fallback>
                <p:oleObj name="" r:id="rId16" imgW="2019300" imgH="685800" progId="Equation.KSEE3">
                  <p:embed/>
                  <p:pic>
                    <p:nvPicPr>
                      <p:cNvPr id="0" name="图片 1024"/>
                      <p:cNvPicPr/>
                      <p:nvPr/>
                    </p:nvPicPr>
                    <p:blipFill>
                      <a:blip r:embed="rId17">
                        <a:duotone>
                          <a:schemeClr val="accent2">
                            <a:shade val="45000"/>
                            <a:satMod val="135000"/>
                          </a:schemeClr>
                          <a:prstClr val="white"/>
                        </a:duotone>
                      </a:blip>
                      <a:stretch>
                        <a:fillRect/>
                      </a:stretch>
                    </p:blipFill>
                    <p:spPr>
                      <a:xfrm>
                        <a:off x="4233863" y="5190490"/>
                        <a:ext cx="1728470" cy="591820"/>
                      </a:xfrm>
                      <a:prstGeom prst="rect">
                        <a:avLst/>
                      </a:prstGeom>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1764030" y="2405380"/>
          <a:ext cx="2074545" cy="388620"/>
        </p:xfrm>
        <a:graphic>
          <a:graphicData uri="http://schemas.openxmlformats.org/presentationml/2006/ole">
            <mc:AlternateContent xmlns:mc="http://schemas.openxmlformats.org/markup-compatibility/2006">
              <mc:Choice xmlns:v="urn:schemas-microsoft-com:vml" Requires="v">
                <p:oleObj spid="_x0000_s3" name="" r:id="rId18" imgW="2247900" imgH="419100" progId="Equation.KSEE3">
                  <p:embed/>
                </p:oleObj>
              </mc:Choice>
              <mc:Fallback>
                <p:oleObj name="" r:id="rId18" imgW="2247900" imgH="419100" progId="Equation.KSEE3">
                  <p:embed/>
                  <p:pic>
                    <p:nvPicPr>
                      <p:cNvPr id="0" name="图片 1024"/>
                      <p:cNvPicPr/>
                      <p:nvPr/>
                    </p:nvPicPr>
                    <p:blipFill>
                      <a:blip r:embed="rId19"/>
                      <a:stretch>
                        <a:fillRect/>
                      </a:stretch>
                    </p:blipFill>
                    <p:spPr>
                      <a:xfrm>
                        <a:off x="1764030" y="2405380"/>
                        <a:ext cx="2074545" cy="38862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518160" y="2510155"/>
          <a:ext cx="1019810" cy="250825"/>
        </p:xfrm>
        <a:graphic>
          <a:graphicData uri="http://schemas.openxmlformats.org/presentationml/2006/ole">
            <mc:AlternateContent xmlns:mc="http://schemas.openxmlformats.org/markup-compatibility/2006">
              <mc:Choice xmlns:v="urn:schemas-microsoft-com:vml" Requires="v">
                <p:oleObj spid="_x0000_s1025" name="" r:id="rId20" imgW="825500" imgH="203200" progId="Equation.KSEE3">
                  <p:embed/>
                </p:oleObj>
              </mc:Choice>
              <mc:Fallback>
                <p:oleObj name="" r:id="rId20" imgW="825500" imgH="203200" progId="Equation.KSEE3">
                  <p:embed/>
                  <p:pic>
                    <p:nvPicPr>
                      <p:cNvPr id="0" name="图片 1024"/>
                      <p:cNvPicPr/>
                      <p:nvPr/>
                    </p:nvPicPr>
                    <p:blipFill>
                      <a:blip r:embed="rId21"/>
                      <a:stretch>
                        <a:fillRect/>
                      </a:stretch>
                    </p:blipFill>
                    <p:spPr>
                      <a:xfrm>
                        <a:off x="518160" y="2510155"/>
                        <a:ext cx="1019810" cy="25082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186691" y="4906010"/>
          <a:ext cx="1524000" cy="283210"/>
        </p:xfrm>
        <a:graphic>
          <a:graphicData uri="http://schemas.openxmlformats.org/presentationml/2006/ole">
            <mc:AlternateContent xmlns:mc="http://schemas.openxmlformats.org/markup-compatibility/2006">
              <mc:Choice xmlns:v="urn:schemas-microsoft-com:vml" Requires="v">
                <p:oleObj spid="_x0000_s9" name="" r:id="rId22" imgW="1447800" imgH="266700" progId="Equation.KSEE3">
                  <p:embed/>
                </p:oleObj>
              </mc:Choice>
              <mc:Fallback>
                <p:oleObj name="" r:id="rId22" imgW="1447800" imgH="266700" progId="Equation.KSEE3">
                  <p:embed/>
                  <p:pic>
                    <p:nvPicPr>
                      <p:cNvPr id="0" name="图片 1024"/>
                      <p:cNvPicPr/>
                      <p:nvPr/>
                    </p:nvPicPr>
                    <p:blipFill>
                      <a:blip r:embed="rId23"/>
                      <a:stretch>
                        <a:fillRect/>
                      </a:stretch>
                    </p:blipFill>
                    <p:spPr>
                      <a:xfrm>
                        <a:off x="186691" y="4906010"/>
                        <a:ext cx="1524000" cy="283210"/>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8843328" y="2287905"/>
          <a:ext cx="3093085" cy="641350"/>
        </p:xfrm>
        <a:graphic>
          <a:graphicData uri="http://schemas.openxmlformats.org/presentationml/2006/ole">
            <mc:AlternateContent xmlns:mc="http://schemas.openxmlformats.org/markup-compatibility/2006">
              <mc:Choice xmlns:v="urn:schemas-microsoft-com:vml" Requires="v">
                <p:oleObj spid="_x0000_s5" name="" r:id="rId24" imgW="3327400" imgH="685800" progId="Equation.KSEE3">
                  <p:embed/>
                </p:oleObj>
              </mc:Choice>
              <mc:Fallback>
                <p:oleObj name="" r:id="rId24" imgW="3327400" imgH="685800" progId="Equation.KSEE3">
                  <p:embed/>
                  <p:pic>
                    <p:nvPicPr>
                      <p:cNvPr id="0" name="图片 1024"/>
                      <p:cNvPicPr/>
                      <p:nvPr/>
                    </p:nvPicPr>
                    <p:blipFill>
                      <a:blip r:embed="rId25"/>
                      <a:stretch>
                        <a:fillRect/>
                      </a:stretch>
                    </p:blipFill>
                    <p:spPr>
                      <a:xfrm>
                        <a:off x="8843328" y="2287905"/>
                        <a:ext cx="3093085" cy="641350"/>
                      </a:xfrm>
                      <a:prstGeom prst="rect">
                        <a:avLst/>
                      </a:prstGeom>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95300" y="541867"/>
            <a:ext cx="4031873" cy="400110"/>
          </a:xfrm>
          <a:prstGeom prst="rect">
            <a:avLst/>
          </a:prstGeom>
          <a:noFill/>
        </p:spPr>
        <p:txBody>
          <a:bodyPr wrap="none" rtlCol="0">
            <a:spAutoFit/>
          </a:bodyPr>
          <a:lstStyle/>
          <a:p>
            <a:r>
              <a:rPr lang="zh-CN" altLang="en-US" sz="2000" dirty="0"/>
              <a:t>一、矢量分析与场论</a:t>
            </a:r>
            <a:r>
              <a:rPr lang="en-US" altLang="zh-CN" sz="2000" dirty="0"/>
              <a:t>—</a:t>
            </a:r>
            <a:r>
              <a:rPr lang="zh-CN" altLang="en-US" sz="2000" dirty="0"/>
              <a:t>矢量恒等式</a:t>
            </a:r>
            <a:endParaRPr lang="zh-CN" altLang="en-US" sz="2000" dirty="0"/>
          </a:p>
        </p:txBody>
      </p:sp>
      <p:graphicFrame>
        <p:nvGraphicFramePr>
          <p:cNvPr id="2" name="对象 1">
            <a:hlinkClick r:id="" action="ppaction://ole?verb="/>
          </p:cNvPr>
          <p:cNvGraphicFramePr>
            <a:graphicFrameLocks noChangeAspect="1"/>
          </p:cNvGraphicFramePr>
          <p:nvPr/>
        </p:nvGraphicFramePr>
        <p:xfrm>
          <a:off x="981710" y="1172528"/>
          <a:ext cx="3726815" cy="4692015"/>
        </p:xfrm>
        <a:graphic>
          <a:graphicData uri="http://schemas.openxmlformats.org/presentationml/2006/ole">
            <mc:AlternateContent xmlns:mc="http://schemas.openxmlformats.org/markup-compatibility/2006">
              <mc:Choice xmlns:v="urn:schemas-microsoft-com:vml" Requires="v">
                <p:oleObj spid="_x0000_s3" name="" r:id="rId1" imgW="3288665" imgH="4114800" progId="Equation.KSEE3">
                  <p:embed/>
                </p:oleObj>
              </mc:Choice>
              <mc:Fallback>
                <p:oleObj name="" r:id="rId1" imgW="3288665" imgH="4114800" progId="Equation.KSEE3">
                  <p:embed/>
                  <p:pic>
                    <p:nvPicPr>
                      <p:cNvPr id="0" name="图片 1024"/>
                      <p:cNvPicPr/>
                      <p:nvPr/>
                    </p:nvPicPr>
                    <p:blipFill>
                      <a:blip r:embed="rId2">
                        <a:duotone>
                          <a:schemeClr val="accent1">
                            <a:shade val="45000"/>
                            <a:satMod val="135000"/>
                          </a:schemeClr>
                          <a:prstClr val="white"/>
                        </a:duotone>
                      </a:blip>
                      <a:stretch>
                        <a:fillRect/>
                      </a:stretch>
                    </p:blipFill>
                    <p:spPr>
                      <a:xfrm>
                        <a:off x="981710" y="1172528"/>
                        <a:ext cx="3726815" cy="469201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5659756" y="979805"/>
          <a:ext cx="5300980" cy="3258820"/>
        </p:xfrm>
        <a:graphic>
          <a:graphicData uri="http://schemas.openxmlformats.org/presentationml/2006/ole">
            <mc:AlternateContent xmlns:mc="http://schemas.openxmlformats.org/markup-compatibility/2006">
              <mc:Choice xmlns:v="urn:schemas-microsoft-com:vml" Requires="v">
                <p:oleObj spid="_x0000_s6" name="" r:id="rId3" imgW="4724400" imgH="2882900" progId="Equation.KSEE3">
                  <p:embed/>
                </p:oleObj>
              </mc:Choice>
              <mc:Fallback>
                <p:oleObj name="" r:id="rId3" imgW="4724400" imgH="2882900" progId="Equation.KSEE3">
                  <p:embed/>
                  <p:pic>
                    <p:nvPicPr>
                      <p:cNvPr id="0" name="图片 1024"/>
                      <p:cNvPicPr/>
                      <p:nvPr/>
                    </p:nvPicPr>
                    <p:blipFill>
                      <a:blip r:embed="rId4">
                        <a:duotone>
                          <a:schemeClr val="accent2">
                            <a:shade val="45000"/>
                            <a:satMod val="135000"/>
                          </a:schemeClr>
                          <a:prstClr val="white"/>
                        </a:duotone>
                      </a:blip>
                      <a:stretch>
                        <a:fillRect/>
                      </a:stretch>
                    </p:blipFill>
                    <p:spPr>
                      <a:xfrm>
                        <a:off x="5659756" y="979805"/>
                        <a:ext cx="5300980" cy="325882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5659755" y="4269105"/>
          <a:ext cx="4338320" cy="2247265"/>
        </p:xfrm>
        <a:graphic>
          <a:graphicData uri="http://schemas.openxmlformats.org/presentationml/2006/ole">
            <mc:AlternateContent xmlns:mc="http://schemas.openxmlformats.org/markup-compatibility/2006">
              <mc:Choice xmlns:v="urn:schemas-microsoft-com:vml" Requires="v">
                <p:oleObj spid="_x0000_s8" name="" r:id="rId5" imgW="4203065" imgH="2159000" progId="Equation.KSEE3">
                  <p:embed/>
                </p:oleObj>
              </mc:Choice>
              <mc:Fallback>
                <p:oleObj name="" r:id="rId5" imgW="4203065" imgH="2159000" progId="Equation.KSEE3">
                  <p:embed/>
                  <p:pic>
                    <p:nvPicPr>
                      <p:cNvPr id="0" name="图片 1024"/>
                      <p:cNvPicPr/>
                      <p:nvPr/>
                    </p:nvPicPr>
                    <p:blipFill>
                      <a:blip r:embed="rId6">
                        <a:duotone>
                          <a:schemeClr val="accent4">
                            <a:shade val="45000"/>
                            <a:satMod val="135000"/>
                          </a:schemeClr>
                          <a:prstClr val="white"/>
                        </a:duotone>
                      </a:blip>
                      <a:stretch>
                        <a:fillRect/>
                      </a:stretch>
                    </p:blipFill>
                    <p:spPr>
                      <a:xfrm>
                        <a:off x="5659755" y="4269105"/>
                        <a:ext cx="4338320" cy="2247265"/>
                      </a:xfrm>
                      <a:prstGeom prst="rect">
                        <a:avLst/>
                      </a:prstGeom>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1275715" y="1362075"/>
            <a:ext cx="9144000" cy="10267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dirty="0">
                <a:sym typeface="+mn-ea"/>
              </a:rPr>
              <a:t>二、静电场</a:t>
            </a:r>
            <a:endParaRPr lang="zh-CN"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1"/>
          <a:stretch>
            <a:fillRect/>
          </a:stretch>
        </p:blipFill>
        <p:spPr>
          <a:xfrm>
            <a:off x="5428615" y="2729865"/>
            <a:ext cx="1682750" cy="3341370"/>
          </a:xfrm>
          <a:prstGeom prst="rect">
            <a:avLst/>
          </a:prstGeom>
        </p:spPr>
      </p:pic>
      <p:pic>
        <p:nvPicPr>
          <p:cNvPr id="5" name="图片 4"/>
          <p:cNvPicPr>
            <a:picLocks noChangeAspect="1"/>
          </p:cNvPicPr>
          <p:nvPr/>
        </p:nvPicPr>
        <p:blipFill>
          <a:blip r:embed="rId2"/>
          <a:stretch>
            <a:fillRect/>
          </a:stretch>
        </p:blipFill>
        <p:spPr>
          <a:xfrm>
            <a:off x="8669020" y="240030"/>
            <a:ext cx="2816225" cy="2268220"/>
          </a:xfrm>
          <a:prstGeom prst="rect">
            <a:avLst/>
          </a:prstGeom>
        </p:spPr>
      </p:pic>
      <p:pic>
        <p:nvPicPr>
          <p:cNvPr id="62" name="图片 61"/>
          <p:cNvPicPr>
            <a:picLocks noChangeAspect="1"/>
          </p:cNvPicPr>
          <p:nvPr/>
        </p:nvPicPr>
        <p:blipFill>
          <a:blip r:embed="rId3"/>
          <a:stretch>
            <a:fillRect/>
          </a:stretch>
        </p:blipFill>
        <p:spPr>
          <a:xfrm flipH="1" flipV="1">
            <a:off x="2230120" y="2680335"/>
            <a:ext cx="1620520" cy="3366770"/>
          </a:xfrm>
          <a:prstGeom prst="rect">
            <a:avLst/>
          </a:prstGeom>
        </p:spPr>
      </p:pic>
      <p:sp>
        <p:nvSpPr>
          <p:cNvPr id="4" name="文本框 3"/>
          <p:cNvSpPr txBox="1"/>
          <p:nvPr/>
        </p:nvSpPr>
        <p:spPr>
          <a:xfrm>
            <a:off x="478367" y="386526"/>
            <a:ext cx="3484880" cy="398780"/>
          </a:xfrm>
          <a:prstGeom prst="rect">
            <a:avLst/>
          </a:prstGeom>
          <a:noFill/>
        </p:spPr>
        <p:txBody>
          <a:bodyPr wrap="none" rtlCol="0">
            <a:spAutoFit/>
          </a:bodyPr>
          <a:lstStyle/>
          <a:p>
            <a:r>
              <a:rPr lang="zh-CN" altLang="en-US" sz="2000" dirty="0"/>
              <a:t>二、静电场</a:t>
            </a:r>
            <a:r>
              <a:rPr lang="en-US" altLang="zh-CN" sz="2000" dirty="0"/>
              <a:t>—</a:t>
            </a:r>
            <a:r>
              <a:rPr lang="zh-CN" altLang="en-US" sz="2000" dirty="0"/>
              <a:t>真空中的静电</a:t>
            </a:r>
            <a:r>
              <a:rPr lang="zh-CN" altLang="en-US" sz="2000" dirty="0"/>
              <a:t>场</a:t>
            </a:r>
            <a:endParaRPr lang="zh-CN" altLang="en-US" sz="2000" dirty="0"/>
          </a:p>
        </p:txBody>
      </p:sp>
      <p:graphicFrame>
        <p:nvGraphicFramePr>
          <p:cNvPr id="25" name="对象 24">
            <a:hlinkClick r:id="" action="ppaction://ole?verb="/>
          </p:cNvPr>
          <p:cNvGraphicFramePr>
            <a:graphicFrameLocks noChangeAspect="1"/>
          </p:cNvGraphicFramePr>
          <p:nvPr/>
        </p:nvGraphicFramePr>
        <p:xfrm>
          <a:off x="1028700" y="1172210"/>
          <a:ext cx="7480300" cy="927100"/>
        </p:xfrm>
        <a:graphic>
          <a:graphicData uri="http://schemas.openxmlformats.org/presentationml/2006/ole">
            <mc:AlternateContent xmlns:mc="http://schemas.openxmlformats.org/markup-compatibility/2006">
              <mc:Choice xmlns:v="urn:schemas-microsoft-com:vml" Requires="v">
                <p:oleObj spid="_x0000_s1025" name="" r:id="rId4" imgW="7480300" imgH="927100" progId="Equation.KSEE3">
                  <p:embed/>
                </p:oleObj>
              </mc:Choice>
              <mc:Fallback>
                <p:oleObj name="" r:id="rId4" imgW="7480300" imgH="927100" progId="Equation.KSEE3">
                  <p:embed/>
                  <p:pic>
                    <p:nvPicPr>
                      <p:cNvPr id="0" name="图片 1024"/>
                      <p:cNvPicPr/>
                      <p:nvPr/>
                    </p:nvPicPr>
                    <p:blipFill>
                      <a:blip r:embed="rId5"/>
                      <a:stretch>
                        <a:fillRect/>
                      </a:stretch>
                    </p:blipFill>
                    <p:spPr>
                      <a:xfrm>
                        <a:off x="1028700" y="1172210"/>
                        <a:ext cx="7480300" cy="927100"/>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4099243" y="5866130"/>
          <a:ext cx="1102995" cy="323850"/>
        </p:xfrm>
        <a:graphic>
          <a:graphicData uri="http://schemas.openxmlformats.org/presentationml/2006/ole">
            <mc:AlternateContent xmlns:mc="http://schemas.openxmlformats.org/markup-compatibility/2006">
              <mc:Choice xmlns:v="urn:schemas-microsoft-com:vml" Requires="v">
                <p:oleObj spid="_x0000_s2" name="" r:id="rId6" imgW="736600" imgH="215900" progId="Equation.KSEE3">
                  <p:embed/>
                </p:oleObj>
              </mc:Choice>
              <mc:Fallback>
                <p:oleObj name="" r:id="rId6" imgW="736600" imgH="215900" progId="Equation.KSEE3">
                  <p:embed/>
                  <p:pic>
                    <p:nvPicPr>
                      <p:cNvPr id="0" name="图片 1024"/>
                      <p:cNvPicPr/>
                      <p:nvPr/>
                    </p:nvPicPr>
                    <p:blipFill>
                      <a:blip r:embed="rId7"/>
                      <a:stretch>
                        <a:fillRect/>
                      </a:stretch>
                    </p:blipFill>
                    <p:spPr>
                      <a:xfrm>
                        <a:off x="4099243" y="5866130"/>
                        <a:ext cx="1102995" cy="323850"/>
                      </a:xfrm>
                      <a:prstGeom prst="rect">
                        <a:avLst/>
                      </a:prstGeom>
                    </p:spPr>
                  </p:pic>
                </p:oleObj>
              </mc:Fallback>
            </mc:AlternateContent>
          </a:graphicData>
        </a:graphic>
      </p:graphicFrame>
      <p:graphicFrame>
        <p:nvGraphicFramePr>
          <p:cNvPr id="27" name="对象 26">
            <a:hlinkClick r:id="" action="ppaction://ole?verb="/>
          </p:cNvPr>
          <p:cNvGraphicFramePr>
            <a:graphicFrameLocks noChangeAspect="1"/>
          </p:cNvGraphicFramePr>
          <p:nvPr/>
        </p:nvGraphicFramePr>
        <p:xfrm>
          <a:off x="4071938" y="4174173"/>
          <a:ext cx="1155700" cy="359410"/>
        </p:xfrm>
        <a:graphic>
          <a:graphicData uri="http://schemas.openxmlformats.org/presentationml/2006/ole">
            <mc:AlternateContent xmlns:mc="http://schemas.openxmlformats.org/markup-compatibility/2006">
              <mc:Choice xmlns:v="urn:schemas-microsoft-com:vml" Requires="v">
                <p:oleObj spid="_x0000_s28" name="" r:id="rId8" imgW="736600" imgH="228600" progId="Equation.KSEE3">
                  <p:embed/>
                </p:oleObj>
              </mc:Choice>
              <mc:Fallback>
                <p:oleObj name="" r:id="rId8" imgW="736600" imgH="228600" progId="Equation.KSEE3">
                  <p:embed/>
                  <p:pic>
                    <p:nvPicPr>
                      <p:cNvPr id="0" name="图片 1024"/>
                      <p:cNvPicPr/>
                      <p:nvPr/>
                    </p:nvPicPr>
                    <p:blipFill>
                      <a:blip r:embed="rId9"/>
                      <a:stretch>
                        <a:fillRect/>
                      </a:stretch>
                    </p:blipFill>
                    <p:spPr>
                      <a:xfrm>
                        <a:off x="4071938" y="4174173"/>
                        <a:ext cx="1155700" cy="359410"/>
                      </a:xfrm>
                      <a:prstGeom prst="rect">
                        <a:avLst/>
                      </a:prstGeom>
                    </p:spPr>
                  </p:pic>
                </p:oleObj>
              </mc:Fallback>
            </mc:AlternateContent>
          </a:graphicData>
        </a:graphic>
      </p:graphicFrame>
      <p:graphicFrame>
        <p:nvGraphicFramePr>
          <p:cNvPr id="29" name="对象 28">
            <a:hlinkClick r:id="" action="ppaction://ole?verb="/>
          </p:cNvPr>
          <p:cNvGraphicFramePr>
            <a:graphicFrameLocks noChangeAspect="1"/>
          </p:cNvGraphicFramePr>
          <p:nvPr/>
        </p:nvGraphicFramePr>
        <p:xfrm>
          <a:off x="4312285" y="2602230"/>
          <a:ext cx="654685" cy="328295"/>
        </p:xfrm>
        <a:graphic>
          <a:graphicData uri="http://schemas.openxmlformats.org/presentationml/2006/ole">
            <mc:AlternateContent xmlns:mc="http://schemas.openxmlformats.org/markup-compatibility/2006">
              <mc:Choice xmlns:v="urn:schemas-microsoft-com:vml" Requires="v">
                <p:oleObj spid="_x0000_s30" name="" r:id="rId10" imgW="431800" imgH="215900" progId="Equation.KSEE3">
                  <p:embed/>
                </p:oleObj>
              </mc:Choice>
              <mc:Fallback>
                <p:oleObj name="" r:id="rId10" imgW="431800" imgH="215900" progId="Equation.KSEE3">
                  <p:embed/>
                  <p:pic>
                    <p:nvPicPr>
                      <p:cNvPr id="0" name="图片 1024"/>
                      <p:cNvPicPr/>
                      <p:nvPr/>
                    </p:nvPicPr>
                    <p:blipFill>
                      <a:blip r:embed="rId11"/>
                      <a:stretch>
                        <a:fillRect/>
                      </a:stretch>
                    </p:blipFill>
                    <p:spPr>
                      <a:xfrm>
                        <a:off x="4312285" y="2602230"/>
                        <a:ext cx="654685" cy="328295"/>
                      </a:xfrm>
                      <a:prstGeom prst="rect">
                        <a:avLst/>
                      </a:prstGeom>
                    </p:spPr>
                  </p:pic>
                </p:oleObj>
              </mc:Fallback>
            </mc:AlternateContent>
          </a:graphicData>
        </a:graphic>
      </p:graphicFrame>
      <p:cxnSp>
        <p:nvCxnSpPr>
          <p:cNvPr id="31" name="直接箭头连接符 30"/>
          <p:cNvCxnSpPr/>
          <p:nvPr/>
        </p:nvCxnSpPr>
        <p:spPr>
          <a:xfrm flipV="1">
            <a:off x="4525645" y="456882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3" name="对象 32">
            <a:hlinkClick r:id="" action="ppaction://ole?verb="/>
          </p:cNvPr>
          <p:cNvGraphicFramePr>
            <a:graphicFrameLocks noChangeAspect="1"/>
          </p:cNvGraphicFramePr>
          <p:nvPr/>
        </p:nvGraphicFramePr>
        <p:xfrm>
          <a:off x="2642235" y="4829175"/>
          <a:ext cx="1858010" cy="485140"/>
        </p:xfrm>
        <a:graphic>
          <a:graphicData uri="http://schemas.openxmlformats.org/presentationml/2006/ole">
            <mc:AlternateContent xmlns:mc="http://schemas.openxmlformats.org/markup-compatibility/2006">
              <mc:Choice xmlns:v="urn:schemas-microsoft-com:vml" Requires="v">
                <p:oleObj spid="_x0000_s34" name="" r:id="rId12" imgW="1803400" imgH="469900" progId="Equation.KSEE3">
                  <p:embed/>
                </p:oleObj>
              </mc:Choice>
              <mc:Fallback>
                <p:oleObj name="" r:id="rId12" imgW="1803400" imgH="469900" progId="Equation.KSEE3">
                  <p:embed/>
                  <p:pic>
                    <p:nvPicPr>
                      <p:cNvPr id="0" name="图片 1024"/>
                      <p:cNvPicPr/>
                      <p:nvPr/>
                    </p:nvPicPr>
                    <p:blipFill>
                      <a:blip r:embed="rId13"/>
                      <a:stretch>
                        <a:fillRect/>
                      </a:stretch>
                    </p:blipFill>
                    <p:spPr>
                      <a:xfrm>
                        <a:off x="2642235" y="4829175"/>
                        <a:ext cx="1858010" cy="485140"/>
                      </a:xfrm>
                      <a:prstGeom prst="rect">
                        <a:avLst/>
                      </a:prstGeom>
                    </p:spPr>
                  </p:pic>
                </p:oleObj>
              </mc:Fallback>
            </mc:AlternateContent>
          </a:graphicData>
        </a:graphic>
      </p:graphicFrame>
      <p:cxnSp>
        <p:nvCxnSpPr>
          <p:cNvPr id="36" name="直接箭头连接符 35"/>
          <p:cNvCxnSpPr/>
          <p:nvPr/>
        </p:nvCxnSpPr>
        <p:spPr>
          <a:xfrm>
            <a:off x="4742180" y="460311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7" name="对象 36">
            <a:hlinkClick r:id="" action="ppaction://ole?verb="/>
          </p:cNvPr>
          <p:cNvGraphicFramePr>
            <a:graphicFrameLocks noChangeAspect="1"/>
          </p:cNvGraphicFramePr>
          <p:nvPr/>
        </p:nvGraphicFramePr>
        <p:xfrm>
          <a:off x="4839970" y="4745991"/>
          <a:ext cx="1540510" cy="712470"/>
        </p:xfrm>
        <a:graphic>
          <a:graphicData uri="http://schemas.openxmlformats.org/presentationml/2006/ole">
            <mc:AlternateContent xmlns:mc="http://schemas.openxmlformats.org/markup-compatibility/2006">
              <mc:Choice xmlns:v="urn:schemas-microsoft-com:vml" Requires="v">
                <p:oleObj spid="_x0000_s38" name="" r:id="rId14" imgW="1435100" imgH="660400" progId="Equation.KSEE3">
                  <p:embed/>
                </p:oleObj>
              </mc:Choice>
              <mc:Fallback>
                <p:oleObj name="" r:id="rId14" imgW="1435100" imgH="660400" progId="Equation.KSEE3">
                  <p:embed/>
                  <p:pic>
                    <p:nvPicPr>
                      <p:cNvPr id="0" name="图片 1024"/>
                      <p:cNvPicPr/>
                      <p:nvPr/>
                    </p:nvPicPr>
                    <p:blipFill>
                      <a:blip r:embed="rId15">
                        <a:duotone>
                          <a:schemeClr val="accent2">
                            <a:shade val="45000"/>
                            <a:satMod val="135000"/>
                          </a:schemeClr>
                          <a:prstClr val="white"/>
                        </a:duotone>
                      </a:blip>
                      <a:stretch>
                        <a:fillRect/>
                      </a:stretch>
                    </p:blipFill>
                    <p:spPr>
                      <a:xfrm>
                        <a:off x="4839970" y="4745991"/>
                        <a:ext cx="1540510" cy="712470"/>
                      </a:xfrm>
                      <a:prstGeom prst="rect">
                        <a:avLst/>
                      </a:prstGeom>
                    </p:spPr>
                  </p:pic>
                </p:oleObj>
              </mc:Fallback>
            </mc:AlternateContent>
          </a:graphicData>
        </a:graphic>
      </p:graphicFrame>
      <p:cxnSp>
        <p:nvCxnSpPr>
          <p:cNvPr id="39" name="直接箭头连接符 38"/>
          <p:cNvCxnSpPr/>
          <p:nvPr/>
        </p:nvCxnSpPr>
        <p:spPr>
          <a:xfrm flipV="1">
            <a:off x="4533265" y="296545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4749800" y="299974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41" name="对象 40">
            <a:hlinkClick r:id="" action="ppaction://ole?verb="/>
          </p:cNvPr>
          <p:cNvGraphicFramePr>
            <a:graphicFrameLocks noChangeAspect="1"/>
          </p:cNvGraphicFramePr>
          <p:nvPr/>
        </p:nvGraphicFramePr>
        <p:xfrm>
          <a:off x="2915920" y="3257550"/>
          <a:ext cx="1562735" cy="637540"/>
        </p:xfrm>
        <a:graphic>
          <a:graphicData uri="http://schemas.openxmlformats.org/presentationml/2006/ole">
            <mc:AlternateContent xmlns:mc="http://schemas.openxmlformats.org/markup-compatibility/2006">
              <mc:Choice xmlns:v="urn:schemas-microsoft-com:vml" Requires="v">
                <p:oleObj spid="_x0000_s42" name="" r:id="rId16" imgW="1498600" imgH="609600" progId="Equation.KSEE3">
                  <p:embed/>
                </p:oleObj>
              </mc:Choice>
              <mc:Fallback>
                <p:oleObj name="" r:id="rId16" imgW="1498600" imgH="609600" progId="Equation.KSEE3">
                  <p:embed/>
                  <p:pic>
                    <p:nvPicPr>
                      <p:cNvPr id="0" name="图片 1024"/>
                      <p:cNvPicPr/>
                      <p:nvPr/>
                    </p:nvPicPr>
                    <p:blipFill>
                      <a:blip r:embed="rId17"/>
                      <a:stretch>
                        <a:fillRect/>
                      </a:stretch>
                    </p:blipFill>
                    <p:spPr>
                      <a:xfrm>
                        <a:off x="2915920" y="3257550"/>
                        <a:ext cx="1562735" cy="637540"/>
                      </a:xfrm>
                      <a:prstGeom prst="rect">
                        <a:avLst/>
                      </a:prstGeom>
                    </p:spPr>
                  </p:pic>
                </p:oleObj>
              </mc:Fallback>
            </mc:AlternateContent>
          </a:graphicData>
        </a:graphic>
      </p:graphicFrame>
      <p:graphicFrame>
        <p:nvGraphicFramePr>
          <p:cNvPr id="43" name="对象 42">
            <a:hlinkClick r:id="" action="ppaction://ole?verb="/>
          </p:cNvPr>
          <p:cNvGraphicFramePr>
            <a:graphicFrameLocks noChangeAspect="1"/>
          </p:cNvGraphicFramePr>
          <p:nvPr/>
        </p:nvGraphicFramePr>
        <p:xfrm>
          <a:off x="4923790" y="3338513"/>
          <a:ext cx="687070" cy="274320"/>
        </p:xfrm>
        <a:graphic>
          <a:graphicData uri="http://schemas.openxmlformats.org/presentationml/2006/ole">
            <mc:AlternateContent xmlns:mc="http://schemas.openxmlformats.org/markup-compatibility/2006">
              <mc:Choice xmlns:v="urn:schemas-microsoft-com:vml" Requires="v">
                <p:oleObj spid="_x0000_s44" name="" r:id="rId18" imgW="609600" imgH="241300" progId="Equation.KSEE3">
                  <p:embed/>
                </p:oleObj>
              </mc:Choice>
              <mc:Fallback>
                <p:oleObj name="" r:id="rId18" imgW="609600" imgH="241300" progId="Equation.KSEE3">
                  <p:embed/>
                  <p:pic>
                    <p:nvPicPr>
                      <p:cNvPr id="0" name="图片 1024"/>
                      <p:cNvPicPr/>
                      <p:nvPr/>
                    </p:nvPicPr>
                    <p:blipFill>
                      <a:blip r:embed="rId19"/>
                      <a:stretch>
                        <a:fillRect/>
                      </a:stretch>
                    </p:blipFill>
                    <p:spPr>
                      <a:xfrm>
                        <a:off x="4923790" y="3338513"/>
                        <a:ext cx="687070" cy="274320"/>
                      </a:xfrm>
                      <a:prstGeom prst="rect">
                        <a:avLst/>
                      </a:prstGeom>
                    </p:spPr>
                  </p:pic>
                </p:oleObj>
              </mc:Fallback>
            </mc:AlternateContent>
          </a:graphicData>
        </a:graphic>
      </p:graphicFrame>
      <p:graphicFrame>
        <p:nvGraphicFramePr>
          <p:cNvPr id="63" name="对象 62">
            <a:hlinkClick r:id="" action="ppaction://ole?verb="/>
          </p:cNvPr>
          <p:cNvGraphicFramePr>
            <a:graphicFrameLocks noChangeAspect="1"/>
          </p:cNvGraphicFramePr>
          <p:nvPr/>
        </p:nvGraphicFramePr>
        <p:xfrm>
          <a:off x="723900" y="3281045"/>
          <a:ext cx="1630045" cy="501650"/>
        </p:xfrm>
        <a:graphic>
          <a:graphicData uri="http://schemas.openxmlformats.org/presentationml/2006/ole">
            <mc:AlternateContent xmlns:mc="http://schemas.openxmlformats.org/markup-compatibility/2006">
              <mc:Choice xmlns:v="urn:schemas-microsoft-com:vml" Requires="v">
                <p:oleObj spid="_x0000_s64" name="" r:id="rId20" imgW="1447800" imgH="444500" progId="Equation.KSEE3">
                  <p:embed/>
                </p:oleObj>
              </mc:Choice>
              <mc:Fallback>
                <p:oleObj name="" r:id="rId20" imgW="1447800" imgH="444500" progId="Equation.KSEE3">
                  <p:embed/>
                  <p:pic>
                    <p:nvPicPr>
                      <p:cNvPr id="0" name="图片 1024"/>
                      <p:cNvPicPr/>
                      <p:nvPr/>
                    </p:nvPicPr>
                    <p:blipFill>
                      <a:blip r:embed="rId21"/>
                      <a:stretch>
                        <a:fillRect/>
                      </a:stretch>
                    </p:blipFill>
                    <p:spPr>
                      <a:xfrm>
                        <a:off x="723900" y="3281045"/>
                        <a:ext cx="1630045" cy="501650"/>
                      </a:xfrm>
                      <a:prstGeom prst="rect">
                        <a:avLst/>
                      </a:prstGeom>
                    </p:spPr>
                  </p:pic>
                </p:oleObj>
              </mc:Fallback>
            </mc:AlternateContent>
          </a:graphicData>
        </a:graphic>
      </p:graphicFrame>
      <p:graphicFrame>
        <p:nvGraphicFramePr>
          <p:cNvPr id="65" name="对象 64">
            <a:hlinkClick r:id="" action="ppaction://ole?verb="/>
          </p:cNvPr>
          <p:cNvGraphicFramePr>
            <a:graphicFrameLocks noChangeAspect="1"/>
          </p:cNvGraphicFramePr>
          <p:nvPr/>
        </p:nvGraphicFramePr>
        <p:xfrm>
          <a:off x="6997065" y="3327400"/>
          <a:ext cx="1724660" cy="502920"/>
        </p:xfrm>
        <a:graphic>
          <a:graphicData uri="http://schemas.openxmlformats.org/presentationml/2006/ole">
            <mc:AlternateContent xmlns:mc="http://schemas.openxmlformats.org/markup-compatibility/2006">
              <mc:Choice xmlns:v="urn:schemas-microsoft-com:vml" Requires="v">
                <p:oleObj spid="_x0000_s66" name="" r:id="rId22" imgW="1485900" imgH="431800" progId="Equation.KSEE3">
                  <p:embed/>
                </p:oleObj>
              </mc:Choice>
              <mc:Fallback>
                <p:oleObj name="" r:id="rId22" imgW="1485900" imgH="431800" progId="Equation.KSEE3">
                  <p:embed/>
                  <p:pic>
                    <p:nvPicPr>
                      <p:cNvPr id="0" name="图片 1024"/>
                      <p:cNvPicPr/>
                      <p:nvPr/>
                    </p:nvPicPr>
                    <p:blipFill>
                      <a:blip r:embed="rId23"/>
                      <a:stretch>
                        <a:fillRect/>
                      </a:stretch>
                    </p:blipFill>
                    <p:spPr>
                      <a:xfrm>
                        <a:off x="6997065" y="3327400"/>
                        <a:ext cx="1724660" cy="502920"/>
                      </a:xfrm>
                      <a:prstGeom prst="rect">
                        <a:avLst/>
                      </a:prstGeom>
                    </p:spPr>
                  </p:pic>
                </p:oleObj>
              </mc:Fallback>
            </mc:AlternateContent>
          </a:graphicData>
        </a:graphic>
      </p:graphicFrame>
      <p:sp>
        <p:nvSpPr>
          <p:cNvPr id="3" name="文本框 2"/>
          <p:cNvSpPr txBox="1"/>
          <p:nvPr/>
        </p:nvSpPr>
        <p:spPr>
          <a:xfrm>
            <a:off x="10003730" y="5813596"/>
            <a:ext cx="1097280" cy="275590"/>
          </a:xfrm>
          <a:prstGeom prst="rect">
            <a:avLst/>
          </a:prstGeom>
          <a:noFill/>
        </p:spPr>
        <p:txBody>
          <a:bodyPr wrap="none" rtlCol="0">
            <a:spAutoFit/>
          </a:bodyPr>
          <a:lstStyle/>
          <a:p>
            <a:r>
              <a:rPr lang="zh-CN" altLang="en-US" sz="1200" dirty="0"/>
              <a:t>点电荷的电场</a:t>
            </a:r>
            <a:endParaRPr lang="zh-CN" altLang="en-US" sz="1200" dirty="0"/>
          </a:p>
        </p:txBody>
      </p:sp>
      <p:pic>
        <p:nvPicPr>
          <p:cNvPr id="9" name="图片 8"/>
          <p:cNvPicPr/>
          <p:nvPr/>
        </p:nvPicPr>
        <p:blipFill>
          <a:blip r:embed="rId24"/>
          <a:srcRect l="4487" t="24009" r="4416" b="8113"/>
          <a:stretch>
            <a:fillRect/>
          </a:stretch>
        </p:blipFill>
        <p:spPr>
          <a:xfrm>
            <a:off x="8851900" y="4268470"/>
            <a:ext cx="2959735" cy="15976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9525000" y="281940"/>
            <a:ext cx="2230120" cy="1946910"/>
          </a:xfrm>
          <a:prstGeom prst="rect">
            <a:avLst/>
          </a:prstGeom>
        </p:spPr>
      </p:pic>
      <p:sp>
        <p:nvSpPr>
          <p:cNvPr id="2" name="文本框 1"/>
          <p:cNvSpPr txBox="1"/>
          <p:nvPr/>
        </p:nvSpPr>
        <p:spPr>
          <a:xfrm>
            <a:off x="334645" y="1421765"/>
            <a:ext cx="2670810" cy="275590"/>
          </a:xfrm>
          <a:prstGeom prst="rect">
            <a:avLst/>
          </a:prstGeom>
          <a:noFill/>
        </p:spPr>
        <p:txBody>
          <a:bodyPr wrap="square" rtlCol="0">
            <a:spAutoFit/>
          </a:bodyPr>
          <a:p>
            <a:r>
              <a:rPr lang="zh-CN" altLang="en-US" sz="1200"/>
              <a:t>例：求真空中</a:t>
            </a:r>
            <a:r>
              <a:rPr lang="zh-CN" altLang="en-US" sz="1200"/>
              <a:t>两个点电荷的电场</a:t>
            </a:r>
            <a:endParaRPr lang="zh-CN" altLang="en-US" sz="1200"/>
          </a:p>
        </p:txBody>
      </p:sp>
      <p:sp>
        <p:nvSpPr>
          <p:cNvPr id="3" name="文本框 2"/>
          <p:cNvSpPr txBox="1"/>
          <p:nvPr/>
        </p:nvSpPr>
        <p:spPr>
          <a:xfrm>
            <a:off x="3630295" y="1421765"/>
            <a:ext cx="3005455" cy="275590"/>
          </a:xfrm>
          <a:prstGeom prst="rect">
            <a:avLst/>
          </a:prstGeom>
          <a:noFill/>
        </p:spPr>
        <p:txBody>
          <a:bodyPr wrap="square" rtlCol="0">
            <a:spAutoFit/>
          </a:bodyPr>
          <a:p>
            <a:r>
              <a:rPr lang="zh-CN" altLang="en-US" sz="1200"/>
              <a:t>例：</a:t>
            </a:r>
            <a:r>
              <a:rPr lang="zh-CN" altLang="en-US" sz="1200"/>
              <a:t>求真空中无限长带电</a:t>
            </a:r>
            <a:r>
              <a:rPr lang="zh-CN" altLang="en-US" sz="1200"/>
              <a:t>直导线的电场</a:t>
            </a:r>
            <a:endParaRPr lang="zh-CN" altLang="en-US" sz="1200"/>
          </a:p>
        </p:txBody>
      </p:sp>
      <p:sp>
        <p:nvSpPr>
          <p:cNvPr id="5" name="文本框 4"/>
          <p:cNvSpPr txBox="1"/>
          <p:nvPr/>
        </p:nvSpPr>
        <p:spPr>
          <a:xfrm>
            <a:off x="7009765" y="1445260"/>
            <a:ext cx="3018155" cy="275590"/>
          </a:xfrm>
          <a:prstGeom prst="rect">
            <a:avLst/>
          </a:prstGeom>
          <a:noFill/>
        </p:spPr>
        <p:txBody>
          <a:bodyPr wrap="square" rtlCol="0">
            <a:spAutoFit/>
          </a:bodyPr>
          <a:p>
            <a:r>
              <a:rPr lang="zh-CN" altLang="en-US" sz="1200"/>
              <a:t>例：</a:t>
            </a:r>
            <a:r>
              <a:rPr lang="zh-CN" altLang="en-US" sz="1200"/>
              <a:t>求真空中圆环状带电</a:t>
            </a:r>
            <a:r>
              <a:rPr lang="zh-CN" altLang="en-US" sz="1200"/>
              <a:t>导线的电场</a:t>
            </a:r>
            <a:endParaRPr lang="zh-CN" altLang="en-US" sz="1200"/>
          </a:p>
        </p:txBody>
      </p:sp>
      <p:sp>
        <p:nvSpPr>
          <p:cNvPr id="6" name="文本框 5"/>
          <p:cNvSpPr txBox="1"/>
          <p:nvPr/>
        </p:nvSpPr>
        <p:spPr>
          <a:xfrm>
            <a:off x="405342" y="464631"/>
            <a:ext cx="3484880" cy="398780"/>
          </a:xfrm>
          <a:prstGeom prst="rect">
            <a:avLst/>
          </a:prstGeom>
          <a:noFill/>
        </p:spPr>
        <p:txBody>
          <a:bodyPr wrap="none" rtlCol="0">
            <a:spAutoFit/>
          </a:bodyPr>
          <a:lstStyle/>
          <a:p>
            <a:r>
              <a:rPr lang="zh-CN" altLang="en-US" sz="2000" dirty="0"/>
              <a:t>二、静电场</a:t>
            </a:r>
            <a:r>
              <a:rPr lang="en-US" altLang="zh-CN" sz="2000" dirty="0"/>
              <a:t>—</a:t>
            </a:r>
            <a:r>
              <a:rPr lang="zh-CN" altLang="en-US" sz="2000" dirty="0"/>
              <a:t>真空中的静电</a:t>
            </a:r>
            <a:r>
              <a:rPr lang="zh-CN" altLang="en-US" sz="2000" dirty="0"/>
              <a:t>场</a:t>
            </a:r>
            <a:endParaRPr lang="zh-CN" altLang="en-US" sz="2000" dirty="0"/>
          </a:p>
        </p:txBody>
      </p:sp>
      <p:graphicFrame>
        <p:nvGraphicFramePr>
          <p:cNvPr id="37" name="对象 36">
            <a:hlinkClick r:id="" action="ppaction://ole?verb="/>
          </p:cNvPr>
          <p:cNvGraphicFramePr>
            <a:graphicFrameLocks noChangeAspect="1"/>
          </p:cNvGraphicFramePr>
          <p:nvPr/>
        </p:nvGraphicFramePr>
        <p:xfrm>
          <a:off x="7009448" y="2053273"/>
          <a:ext cx="5114925" cy="4631055"/>
        </p:xfrm>
        <a:graphic>
          <a:graphicData uri="http://schemas.openxmlformats.org/presentationml/2006/ole">
            <mc:AlternateContent xmlns:mc="http://schemas.openxmlformats.org/markup-compatibility/2006">
              <mc:Choice xmlns:v="urn:schemas-microsoft-com:vml" Requires="v">
                <p:oleObj spid="_x0000_s38" name="" r:id="rId2" imgW="5689600" imgH="5117465" progId="Equation.KSEE3">
                  <p:embed/>
                </p:oleObj>
              </mc:Choice>
              <mc:Fallback>
                <p:oleObj name="" r:id="rId2" imgW="5689600" imgH="5117465" progId="Equation.KSEE3">
                  <p:embed/>
                  <p:pic>
                    <p:nvPicPr>
                      <p:cNvPr id="0" name="图片 1024"/>
                      <p:cNvPicPr/>
                      <p:nvPr/>
                    </p:nvPicPr>
                    <p:blipFill>
                      <a:blip r:embed="rId3"/>
                      <a:stretch>
                        <a:fillRect/>
                      </a:stretch>
                    </p:blipFill>
                    <p:spPr>
                      <a:xfrm>
                        <a:off x="7009448" y="2053273"/>
                        <a:ext cx="5114925" cy="4631055"/>
                      </a:xfrm>
                      <a:prstGeom prst="rect">
                        <a:avLst/>
                      </a:prstGeom>
                    </p:spPr>
                  </p:pic>
                </p:oleObj>
              </mc:Fallback>
            </mc:AlternateContent>
          </a:graphicData>
        </a:graphic>
      </p:graphicFrame>
      <p:pic>
        <p:nvPicPr>
          <p:cNvPr id="11" name="图片 10"/>
          <p:cNvPicPr>
            <a:picLocks noChangeAspect="1"/>
          </p:cNvPicPr>
          <p:nvPr/>
        </p:nvPicPr>
        <p:blipFill>
          <a:blip r:embed="rId4"/>
          <a:stretch>
            <a:fillRect/>
          </a:stretch>
        </p:blipFill>
        <p:spPr>
          <a:xfrm>
            <a:off x="12280265" y="3734435"/>
            <a:ext cx="1583690" cy="510540"/>
          </a:xfrm>
          <a:prstGeom prst="rect">
            <a:avLst/>
          </a:prstGeom>
        </p:spPr>
      </p:pic>
      <p:pic>
        <p:nvPicPr>
          <p:cNvPr id="12" name="图片 11"/>
          <p:cNvPicPr>
            <a:picLocks noChangeAspect="1"/>
          </p:cNvPicPr>
          <p:nvPr/>
        </p:nvPicPr>
        <p:blipFill>
          <a:blip r:embed="rId5"/>
          <a:stretch>
            <a:fillRect/>
          </a:stretch>
        </p:blipFill>
        <p:spPr>
          <a:xfrm>
            <a:off x="12280265" y="2970530"/>
            <a:ext cx="2561590" cy="491490"/>
          </a:xfrm>
          <a:prstGeom prst="rect">
            <a:avLst/>
          </a:prstGeom>
        </p:spPr>
      </p:pic>
      <p:graphicFrame>
        <p:nvGraphicFramePr>
          <p:cNvPr id="4" name="对象 3">
            <a:hlinkClick r:id="" action="ppaction://ole?verb="/>
          </p:cNvPr>
          <p:cNvGraphicFramePr>
            <a:graphicFrameLocks noChangeAspect="1"/>
          </p:cNvGraphicFramePr>
          <p:nvPr/>
        </p:nvGraphicFramePr>
        <p:xfrm>
          <a:off x="320993" y="1859598"/>
          <a:ext cx="3157855" cy="2419985"/>
        </p:xfrm>
        <a:graphic>
          <a:graphicData uri="http://schemas.openxmlformats.org/presentationml/2006/ole">
            <mc:AlternateContent xmlns:mc="http://schemas.openxmlformats.org/markup-compatibility/2006">
              <mc:Choice xmlns:v="urn:schemas-microsoft-com:vml" Requires="v">
                <p:oleObj spid="_x0000_s8" name="" r:id="rId6" imgW="3505200" imgH="2667000" progId="Equation.KSEE3">
                  <p:embed/>
                </p:oleObj>
              </mc:Choice>
              <mc:Fallback>
                <p:oleObj name="" r:id="rId6" imgW="3505200" imgH="2667000" progId="Equation.KSEE3">
                  <p:embed/>
                  <p:pic>
                    <p:nvPicPr>
                      <p:cNvPr id="0" name="图片 1024"/>
                      <p:cNvPicPr/>
                      <p:nvPr/>
                    </p:nvPicPr>
                    <p:blipFill>
                      <a:blip r:embed="rId7"/>
                      <a:stretch>
                        <a:fillRect/>
                      </a:stretch>
                    </p:blipFill>
                    <p:spPr>
                      <a:xfrm>
                        <a:off x="320993" y="1859598"/>
                        <a:ext cx="3157855" cy="2419985"/>
                      </a:xfrm>
                      <a:prstGeom prst="rect">
                        <a:avLst/>
                      </a:prstGeom>
                    </p:spPr>
                  </p:pic>
                </p:oleObj>
              </mc:Fallback>
            </mc:AlternateContent>
          </a:graphicData>
        </a:graphic>
      </p:graphicFrame>
      <p:pic>
        <p:nvPicPr>
          <p:cNvPr id="13" name="图片 12" descr="一对点电荷的电场3D"/>
          <p:cNvPicPr>
            <a:picLocks noChangeAspect="1"/>
          </p:cNvPicPr>
          <p:nvPr/>
        </p:nvPicPr>
        <p:blipFill>
          <a:blip r:embed="rId8"/>
          <a:srcRect l="21567" t="28759" r="15337" b="32556"/>
          <a:stretch>
            <a:fillRect/>
          </a:stretch>
        </p:blipFill>
        <p:spPr>
          <a:xfrm>
            <a:off x="368935" y="4740275"/>
            <a:ext cx="2873375" cy="1777365"/>
          </a:xfrm>
          <a:prstGeom prst="rect">
            <a:avLst/>
          </a:prstGeom>
        </p:spPr>
      </p:pic>
      <p:cxnSp>
        <p:nvCxnSpPr>
          <p:cNvPr id="7" name="直接连接符 6"/>
          <p:cNvCxnSpPr/>
          <p:nvPr/>
        </p:nvCxnSpPr>
        <p:spPr>
          <a:xfrm flipH="1">
            <a:off x="3573145" y="911860"/>
            <a:ext cx="0" cy="5760000"/>
          </a:xfrm>
          <a:prstGeom prst="line">
            <a:avLst/>
          </a:prstGeom>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flipH="1">
            <a:off x="6941820" y="911860"/>
            <a:ext cx="0" cy="5760000"/>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16" name="对象 15">
            <a:hlinkClick r:id="" action="ppaction://ole?verb="/>
          </p:cNvPr>
          <p:cNvGraphicFramePr>
            <a:graphicFrameLocks noChangeAspect="1"/>
          </p:cNvGraphicFramePr>
          <p:nvPr/>
        </p:nvGraphicFramePr>
        <p:xfrm>
          <a:off x="3629978" y="1922145"/>
          <a:ext cx="3160395" cy="2504440"/>
        </p:xfrm>
        <a:graphic>
          <a:graphicData uri="http://schemas.openxmlformats.org/presentationml/2006/ole">
            <mc:AlternateContent xmlns:mc="http://schemas.openxmlformats.org/markup-compatibility/2006">
              <mc:Choice xmlns:v="urn:schemas-microsoft-com:vml" Requires="v">
                <p:oleObj spid="_x0000_s17" name="" r:id="rId9" imgW="3505200" imgH="2755900" progId="Equation.KSEE3">
                  <p:embed/>
                </p:oleObj>
              </mc:Choice>
              <mc:Fallback>
                <p:oleObj name="" r:id="rId9" imgW="3505200" imgH="2755900" progId="Equation.KSEE3">
                  <p:embed/>
                  <p:pic>
                    <p:nvPicPr>
                      <p:cNvPr id="0" name="图片 1024"/>
                      <p:cNvPicPr/>
                      <p:nvPr/>
                    </p:nvPicPr>
                    <p:blipFill>
                      <a:blip r:embed="rId10"/>
                      <a:stretch>
                        <a:fillRect/>
                      </a:stretch>
                    </p:blipFill>
                    <p:spPr>
                      <a:xfrm>
                        <a:off x="3629978" y="1922145"/>
                        <a:ext cx="3160395" cy="2504440"/>
                      </a:xfrm>
                      <a:prstGeom prst="rect">
                        <a:avLst/>
                      </a:prstGeom>
                    </p:spPr>
                  </p:pic>
                </p:oleObj>
              </mc:Fallback>
            </mc:AlternateContent>
          </a:graphicData>
        </a:graphic>
      </p:graphicFrame>
      <p:grpSp>
        <p:nvGrpSpPr>
          <p:cNvPr id="19" name="组合 18"/>
          <p:cNvGrpSpPr/>
          <p:nvPr/>
        </p:nvGrpSpPr>
        <p:grpSpPr>
          <a:xfrm>
            <a:off x="4049395" y="4477385"/>
            <a:ext cx="2321560" cy="2207260"/>
            <a:chOff x="6377" y="7051"/>
            <a:chExt cx="3656" cy="3476"/>
          </a:xfrm>
        </p:grpSpPr>
        <p:pic>
          <p:nvPicPr>
            <p:cNvPr id="9" name="图片 8"/>
            <p:cNvPicPr>
              <a:picLocks noChangeAspect="1"/>
            </p:cNvPicPr>
            <p:nvPr/>
          </p:nvPicPr>
          <p:blipFill>
            <a:blip r:embed="rId11"/>
            <a:stretch>
              <a:fillRect/>
            </a:stretch>
          </p:blipFill>
          <p:spPr>
            <a:xfrm>
              <a:off x="6377" y="7051"/>
              <a:ext cx="3656" cy="3476"/>
            </a:xfrm>
            <a:prstGeom prst="rect">
              <a:avLst/>
            </a:prstGeom>
          </p:spPr>
        </p:pic>
        <p:sp>
          <p:nvSpPr>
            <p:cNvPr id="110" name="椭圆 109"/>
            <p:cNvSpPr/>
            <p:nvPr/>
          </p:nvSpPr>
          <p:spPr>
            <a:xfrm>
              <a:off x="8115" y="8812"/>
              <a:ext cx="113" cy="113"/>
            </a:xfrm>
            <a:prstGeom prst="ellipse">
              <a:avLst/>
            </a:prstGeom>
            <a:solidFill>
              <a:srgbClr val="0070C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5" name="对象 24">
            <a:hlinkClick r:id="" action="ppaction://ole?verb="/>
          </p:cNvPr>
          <p:cNvGraphicFramePr>
            <a:graphicFrameLocks noChangeAspect="1"/>
          </p:cNvGraphicFramePr>
          <p:nvPr/>
        </p:nvGraphicFramePr>
        <p:xfrm>
          <a:off x="845185" y="723265"/>
          <a:ext cx="10500995" cy="664845"/>
        </p:xfrm>
        <a:graphic>
          <a:graphicData uri="http://schemas.openxmlformats.org/presentationml/2006/ole">
            <mc:AlternateContent xmlns:mc="http://schemas.openxmlformats.org/markup-compatibility/2006">
              <mc:Choice xmlns:v="urn:schemas-microsoft-com:vml" Requires="v">
                <p:oleObj spid="_x0000_s1025" name="" r:id="rId1" imgW="10871200" imgH="685800" progId="Equation.KSEE3">
                  <p:embed/>
                </p:oleObj>
              </mc:Choice>
              <mc:Fallback>
                <p:oleObj name="" r:id="rId1" imgW="10871200" imgH="685800" progId="Equation.KSEE3">
                  <p:embed/>
                  <p:pic>
                    <p:nvPicPr>
                      <p:cNvPr id="0" name="图片 1024"/>
                      <p:cNvPicPr/>
                      <p:nvPr/>
                    </p:nvPicPr>
                    <p:blipFill>
                      <a:blip r:embed="rId2"/>
                      <a:stretch>
                        <a:fillRect/>
                      </a:stretch>
                    </p:blipFill>
                    <p:spPr>
                      <a:xfrm>
                        <a:off x="845185" y="723265"/>
                        <a:ext cx="10500995" cy="664845"/>
                      </a:xfrm>
                      <a:prstGeom prst="rect">
                        <a:avLst/>
                      </a:prstGeom>
                    </p:spPr>
                  </p:pic>
                </p:oleObj>
              </mc:Fallback>
            </mc:AlternateContent>
          </a:graphicData>
        </a:graphic>
      </p:graphicFrame>
      <p:sp>
        <p:nvSpPr>
          <p:cNvPr id="4" name="文本框 3"/>
          <p:cNvSpPr txBox="1"/>
          <p:nvPr/>
        </p:nvSpPr>
        <p:spPr>
          <a:xfrm>
            <a:off x="444077" y="247461"/>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sp>
        <p:nvSpPr>
          <p:cNvPr id="7" name="文本框 6"/>
          <p:cNvSpPr txBox="1"/>
          <p:nvPr/>
        </p:nvSpPr>
        <p:spPr>
          <a:xfrm>
            <a:off x="1774342" y="5939685"/>
            <a:ext cx="1596390" cy="275590"/>
          </a:xfrm>
          <a:prstGeom prst="rect">
            <a:avLst/>
          </a:prstGeom>
          <a:noFill/>
        </p:spPr>
        <p:txBody>
          <a:bodyPr wrap="none" rtlCol="0">
            <a:spAutoFit/>
          </a:bodyPr>
          <a:lstStyle/>
          <a:p>
            <a:pPr algn="l"/>
            <a:r>
              <a:rPr lang="zh-CN" altLang="en-US" sz="1200" dirty="0">
                <a:sym typeface="+mn-ea"/>
              </a:rPr>
              <a:t>表</a:t>
            </a:r>
            <a:r>
              <a:rPr lang="en-US" altLang="zh-CN" sz="1200" dirty="0"/>
              <a:t> </a:t>
            </a:r>
            <a:r>
              <a:rPr lang="zh-CN" altLang="en-US" sz="1200" dirty="0"/>
              <a:t>常见材料的电导率</a:t>
            </a:r>
            <a:endParaRPr lang="zh-CN" altLang="en-US" sz="1200" dirty="0"/>
          </a:p>
        </p:txBody>
      </p:sp>
      <p:graphicFrame>
        <p:nvGraphicFramePr>
          <p:cNvPr id="27" name="表格 26"/>
          <p:cNvGraphicFramePr/>
          <p:nvPr/>
        </p:nvGraphicFramePr>
        <p:xfrm>
          <a:off x="1161415" y="1464945"/>
          <a:ext cx="3060065" cy="4398010"/>
        </p:xfrm>
        <a:graphic>
          <a:graphicData uri="http://schemas.openxmlformats.org/drawingml/2006/table">
            <a:tbl>
              <a:tblPr>
                <a:tableStyleId>{3C2FFA5D-87B4-456A-9821-1D502468CF0F}</a:tableStyleId>
              </a:tblPr>
              <a:tblGrid>
                <a:gridCol w="520700"/>
                <a:gridCol w="778510"/>
                <a:gridCol w="780415"/>
                <a:gridCol w="980440"/>
              </a:tblGrid>
              <a:tr h="357505">
                <a:tc>
                  <a:txBody>
                    <a:bodyPr/>
                    <a:p>
                      <a:pPr algn="ctr" fontAlgn="ctr"/>
                      <a:r>
                        <a:rPr lang="zh-CN" altLang="en-US" sz="700"/>
                        <a:t>材料</a:t>
                      </a:r>
                      <a:endParaRPr lang="zh-CN" altLang="en-US" sz="700"/>
                    </a:p>
                  </a:txBody>
                  <a:tcPr marL="5760" marR="5760" marT="5760" marB="0" anchor="ctr" anchorCtr="0">
                    <a:solidFill>
                      <a:schemeClr val="accent2">
                        <a:lumMod val="40000"/>
                        <a:lumOff val="60000"/>
                      </a:schemeClr>
                    </a:solidFill>
                  </a:tcPr>
                </a:tc>
                <a:tc>
                  <a:txBody>
                    <a:bodyPr/>
                    <a:p>
                      <a:pPr algn="ctr" fontAlgn="ctr"/>
                      <a:r>
                        <a:rPr lang="en-US" altLang="zh-CN" sz="800"/>
                        <a:t>20℃</a:t>
                      </a:r>
                      <a:endParaRPr lang="en-US" altLang="zh-CN" sz="800"/>
                    </a:p>
                    <a:p>
                      <a:pPr algn="ctr" fontAlgn="ctr"/>
                      <a:r>
                        <a:rPr lang="zh-CN" altLang="en-US" sz="800"/>
                        <a:t>电导率</a:t>
                      </a:r>
                      <a:r>
                        <a:rPr lang="en-US" altLang="zh-CN" sz="800"/>
                        <a:t>σ</a:t>
                      </a:r>
                      <a:r>
                        <a:rPr lang="zh-CN" altLang="en-US" sz="800"/>
                        <a:t>（</a:t>
                      </a:r>
                      <a:r>
                        <a:rPr lang="en-US" altLang="zh-CN" sz="800"/>
                        <a:t>S/m</a:t>
                      </a:r>
                      <a:r>
                        <a:rPr lang="zh-CN" altLang="en-US" sz="800"/>
                        <a:t>）</a:t>
                      </a:r>
                      <a:endParaRPr lang="zh-CN" altLang="en-US" sz="800"/>
                    </a:p>
                  </a:txBody>
                  <a:tcPr marL="5760" marR="5760" marT="5760" marB="0" anchor="ctr" anchorCtr="0">
                    <a:solidFill>
                      <a:schemeClr val="accent2">
                        <a:lumMod val="40000"/>
                        <a:lumOff val="60000"/>
                      </a:schemeClr>
                    </a:solidFill>
                  </a:tcPr>
                </a:tc>
                <a:tc>
                  <a:txBody>
                    <a:bodyPr/>
                    <a:p>
                      <a:pPr algn="ctr" fontAlgn="ctr"/>
                      <a:r>
                        <a:rPr lang="zh-CN" altLang="en-US" sz="700"/>
                        <a:t>材料</a:t>
                      </a:r>
                      <a:endParaRPr lang="zh-CN" altLang="en-US" sz="700"/>
                    </a:p>
                  </a:txBody>
                  <a:tcPr marL="5760" marR="5760" marT="5760" marB="0" anchor="ctr" anchorCtr="0">
                    <a:solidFill>
                      <a:schemeClr val="accent2">
                        <a:lumMod val="40000"/>
                        <a:lumOff val="60000"/>
                      </a:schemeClr>
                    </a:solidFill>
                  </a:tcPr>
                </a:tc>
                <a:tc>
                  <a:txBody>
                    <a:bodyPr/>
                    <a:p>
                      <a:pPr algn="ctr" fontAlgn="ctr"/>
                      <a:r>
                        <a:rPr lang="en-US" altLang="zh-CN" sz="800"/>
                        <a:t>20℃</a:t>
                      </a:r>
                      <a:endParaRPr lang="en-US" altLang="zh-CN" sz="800"/>
                    </a:p>
                    <a:p>
                      <a:pPr algn="ctr" fontAlgn="ctr"/>
                      <a:r>
                        <a:rPr lang="zh-CN" altLang="en-US" sz="800"/>
                        <a:t>电导率</a:t>
                      </a:r>
                      <a:r>
                        <a:rPr lang="en-US" altLang="zh-CN" sz="800"/>
                        <a:t>σ</a:t>
                      </a:r>
                      <a:r>
                        <a:rPr lang="zh-CN" altLang="en-US" sz="800"/>
                        <a:t>（</a:t>
                      </a:r>
                      <a:r>
                        <a:rPr lang="en-US" altLang="zh-CN" sz="800"/>
                        <a:t>S/m</a:t>
                      </a:r>
                      <a:r>
                        <a:rPr lang="zh-CN" altLang="en-US" sz="800"/>
                        <a:t>）</a:t>
                      </a:r>
                      <a:endParaRPr lang="zh-CN" altLang="en-US" sz="800"/>
                    </a:p>
                  </a:txBody>
                  <a:tcPr marL="5760" marR="5760" marT="5760" marB="0" anchor="ctr" anchorCtr="0">
                    <a:solidFill>
                      <a:schemeClr val="accent2">
                        <a:lumMod val="40000"/>
                        <a:lumOff val="60000"/>
                      </a:schemeClr>
                    </a:solidFill>
                  </a:tcPr>
                </a:tc>
              </a:tr>
              <a:tr h="233680">
                <a:tc>
                  <a:txBody>
                    <a:bodyPr/>
                    <a:p>
                      <a:pPr algn="ctr" fontAlgn="ctr"/>
                      <a:r>
                        <a:rPr lang="zh-CN" altLang="en-US" sz="800"/>
                        <a:t>银</a:t>
                      </a:r>
                      <a:endParaRPr lang="zh-CN" altLang="en-US" sz="800"/>
                    </a:p>
                  </a:txBody>
                  <a:tcPr marL="5760" marR="5760" marT="5760" marB="0" anchor="ctr" anchorCtr="0"/>
                </a:tc>
                <a:tc>
                  <a:txBody>
                    <a:bodyPr/>
                    <a:p>
                      <a:pPr algn="ctr" fontAlgn="ctr"/>
                      <a:r>
                        <a:rPr lang="en-US" altLang="zh-CN" sz="800"/>
                        <a:t>6.30×10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砷化镓</a:t>
                      </a:r>
                      <a:endParaRPr lang="zh-CN" altLang="en-US" sz="800"/>
                    </a:p>
                  </a:txBody>
                  <a:tcPr marL="5760" marR="5760" marT="5760" marB="0" anchor="ctr" anchorCtr="0"/>
                </a:tc>
                <a:tc>
                  <a:txBody>
                    <a:bodyPr/>
                    <a:p>
                      <a:pPr algn="ctr" fontAlgn="ctr"/>
                      <a:r>
                        <a:rPr lang="en-US" altLang="zh-CN" sz="800"/>
                        <a:t>5×10</a:t>
                      </a:r>
                      <a:r>
                        <a:rPr lang="en-US" altLang="zh-CN" sz="800" baseline="30000"/>
                        <a:t>-8</a:t>
                      </a:r>
                      <a:r>
                        <a:rPr lang="zh-CN" altLang="en-US" sz="800"/>
                        <a:t>至</a:t>
                      </a:r>
                      <a:r>
                        <a:rPr lang="en-US" altLang="zh-CN" sz="800"/>
                        <a:t>10</a:t>
                      </a:r>
                      <a:r>
                        <a:rPr lang="en-US" altLang="zh-CN" sz="800" baseline="30000"/>
                        <a:t>3</a:t>
                      </a:r>
                      <a:endParaRPr lang="en-US" altLang="zh-CN" sz="800" baseline="30000"/>
                    </a:p>
                  </a:txBody>
                  <a:tcPr marL="5760" marR="5760" marT="5760" marB="0" anchor="ctr" anchorCtr="0">
                    <a:solidFill>
                      <a:schemeClr val="tx2">
                        <a:lumMod val="20000"/>
                        <a:lumOff val="80000"/>
                      </a:schemeClr>
                    </a:solidFill>
                  </a:tcPr>
                </a:tc>
              </a:tr>
              <a:tr h="233045">
                <a:tc>
                  <a:txBody>
                    <a:bodyPr/>
                    <a:p>
                      <a:pPr algn="ctr" fontAlgn="ctr"/>
                      <a:r>
                        <a:rPr lang="zh-CN" altLang="en-US" sz="800"/>
                        <a:t>铜</a:t>
                      </a:r>
                      <a:endParaRPr lang="zh-CN" altLang="en-US" sz="800"/>
                    </a:p>
                  </a:txBody>
                  <a:tcPr marL="5760" marR="5760" marT="5760" marB="0" anchor="ctr" anchorCtr="0"/>
                </a:tc>
                <a:tc>
                  <a:txBody>
                    <a:bodyPr/>
                    <a:p>
                      <a:pPr algn="ctr" fontAlgn="ctr"/>
                      <a:r>
                        <a:rPr lang="en-US" altLang="zh-CN" sz="800"/>
                        <a:t>5.96×10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碳（无定形）</a:t>
                      </a:r>
                      <a:endParaRPr lang="zh-CN" altLang="en-US" sz="800"/>
                    </a:p>
                  </a:txBody>
                  <a:tcPr marL="5760" marR="5760" marT="5760" marB="0" anchor="ctr" anchorCtr="0"/>
                </a:tc>
                <a:tc>
                  <a:txBody>
                    <a:bodyPr/>
                    <a:p>
                      <a:pPr algn="ctr" fontAlgn="ctr"/>
                      <a:r>
                        <a:rPr lang="en-US" altLang="zh-CN" sz="800"/>
                        <a:t>1.25</a:t>
                      </a:r>
                      <a:r>
                        <a:rPr lang="zh-CN" altLang="en-US" sz="800"/>
                        <a:t>至</a:t>
                      </a:r>
                      <a:r>
                        <a:rPr lang="en-US" altLang="zh-CN" sz="800"/>
                        <a:t>2×10</a:t>
                      </a:r>
                      <a:r>
                        <a:rPr lang="en-US" altLang="zh-CN" sz="800" baseline="30000"/>
                        <a:t>3</a:t>
                      </a:r>
                      <a:endParaRPr lang="en-US" altLang="zh-CN" sz="800" baseline="30000"/>
                    </a:p>
                  </a:txBody>
                  <a:tcPr marL="5760" marR="5760" marT="5760" marB="0" anchor="ctr" anchorCtr="0">
                    <a:solidFill>
                      <a:schemeClr val="tx2">
                        <a:lumMod val="20000"/>
                        <a:lumOff val="80000"/>
                      </a:schemeClr>
                    </a:solidFill>
                  </a:tcPr>
                </a:tc>
              </a:tr>
              <a:tr h="338455">
                <a:tc>
                  <a:txBody>
                    <a:bodyPr/>
                    <a:p>
                      <a:pPr algn="ctr" fontAlgn="ctr"/>
                      <a:r>
                        <a:rPr lang="zh-CN" altLang="en-US" sz="800"/>
                        <a:t>金</a:t>
                      </a:r>
                      <a:endParaRPr lang="zh-CN" altLang="en-US" sz="800"/>
                    </a:p>
                  </a:txBody>
                  <a:tcPr marL="5760" marR="5760" marT="5760" marB="0" anchor="ctr" anchorCtr="0"/>
                </a:tc>
                <a:tc>
                  <a:txBody>
                    <a:bodyPr/>
                    <a:p>
                      <a:pPr algn="ctr" fontAlgn="ctr"/>
                      <a:r>
                        <a:rPr lang="en-US" altLang="zh-CN" sz="800"/>
                        <a:t>4.10×10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rowSpan="2">
                  <a:txBody>
                    <a:bodyPr/>
                    <a:p>
                      <a:pPr algn="ctr" fontAlgn="ctr"/>
                      <a:r>
                        <a:rPr lang="zh-CN" altLang="en-US" sz="800"/>
                        <a:t>碳（石墨）</a:t>
                      </a:r>
                      <a:endParaRPr lang="zh-CN" altLang="en-US" sz="800"/>
                    </a:p>
                  </a:txBody>
                  <a:tcPr marL="5760" marR="5760" marT="5760" marB="0" anchor="ctr" anchorCtr="0"/>
                </a:tc>
                <a:tc>
                  <a:txBody>
                    <a:bodyPr/>
                    <a:p>
                      <a:pPr algn="ctr" fontAlgn="ctr"/>
                      <a:r>
                        <a:rPr lang="en-US" altLang="zh-CN" sz="800"/>
                        <a:t>2</a:t>
                      </a:r>
                      <a:r>
                        <a:rPr lang="zh-CN" altLang="en-US" sz="800"/>
                        <a:t>至</a:t>
                      </a:r>
                      <a:r>
                        <a:rPr lang="en-US" altLang="zh-CN" sz="800"/>
                        <a:t>3×10</a:t>
                      </a:r>
                      <a:r>
                        <a:rPr lang="en-US" altLang="zh-CN" sz="800" baseline="30000"/>
                        <a:t>5</a:t>
                      </a:r>
                      <a:r>
                        <a:rPr lang="en-US" altLang="zh-CN" sz="800"/>
                        <a:t> //</a:t>
                      </a:r>
                      <a:r>
                        <a:rPr lang="zh-CN" altLang="en-US" sz="800"/>
                        <a:t>基面</a:t>
                      </a:r>
                      <a:endParaRPr lang="zh-CN" altLang="en-US" sz="800"/>
                    </a:p>
                  </a:txBody>
                  <a:tcPr marL="5760" marR="5760" marT="5760" marB="0" anchor="ctr" anchorCtr="0">
                    <a:solidFill>
                      <a:schemeClr val="tx2">
                        <a:lumMod val="20000"/>
                        <a:lumOff val="80000"/>
                      </a:schemeClr>
                    </a:solidFill>
                  </a:tcPr>
                </a:tc>
              </a:tr>
              <a:tr h="175260">
                <a:tc>
                  <a:txBody>
                    <a:bodyPr/>
                    <a:p>
                      <a:pPr algn="ctr" fontAlgn="ctr"/>
                      <a:r>
                        <a:rPr lang="zh-CN" altLang="en-US" sz="800"/>
                        <a:t>铝</a:t>
                      </a:r>
                      <a:endParaRPr lang="zh-CN" altLang="en-US" sz="800"/>
                    </a:p>
                  </a:txBody>
                  <a:tcPr marL="5760" marR="5760" marT="5760" marB="0" anchor="ctr" anchorCtr="0"/>
                </a:tc>
                <a:tc>
                  <a:txBody>
                    <a:bodyPr/>
                    <a:p>
                      <a:pPr algn="ctr" fontAlgn="ctr"/>
                      <a:r>
                        <a:rPr lang="en-US" altLang="zh-CN" sz="800"/>
                        <a:t>3.5×10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vMerge="1">
                  <a:tcPr marL="5760" marR="5760" marT="5760" marB="0" anchor="ctr" anchorCtr="0"/>
                </a:tc>
                <a:tc>
                  <a:txBody>
                    <a:bodyPr/>
                    <a:p>
                      <a:pPr algn="ctr" fontAlgn="ctr"/>
                      <a:r>
                        <a:rPr lang="en-US" altLang="zh-CN" sz="800"/>
                        <a:t>3.3×10</a:t>
                      </a:r>
                      <a:r>
                        <a:rPr lang="en-US" altLang="zh-CN" sz="800" baseline="30000"/>
                        <a:t>2</a:t>
                      </a:r>
                      <a:r>
                        <a:rPr lang="en-US" altLang="zh-CN" sz="800"/>
                        <a:t>⊥</a:t>
                      </a:r>
                      <a:r>
                        <a:rPr lang="zh-CN" altLang="en-US" sz="800"/>
                        <a:t>基面</a:t>
                      </a:r>
                      <a:endParaRPr lang="zh-CN" altLang="en-US" sz="800"/>
                    </a:p>
                  </a:txBody>
                  <a:tcPr marL="5760" marR="5760" marT="5760" marB="0" anchor="ctr" anchorCtr="0">
                    <a:solidFill>
                      <a:schemeClr val="tx2">
                        <a:lumMod val="20000"/>
                        <a:lumOff val="80000"/>
                      </a:schemeClr>
                    </a:solidFill>
                  </a:tcPr>
                </a:tc>
              </a:tr>
              <a:tr h="156210">
                <a:tc>
                  <a:txBody>
                    <a:bodyPr/>
                    <a:p>
                      <a:pPr algn="ctr" fontAlgn="ctr"/>
                      <a:r>
                        <a:rPr lang="zh-CN" altLang="en-US" sz="800"/>
                        <a:t>钙</a:t>
                      </a:r>
                      <a:endParaRPr lang="zh-CN" altLang="en-US" sz="800"/>
                    </a:p>
                  </a:txBody>
                  <a:tcPr marL="5760" marR="5760" marT="5760" marB="0" anchor="ctr" anchorCtr="0"/>
                </a:tc>
                <a:tc>
                  <a:txBody>
                    <a:bodyPr/>
                    <a:p>
                      <a:pPr algn="ctr" fontAlgn="ctr"/>
                      <a:r>
                        <a:rPr lang="en-US" altLang="zh-CN" sz="800"/>
                        <a:t>2.98×10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碳（钻石）</a:t>
                      </a:r>
                      <a:endParaRPr lang="zh-CN" altLang="en-US" sz="800"/>
                    </a:p>
                  </a:txBody>
                  <a:tcPr marL="5760" marR="5760" marT="5760" marB="0" anchor="ctr" anchorCtr="0"/>
                </a:tc>
                <a:tc>
                  <a:txBody>
                    <a:bodyPr/>
                    <a:p>
                      <a:pPr algn="ctr" fontAlgn="ctr"/>
                      <a:r>
                        <a:rPr lang="zh-CN" altLang="en-US" sz="800"/>
                        <a:t>〜</a:t>
                      </a:r>
                      <a:r>
                        <a:rPr lang="en-US" altLang="zh-CN" sz="800"/>
                        <a:t>10</a:t>
                      </a:r>
                      <a:r>
                        <a:rPr lang="en-US" altLang="zh-CN" sz="800" baseline="30000"/>
                        <a:t>-13</a:t>
                      </a:r>
                      <a:endParaRPr lang="en-US" altLang="zh-CN" sz="800" baseline="30000"/>
                    </a:p>
                  </a:txBody>
                  <a:tcPr marL="5760" marR="5760" marT="5760" marB="0" anchor="ctr" anchorCtr="0">
                    <a:solidFill>
                      <a:schemeClr val="tx2">
                        <a:lumMod val="20000"/>
                        <a:lumOff val="80000"/>
                      </a:schemeClr>
                    </a:solidFill>
                  </a:tcPr>
                </a:tc>
              </a:tr>
              <a:tr h="156210">
                <a:tc>
                  <a:txBody>
                    <a:bodyPr/>
                    <a:p>
                      <a:pPr algn="ctr" fontAlgn="ctr"/>
                      <a:r>
                        <a:rPr lang="zh-CN" altLang="en-US" sz="800"/>
                        <a:t>钨</a:t>
                      </a:r>
                      <a:endParaRPr lang="zh-CN" altLang="en-US" sz="800"/>
                    </a:p>
                  </a:txBody>
                  <a:tcPr marL="5760" marR="5760" marT="5760" marB="0" anchor="ctr" anchorCtr="0"/>
                </a:tc>
                <a:tc>
                  <a:txBody>
                    <a:bodyPr/>
                    <a:p>
                      <a:pPr algn="ctr" fontAlgn="ctr"/>
                      <a:r>
                        <a:rPr lang="en-US" altLang="zh-CN" sz="800"/>
                        <a:t>1.79×10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锗</a:t>
                      </a:r>
                      <a:endParaRPr lang="zh-CN" altLang="en-US" sz="800"/>
                    </a:p>
                  </a:txBody>
                  <a:tcPr marL="5760" marR="5760" marT="5760" marB="0" anchor="ctr" anchorCtr="0"/>
                </a:tc>
                <a:tc>
                  <a:txBody>
                    <a:bodyPr/>
                    <a:p>
                      <a:pPr algn="ctr" fontAlgn="ctr"/>
                      <a:r>
                        <a:rPr lang="en-US" altLang="zh-CN" sz="800"/>
                        <a:t>2.17</a:t>
                      </a:r>
                      <a:endParaRPr lang="en-US" altLang="zh-CN" sz="800"/>
                    </a:p>
                  </a:txBody>
                  <a:tcPr marL="5760" marR="5760" marT="5760" marB="0" anchor="ctr" anchorCtr="0">
                    <a:solidFill>
                      <a:schemeClr val="tx2">
                        <a:lumMod val="20000"/>
                        <a:lumOff val="80000"/>
                      </a:schemeClr>
                    </a:solidFill>
                  </a:tcPr>
                </a:tc>
              </a:tr>
              <a:tr h="157480">
                <a:tc>
                  <a:txBody>
                    <a:bodyPr/>
                    <a:p>
                      <a:pPr algn="ctr" fontAlgn="ctr"/>
                      <a:r>
                        <a:rPr lang="zh-CN" altLang="en-US" sz="800"/>
                        <a:t>锌</a:t>
                      </a:r>
                      <a:endParaRPr lang="zh-CN" altLang="en-US" sz="800"/>
                    </a:p>
                  </a:txBody>
                  <a:tcPr marL="5760" marR="5760" marT="5760" marB="0" anchor="ctr" anchorCtr="0"/>
                </a:tc>
                <a:tc>
                  <a:txBody>
                    <a:bodyPr/>
                    <a:p>
                      <a:pPr algn="ctr" fontAlgn="ctr"/>
                      <a:r>
                        <a:rPr lang="en-US" altLang="zh-CN" sz="800"/>
                        <a:t>1.69×10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海水</a:t>
                      </a:r>
                      <a:endParaRPr lang="zh-CN" altLang="en-US" sz="800"/>
                    </a:p>
                  </a:txBody>
                  <a:tcPr marL="5760" marR="5760" marT="5760" marB="0" anchor="ctr" anchorCtr="0"/>
                </a:tc>
                <a:tc>
                  <a:txBody>
                    <a:bodyPr/>
                    <a:p>
                      <a:pPr algn="ctr" fontAlgn="ctr"/>
                      <a:r>
                        <a:rPr lang="en-US" altLang="zh-CN" sz="800"/>
                        <a:t>4.8</a:t>
                      </a:r>
                      <a:endParaRPr lang="en-US" altLang="zh-CN" sz="800"/>
                    </a:p>
                  </a:txBody>
                  <a:tcPr marL="5760" marR="5760" marT="5760" marB="0" anchor="ctr" anchorCtr="0">
                    <a:solidFill>
                      <a:schemeClr val="tx2">
                        <a:lumMod val="20000"/>
                        <a:lumOff val="80000"/>
                      </a:schemeClr>
                    </a:solidFill>
                  </a:tcPr>
                </a:tc>
              </a:tr>
              <a:tr h="233045">
                <a:tc>
                  <a:txBody>
                    <a:bodyPr/>
                    <a:p>
                      <a:pPr algn="ctr" fontAlgn="ctr"/>
                      <a:r>
                        <a:rPr lang="zh-CN" altLang="en-US" sz="800"/>
                        <a:t>镍</a:t>
                      </a:r>
                      <a:endParaRPr lang="zh-CN" altLang="en-US" sz="800"/>
                    </a:p>
                  </a:txBody>
                  <a:tcPr marL="5760" marR="5760" marT="5760" marB="0" anchor="ctr" anchorCtr="0"/>
                </a:tc>
                <a:tc>
                  <a:txBody>
                    <a:bodyPr/>
                    <a:p>
                      <a:pPr algn="ctr" fontAlgn="ctr"/>
                      <a:r>
                        <a:rPr lang="en-US" altLang="zh-CN" sz="800"/>
                        <a:t>1.43×10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饮用水</a:t>
                      </a:r>
                      <a:endParaRPr lang="zh-CN" altLang="en-US" sz="800"/>
                    </a:p>
                  </a:txBody>
                  <a:tcPr marL="5760" marR="5760" marT="5760" marB="0" anchor="ctr" anchorCtr="0"/>
                </a:tc>
                <a:tc>
                  <a:txBody>
                    <a:bodyPr/>
                    <a:p>
                      <a:pPr algn="ctr" fontAlgn="ctr"/>
                      <a:r>
                        <a:rPr lang="en-US" altLang="zh-CN" sz="800"/>
                        <a:t>5×10</a:t>
                      </a:r>
                      <a:r>
                        <a:rPr lang="en-US" altLang="zh-CN" sz="800" baseline="30000"/>
                        <a:t>-4</a:t>
                      </a:r>
                      <a:r>
                        <a:rPr lang="zh-CN" altLang="en-US" sz="800"/>
                        <a:t>至</a:t>
                      </a:r>
                      <a:r>
                        <a:rPr lang="en-US" altLang="zh-CN" sz="800"/>
                        <a:t>5×10</a:t>
                      </a:r>
                      <a:r>
                        <a:rPr lang="en-US" altLang="zh-CN" sz="800" baseline="30000"/>
                        <a:t>-2</a:t>
                      </a:r>
                      <a:endParaRPr lang="en-US" altLang="zh-CN" sz="800" baseline="30000"/>
                    </a:p>
                  </a:txBody>
                  <a:tcPr marL="5760" marR="5760" marT="5760" marB="0" anchor="ctr" anchorCtr="0">
                    <a:solidFill>
                      <a:schemeClr val="tx2">
                        <a:lumMod val="20000"/>
                        <a:lumOff val="80000"/>
                      </a:schemeClr>
                    </a:solidFill>
                  </a:tcPr>
                </a:tc>
              </a:tr>
              <a:tr h="156845">
                <a:tc>
                  <a:txBody>
                    <a:bodyPr/>
                    <a:p>
                      <a:pPr algn="ctr" fontAlgn="ctr"/>
                      <a:r>
                        <a:rPr lang="zh-CN" altLang="en-US" sz="800"/>
                        <a:t>锂</a:t>
                      </a:r>
                      <a:endParaRPr lang="zh-CN" altLang="en-US" sz="800"/>
                    </a:p>
                  </a:txBody>
                  <a:tcPr marL="5760" marR="5760" marT="5760" marB="0" anchor="ctr" anchorCtr="0"/>
                </a:tc>
                <a:tc>
                  <a:txBody>
                    <a:bodyPr/>
                    <a:p>
                      <a:pPr algn="ctr" fontAlgn="ctr"/>
                      <a:r>
                        <a:rPr lang="en-US" altLang="zh-CN" sz="800"/>
                        <a:t>1.08×10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硅</a:t>
                      </a:r>
                      <a:endParaRPr lang="zh-CN" altLang="en-US" sz="800"/>
                    </a:p>
                  </a:txBody>
                  <a:tcPr marL="5760" marR="5760" marT="5760" marB="0" anchor="ctr" anchorCtr="0"/>
                </a:tc>
                <a:tc>
                  <a:txBody>
                    <a:bodyPr/>
                    <a:p>
                      <a:pPr algn="ctr" fontAlgn="ctr"/>
                      <a:r>
                        <a:rPr lang="en-US" altLang="zh-CN" sz="800"/>
                        <a:t>1.56×10</a:t>
                      </a:r>
                      <a:r>
                        <a:rPr lang="en-US" altLang="zh-CN" sz="800" baseline="30000"/>
                        <a:t>-3</a:t>
                      </a:r>
                      <a:endParaRPr lang="en-US" altLang="zh-CN" sz="800" baseline="30000"/>
                    </a:p>
                  </a:txBody>
                  <a:tcPr marL="5760" marR="5760" marT="5760" marB="0" anchor="ctr" anchorCtr="0">
                    <a:solidFill>
                      <a:schemeClr val="tx2">
                        <a:lumMod val="20000"/>
                        <a:lumOff val="80000"/>
                      </a:schemeClr>
                    </a:solidFill>
                  </a:tcPr>
                </a:tc>
              </a:tr>
              <a:tr h="175260">
                <a:tc>
                  <a:txBody>
                    <a:bodyPr/>
                    <a:p>
                      <a:pPr algn="ctr" fontAlgn="ctr"/>
                      <a:r>
                        <a:rPr lang="zh-CN" altLang="en-US" sz="800"/>
                        <a:t>铁</a:t>
                      </a:r>
                      <a:endParaRPr lang="zh-CN" altLang="en-US" sz="800"/>
                    </a:p>
                  </a:txBody>
                  <a:tcPr marL="5760" marR="5760" marT="5760" marB="0" anchor="ctr" anchorCtr="0"/>
                </a:tc>
                <a:tc>
                  <a:txBody>
                    <a:bodyPr/>
                    <a:p>
                      <a:pPr algn="ctr" fontAlgn="ctr"/>
                      <a:r>
                        <a:rPr lang="en-US" altLang="zh-CN" sz="800"/>
                        <a:t>1.00×10</a:t>
                      </a:r>
                      <a:r>
                        <a:rPr lang="en-US" altLang="zh-CN" sz="800" baseline="30000"/>
                        <a:t>7</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木材（潮湿）</a:t>
                      </a:r>
                      <a:endParaRPr lang="zh-CN" altLang="en-US" sz="800"/>
                    </a:p>
                  </a:txBody>
                  <a:tcPr marL="5760" marR="5760" marT="5760" marB="0" anchor="ctr" anchorCtr="0"/>
                </a:tc>
                <a:tc>
                  <a:txBody>
                    <a:bodyPr/>
                    <a:p>
                      <a:pPr algn="ctr" fontAlgn="ctr"/>
                      <a:r>
                        <a:rPr lang="en-US" altLang="zh-CN" sz="800"/>
                        <a:t>10</a:t>
                      </a:r>
                      <a:r>
                        <a:rPr lang="en-US" altLang="zh-CN" sz="800" baseline="30000"/>
                        <a:t>-4</a:t>
                      </a:r>
                      <a:r>
                        <a:rPr lang="zh-CN" altLang="en-US" sz="800"/>
                        <a:t>至</a:t>
                      </a:r>
                      <a:r>
                        <a:rPr lang="en-US" altLang="zh-CN" sz="800"/>
                        <a:t>10</a:t>
                      </a:r>
                      <a:r>
                        <a:rPr lang="en-US" altLang="zh-CN" sz="800" baseline="30000"/>
                        <a:t>-3</a:t>
                      </a:r>
                      <a:endParaRPr lang="en-US" altLang="zh-CN" sz="800" baseline="30000"/>
                    </a:p>
                  </a:txBody>
                  <a:tcPr marL="5760" marR="5760" marT="5760" marB="0" anchor="ctr" anchorCtr="0">
                    <a:solidFill>
                      <a:schemeClr val="tx2">
                        <a:lumMod val="20000"/>
                        <a:lumOff val="80000"/>
                      </a:schemeClr>
                    </a:solidFill>
                  </a:tcPr>
                </a:tc>
              </a:tr>
              <a:tr h="156845">
                <a:tc>
                  <a:txBody>
                    <a:bodyPr/>
                    <a:p>
                      <a:pPr algn="ctr" fontAlgn="ctr"/>
                      <a:r>
                        <a:rPr lang="zh-CN" altLang="en-US" sz="800"/>
                        <a:t>铂</a:t>
                      </a:r>
                      <a:endParaRPr lang="zh-CN" altLang="en-US" sz="800"/>
                    </a:p>
                  </a:txBody>
                  <a:tcPr marL="5760" marR="5760" marT="5760" marB="0" anchor="ctr" anchorCtr="0"/>
                </a:tc>
                <a:tc>
                  <a:txBody>
                    <a:bodyPr/>
                    <a:p>
                      <a:pPr algn="ctr" fontAlgn="ctr"/>
                      <a:r>
                        <a:rPr lang="en-US" altLang="zh-CN" sz="800"/>
                        <a:t>9.43×10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去离子水</a:t>
                      </a:r>
                      <a:endParaRPr lang="zh-CN" altLang="en-US" sz="800"/>
                    </a:p>
                  </a:txBody>
                  <a:tcPr marL="5760" marR="5760" marT="5760" marB="0" anchor="ctr" anchorCtr="0"/>
                </a:tc>
                <a:tc>
                  <a:txBody>
                    <a:bodyPr/>
                    <a:p>
                      <a:pPr algn="ctr" fontAlgn="ctr"/>
                      <a:r>
                        <a:rPr lang="en-US" altLang="zh-CN" sz="800"/>
                        <a:t>5.5×10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r>
              <a:tr h="252730">
                <a:tc>
                  <a:txBody>
                    <a:bodyPr/>
                    <a:p>
                      <a:pPr algn="ctr" fontAlgn="ctr"/>
                      <a:r>
                        <a:rPr lang="zh-CN" altLang="en-US" sz="800"/>
                        <a:t>锡</a:t>
                      </a:r>
                      <a:endParaRPr lang="zh-CN" altLang="en-US" sz="800"/>
                    </a:p>
                  </a:txBody>
                  <a:tcPr marL="5760" marR="5760" marT="5760" marB="0" anchor="ctr" anchorCtr="0"/>
                </a:tc>
                <a:tc>
                  <a:txBody>
                    <a:bodyPr/>
                    <a:p>
                      <a:pPr algn="ctr" fontAlgn="ctr"/>
                      <a:r>
                        <a:rPr lang="en-US" altLang="zh-CN" sz="800"/>
                        <a:t>9.17×10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玻璃</a:t>
                      </a:r>
                      <a:endParaRPr lang="zh-CN" altLang="en-US" sz="800"/>
                    </a:p>
                  </a:txBody>
                  <a:tcPr marL="5760" marR="5760" marT="5760" marB="0" anchor="ctr" anchorCtr="0"/>
                </a:tc>
                <a:tc>
                  <a:txBody>
                    <a:bodyPr/>
                    <a:p>
                      <a:pPr algn="ctr" fontAlgn="ctr"/>
                      <a:r>
                        <a:rPr lang="en-US" altLang="zh-CN" sz="800"/>
                        <a:t>10</a:t>
                      </a:r>
                      <a:r>
                        <a:rPr lang="en-US" altLang="zh-CN" sz="800" baseline="30000"/>
                        <a:t>-11</a:t>
                      </a:r>
                      <a:r>
                        <a:rPr lang="zh-CN" altLang="en-US" sz="800"/>
                        <a:t>至</a:t>
                      </a:r>
                      <a:r>
                        <a:rPr lang="en-US" altLang="zh-CN" sz="800"/>
                        <a:t>10</a:t>
                      </a:r>
                      <a:r>
                        <a:rPr lang="en-US" altLang="zh-CN" sz="800" baseline="30000"/>
                        <a:t>-15</a:t>
                      </a:r>
                      <a:endParaRPr lang="en-US" altLang="zh-CN" sz="800" baseline="30000"/>
                    </a:p>
                  </a:txBody>
                  <a:tcPr marL="5760" marR="5760" marT="5760" marB="0" anchor="ctr" anchorCtr="0">
                    <a:solidFill>
                      <a:schemeClr val="tx2">
                        <a:lumMod val="20000"/>
                        <a:lumOff val="80000"/>
                      </a:schemeClr>
                    </a:solidFill>
                  </a:tcPr>
                </a:tc>
              </a:tr>
              <a:tr h="156845">
                <a:tc>
                  <a:txBody>
                    <a:bodyPr/>
                    <a:p>
                      <a:pPr algn="ctr" fontAlgn="ctr"/>
                      <a:r>
                        <a:rPr lang="zh-CN" altLang="en-US" sz="800"/>
                        <a:t>铅</a:t>
                      </a:r>
                      <a:endParaRPr lang="zh-CN" altLang="en-US" sz="800"/>
                    </a:p>
                  </a:txBody>
                  <a:tcPr marL="5760" marR="5760" marT="5760" marB="0" anchor="ctr" anchorCtr="0"/>
                </a:tc>
                <a:tc>
                  <a:txBody>
                    <a:bodyPr/>
                    <a:p>
                      <a:pPr algn="ctr" fontAlgn="ctr"/>
                      <a:r>
                        <a:rPr lang="en-US" altLang="zh-CN" sz="800"/>
                        <a:t>4.55×10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硬橡胶</a:t>
                      </a:r>
                      <a:endParaRPr lang="zh-CN" altLang="en-US" sz="800"/>
                    </a:p>
                  </a:txBody>
                  <a:tcPr marL="5760" marR="5760" marT="5760" marB="0" anchor="ctr" anchorCtr="0"/>
                </a:tc>
                <a:tc>
                  <a:txBody>
                    <a:bodyPr/>
                    <a:p>
                      <a:pPr algn="ctr" fontAlgn="ctr"/>
                      <a:r>
                        <a:rPr lang="en-US" altLang="zh-CN" sz="800"/>
                        <a:t>10</a:t>
                      </a:r>
                      <a:r>
                        <a:rPr lang="en-US" altLang="zh-CN" sz="800" baseline="30000"/>
                        <a:t>-14</a:t>
                      </a:r>
                      <a:endParaRPr lang="en-US" altLang="zh-CN" sz="800" baseline="30000"/>
                    </a:p>
                  </a:txBody>
                  <a:tcPr marL="5760" marR="5760" marT="5760" marB="0" anchor="ctr" anchorCtr="0">
                    <a:solidFill>
                      <a:schemeClr val="tx2">
                        <a:lumMod val="20000"/>
                        <a:lumOff val="80000"/>
                      </a:schemeClr>
                    </a:solidFill>
                  </a:tcPr>
                </a:tc>
              </a:tr>
              <a:tr h="175895">
                <a:tc>
                  <a:txBody>
                    <a:bodyPr/>
                    <a:p>
                      <a:pPr algn="ctr" fontAlgn="ctr"/>
                      <a:r>
                        <a:rPr lang="zh-CN" altLang="en-US" sz="800"/>
                        <a:t>钛</a:t>
                      </a:r>
                      <a:endParaRPr lang="zh-CN" altLang="en-US" sz="800"/>
                    </a:p>
                  </a:txBody>
                  <a:tcPr marL="5760" marR="5760" marT="5760" marB="0" anchor="ctr" anchorCtr="0"/>
                </a:tc>
                <a:tc>
                  <a:txBody>
                    <a:bodyPr/>
                    <a:p>
                      <a:pPr algn="ctr" fontAlgn="ctr"/>
                      <a:r>
                        <a:rPr lang="en-US" altLang="zh-CN" sz="800"/>
                        <a:t>2.38×10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木材（烤箱干燥）</a:t>
                      </a:r>
                      <a:endParaRPr lang="zh-CN" altLang="en-US" sz="800"/>
                    </a:p>
                  </a:txBody>
                  <a:tcPr marL="5760" marR="5760" marT="5760" marB="0" anchor="ctr" anchorCtr="0"/>
                </a:tc>
                <a:tc>
                  <a:txBody>
                    <a:bodyPr/>
                    <a:p>
                      <a:pPr algn="ctr" fontAlgn="ctr"/>
                      <a:r>
                        <a:rPr lang="en-US" altLang="zh-CN" sz="800"/>
                        <a:t>10</a:t>
                      </a:r>
                      <a:r>
                        <a:rPr lang="en-US" altLang="zh-CN" sz="800" baseline="30000"/>
                        <a:t>-16</a:t>
                      </a:r>
                      <a:r>
                        <a:rPr lang="zh-CN" altLang="en-US" sz="800"/>
                        <a:t>至</a:t>
                      </a:r>
                      <a:r>
                        <a:rPr lang="en-US" altLang="zh-CN" sz="800"/>
                        <a:t>10</a:t>
                      </a:r>
                      <a:r>
                        <a:rPr lang="en-US" altLang="zh-CN" sz="800" baseline="30000"/>
                        <a:t>-14</a:t>
                      </a:r>
                      <a:endParaRPr lang="en-US" altLang="zh-CN" sz="800" baseline="30000"/>
                    </a:p>
                  </a:txBody>
                  <a:tcPr marL="5760" marR="5760" marT="5760" marB="0" anchor="ctr" anchorCtr="0">
                    <a:solidFill>
                      <a:schemeClr val="tx2">
                        <a:lumMod val="20000"/>
                        <a:lumOff val="80000"/>
                      </a:schemeClr>
                    </a:solidFill>
                  </a:tcPr>
                </a:tc>
              </a:tr>
              <a:tr h="249555">
                <a:tc>
                  <a:txBody>
                    <a:bodyPr/>
                    <a:p>
                      <a:pPr algn="ctr" fontAlgn="ctr"/>
                      <a:r>
                        <a:rPr lang="zh-CN" altLang="en-US" sz="800"/>
                        <a:t>晶粒取向电工钢</a:t>
                      </a:r>
                      <a:endParaRPr lang="zh-CN" altLang="en-US" sz="800"/>
                    </a:p>
                  </a:txBody>
                  <a:tcPr marL="5760" marR="5760" marT="5760" marB="0" anchor="ctr" anchorCtr="0"/>
                </a:tc>
                <a:tc>
                  <a:txBody>
                    <a:bodyPr/>
                    <a:p>
                      <a:pPr algn="ctr" fontAlgn="ctr"/>
                      <a:r>
                        <a:rPr lang="en-US" altLang="zh-CN" sz="800"/>
                        <a:t>2.17×10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硫</a:t>
                      </a:r>
                      <a:endParaRPr lang="zh-CN" altLang="en-US" sz="800"/>
                    </a:p>
                  </a:txBody>
                  <a:tcPr marL="5760" marR="5760" marT="5760" marB="0" anchor="ctr" anchorCtr="0"/>
                </a:tc>
                <a:tc>
                  <a:txBody>
                    <a:bodyPr/>
                    <a:p>
                      <a:pPr algn="ctr" fontAlgn="ctr"/>
                      <a:r>
                        <a:rPr lang="en-US" altLang="zh-CN" sz="800"/>
                        <a:t>10</a:t>
                      </a:r>
                      <a:r>
                        <a:rPr lang="en-US" altLang="zh-CN" sz="800" baseline="30000"/>
                        <a:t>-16</a:t>
                      </a:r>
                      <a:endParaRPr lang="en-US" altLang="zh-CN" sz="800" baseline="30000"/>
                    </a:p>
                  </a:txBody>
                  <a:tcPr marL="5760" marR="5760" marT="5760" marB="0" anchor="ctr" anchorCtr="0">
                    <a:solidFill>
                      <a:schemeClr val="tx2">
                        <a:lumMod val="20000"/>
                        <a:lumOff val="80000"/>
                      </a:schemeClr>
                    </a:solidFill>
                  </a:tcPr>
                </a:tc>
              </a:tr>
              <a:tr h="309880">
                <a:tc>
                  <a:txBody>
                    <a:bodyPr/>
                    <a:p>
                      <a:pPr algn="ctr" fontAlgn="ctr"/>
                      <a:r>
                        <a:rPr lang="zh-CN" altLang="en-US" sz="800"/>
                        <a:t>锰铜</a:t>
                      </a:r>
                      <a:endParaRPr lang="zh-CN" altLang="en-US" sz="800"/>
                    </a:p>
                  </a:txBody>
                  <a:tcPr marL="5760" marR="5760" marT="5760" marB="0" anchor="ctr" anchorCtr="0"/>
                </a:tc>
                <a:tc>
                  <a:txBody>
                    <a:bodyPr/>
                    <a:p>
                      <a:pPr algn="ctr" fontAlgn="ctr"/>
                      <a:r>
                        <a:rPr lang="en-US" altLang="zh-CN" sz="800"/>
                        <a:t>2.07×10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空气</a:t>
                      </a:r>
                      <a:endParaRPr lang="zh-CN" altLang="en-US" sz="800"/>
                    </a:p>
                  </a:txBody>
                  <a:tcPr marL="5760" marR="5760" marT="5760" marB="0" anchor="ctr" anchorCtr="0"/>
                </a:tc>
                <a:tc>
                  <a:txBody>
                    <a:bodyPr/>
                    <a:p>
                      <a:pPr algn="ctr" fontAlgn="ctr"/>
                      <a:r>
                        <a:rPr lang="en-US" altLang="zh-CN" sz="800"/>
                        <a:t>3×10</a:t>
                      </a:r>
                      <a:r>
                        <a:rPr lang="en-US" altLang="zh-CN" sz="800" baseline="30000"/>
                        <a:t>-15</a:t>
                      </a:r>
                      <a:r>
                        <a:rPr lang="zh-CN" altLang="en-US" sz="800"/>
                        <a:t>至</a:t>
                      </a:r>
                      <a:r>
                        <a:rPr lang="en-US" altLang="zh-CN" sz="800"/>
                        <a:t>8×10</a:t>
                      </a:r>
                      <a:r>
                        <a:rPr lang="en-US" altLang="zh-CN" sz="800" baseline="30000"/>
                        <a:t>-15</a:t>
                      </a:r>
                      <a:endParaRPr lang="en-US" altLang="zh-CN" sz="800" baseline="30000"/>
                    </a:p>
                  </a:txBody>
                  <a:tcPr marL="5760" marR="5760" marT="5760" marB="0" anchor="ctr" anchorCtr="0">
                    <a:solidFill>
                      <a:schemeClr val="tx2">
                        <a:lumMod val="20000"/>
                        <a:lumOff val="80000"/>
                      </a:schemeClr>
                    </a:solidFill>
                  </a:tcPr>
                </a:tc>
              </a:tr>
              <a:tr h="158115">
                <a:tc>
                  <a:txBody>
                    <a:bodyPr/>
                    <a:p>
                      <a:pPr algn="ctr" fontAlgn="ctr"/>
                      <a:r>
                        <a:rPr lang="zh-CN" altLang="en-US" sz="800"/>
                        <a:t>康铜</a:t>
                      </a:r>
                      <a:endParaRPr lang="zh-CN" altLang="en-US" sz="800"/>
                    </a:p>
                  </a:txBody>
                  <a:tcPr marL="5760" marR="5760" marT="5760" marB="0" anchor="ctr" anchorCtr="0"/>
                </a:tc>
                <a:tc>
                  <a:txBody>
                    <a:bodyPr/>
                    <a:p>
                      <a:pPr algn="ctr" fontAlgn="ctr"/>
                      <a:r>
                        <a:rPr lang="en-US" altLang="zh-CN" sz="800"/>
                        <a:t>2.04×10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石蜡</a:t>
                      </a:r>
                      <a:endParaRPr lang="zh-CN" altLang="en-US" sz="800"/>
                    </a:p>
                  </a:txBody>
                  <a:tcPr marL="5760" marR="5760" marT="5760" marB="0" anchor="ctr" anchorCtr="0"/>
                </a:tc>
                <a:tc>
                  <a:txBody>
                    <a:bodyPr/>
                    <a:p>
                      <a:pPr algn="ctr" fontAlgn="ctr"/>
                      <a:r>
                        <a:rPr lang="en-US" altLang="zh-CN" sz="800"/>
                        <a:t>10</a:t>
                      </a:r>
                      <a:r>
                        <a:rPr lang="en-US" altLang="zh-CN" sz="800" baseline="30000"/>
                        <a:t>-18</a:t>
                      </a:r>
                      <a:endParaRPr lang="en-US" altLang="zh-CN" sz="800" baseline="30000"/>
                    </a:p>
                  </a:txBody>
                  <a:tcPr marL="5760" marR="5760" marT="5760" marB="0" anchor="ctr" anchorCtr="0">
                    <a:solidFill>
                      <a:schemeClr val="tx2">
                        <a:lumMod val="20000"/>
                        <a:lumOff val="80000"/>
                      </a:schemeClr>
                    </a:solidFill>
                  </a:tcPr>
                </a:tc>
              </a:tr>
              <a:tr h="156845">
                <a:tc>
                  <a:txBody>
                    <a:bodyPr/>
                    <a:p>
                      <a:pPr algn="ctr" fontAlgn="ctr"/>
                      <a:r>
                        <a:rPr lang="zh-CN" altLang="en-US" sz="800"/>
                        <a:t>不锈钢</a:t>
                      </a:r>
                      <a:endParaRPr lang="zh-CN" altLang="en-US" sz="800"/>
                    </a:p>
                  </a:txBody>
                  <a:tcPr marL="5760" marR="5760" marT="5760" marB="0" anchor="ctr" anchorCtr="0"/>
                </a:tc>
                <a:tc>
                  <a:txBody>
                    <a:bodyPr/>
                    <a:p>
                      <a:pPr algn="ctr" fontAlgn="ctr"/>
                      <a:r>
                        <a:rPr lang="en-US" altLang="zh-CN" sz="800"/>
                        <a:t>1.45×10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熔融石英</a:t>
                      </a:r>
                      <a:endParaRPr lang="zh-CN" altLang="en-US" sz="800"/>
                    </a:p>
                  </a:txBody>
                  <a:tcPr marL="5760" marR="5760" marT="5760" marB="0" anchor="ctr" anchorCtr="0"/>
                </a:tc>
                <a:tc>
                  <a:txBody>
                    <a:bodyPr/>
                    <a:p>
                      <a:pPr algn="ctr" fontAlgn="ctr"/>
                      <a:r>
                        <a:rPr lang="en-US" altLang="zh-CN" sz="800"/>
                        <a:t>1.3×10</a:t>
                      </a:r>
                      <a:r>
                        <a:rPr lang="en-US" altLang="zh-CN" sz="800" baseline="30000"/>
                        <a:t>-18</a:t>
                      </a:r>
                      <a:endParaRPr lang="en-US" altLang="zh-CN" sz="800" baseline="30000"/>
                    </a:p>
                  </a:txBody>
                  <a:tcPr marL="5760" marR="5760" marT="5760" marB="0" anchor="ctr" anchorCtr="0">
                    <a:solidFill>
                      <a:schemeClr val="tx2">
                        <a:lumMod val="20000"/>
                        <a:lumOff val="80000"/>
                      </a:schemeClr>
                    </a:solidFill>
                  </a:tcPr>
                </a:tc>
              </a:tr>
              <a:tr h="154940">
                <a:tc>
                  <a:txBody>
                    <a:bodyPr/>
                    <a:p>
                      <a:pPr algn="ctr" fontAlgn="ctr"/>
                      <a:r>
                        <a:rPr lang="zh-CN" altLang="en-US" sz="800"/>
                        <a:t>汞</a:t>
                      </a:r>
                      <a:endParaRPr lang="zh-CN" altLang="en-US" sz="800"/>
                    </a:p>
                  </a:txBody>
                  <a:tcPr marL="5760" marR="5760" marT="5760" marB="0" anchor="ctr" anchorCtr="0"/>
                </a:tc>
                <a:tc>
                  <a:txBody>
                    <a:bodyPr/>
                    <a:p>
                      <a:pPr algn="ctr" fontAlgn="ctr"/>
                      <a:r>
                        <a:rPr lang="en-US" altLang="zh-CN" sz="800"/>
                        <a:t>1.02×10</a:t>
                      </a:r>
                      <a:r>
                        <a:rPr lang="en-US" altLang="zh-CN" sz="800" baseline="30000"/>
                        <a:t>6</a:t>
                      </a:r>
                      <a:endParaRPr lang="en-US" altLang="zh-CN" sz="800" baseline="30000"/>
                    </a:p>
                  </a:txBody>
                  <a:tcPr marL="5760" marR="5760" marT="5760" marB="0" anchor="ctr" anchorCtr="0">
                    <a:solidFill>
                      <a:schemeClr val="tx2">
                        <a:lumMod val="20000"/>
                        <a:lumOff val="80000"/>
                      </a:schemeClr>
                    </a:solidFill>
                  </a:tcPr>
                </a:tc>
                <a:tc>
                  <a:txBody>
                    <a:bodyPr/>
                    <a:p>
                      <a:pPr algn="ctr" fontAlgn="ctr"/>
                      <a:r>
                        <a:rPr lang="zh-CN" altLang="en-US" sz="800"/>
                        <a:t>特富龙</a:t>
                      </a:r>
                      <a:endParaRPr lang="zh-CN" altLang="en-US" sz="800"/>
                    </a:p>
                  </a:txBody>
                  <a:tcPr marL="5760" marR="5760" marT="5760" marB="0" anchor="ctr" anchorCtr="0"/>
                </a:tc>
                <a:tc>
                  <a:txBody>
                    <a:bodyPr/>
                    <a:p>
                      <a:pPr algn="ctr" fontAlgn="ctr"/>
                      <a:r>
                        <a:rPr lang="en-US" altLang="zh-CN" sz="800"/>
                        <a:t>10</a:t>
                      </a:r>
                      <a:r>
                        <a:rPr lang="en-US" altLang="zh-CN" sz="800" baseline="30000"/>
                        <a:t>-25</a:t>
                      </a:r>
                      <a:r>
                        <a:rPr lang="zh-CN" altLang="en-US" sz="800"/>
                        <a:t>至</a:t>
                      </a:r>
                      <a:r>
                        <a:rPr lang="en-US" altLang="zh-CN" sz="800"/>
                        <a:t>10</a:t>
                      </a:r>
                      <a:r>
                        <a:rPr lang="en-US" altLang="zh-CN" sz="800" baseline="30000"/>
                        <a:t>-23</a:t>
                      </a:r>
                      <a:endParaRPr lang="en-US" altLang="zh-CN" sz="800" baseline="30000"/>
                    </a:p>
                  </a:txBody>
                  <a:tcPr marL="5760" marR="5760" marT="5760" marB="0" anchor="ctr" anchorCtr="0">
                    <a:solidFill>
                      <a:schemeClr val="tx2">
                        <a:lumMod val="20000"/>
                        <a:lumOff val="80000"/>
                      </a:schemeClr>
                    </a:solidFill>
                  </a:tcPr>
                </a:tc>
              </a:tr>
              <a:tr h="253365">
                <a:tc>
                  <a:txBody>
                    <a:bodyPr/>
                    <a:p>
                      <a:pPr algn="ctr" fontAlgn="ctr"/>
                      <a:r>
                        <a:rPr lang="zh-CN" altLang="en-US" sz="800"/>
                        <a:t>镍铬合金</a:t>
                      </a:r>
                      <a:endParaRPr lang="zh-CN" altLang="en-US" sz="800"/>
                    </a:p>
                  </a:txBody>
                  <a:tcPr marL="5760" marR="5760" marT="5760" marB="0" anchor="ctr" anchorCtr="0"/>
                </a:tc>
                <a:tc>
                  <a:txBody>
                    <a:bodyPr/>
                    <a:p>
                      <a:pPr algn="ctr" fontAlgn="ctr"/>
                      <a:r>
                        <a:rPr lang="en-US" altLang="zh-CN" sz="800"/>
                        <a:t>9.09×10</a:t>
                      </a:r>
                      <a:r>
                        <a:rPr lang="en-US" altLang="zh-CN" sz="800" baseline="30000"/>
                        <a:t>5</a:t>
                      </a:r>
                      <a:endParaRPr lang="en-US" altLang="zh-CN" sz="800" baseline="30000"/>
                    </a:p>
                  </a:txBody>
                  <a:tcPr marL="5760" marR="5760" marT="5760" marB="0" anchor="ctr" anchorCtr="0">
                    <a:solidFill>
                      <a:schemeClr val="tx2">
                        <a:lumMod val="20000"/>
                        <a:lumOff val="80000"/>
                      </a:schemeClr>
                    </a:solidFill>
                  </a:tcPr>
                </a:tc>
                <a:tc>
                  <a:txBody>
                    <a:bodyPr/>
                    <a:p>
                      <a:pPr algn="ctr" fontAlgn="ctr">
                        <a:buClrTx/>
                        <a:buSzTx/>
                        <a:buFontTx/>
                      </a:pPr>
                      <a:r>
                        <a:rPr lang="zh-CN" altLang="en-US" sz="800"/>
                        <a:t>真空</a:t>
                      </a:r>
                      <a:endParaRPr lang="zh-CN" altLang="en-US" sz="800"/>
                    </a:p>
                  </a:txBody>
                  <a:tcPr marL="5760" marR="5760" marT="5760" marB="0" anchor="ctr" anchorCtr="0"/>
                </a:tc>
                <a:tc>
                  <a:txBody>
                    <a:bodyPr/>
                    <a:p>
                      <a:pPr algn="ctr" fontAlgn="ctr">
                        <a:buClrTx/>
                        <a:buSzTx/>
                        <a:buFontTx/>
                      </a:pPr>
                      <a:r>
                        <a:rPr lang="zh-CN" altLang="en-US" sz="800"/>
                        <a:t>0</a:t>
                      </a:r>
                      <a:endParaRPr lang="zh-CN" altLang="en-US" sz="800"/>
                    </a:p>
                  </a:txBody>
                  <a:tcPr marL="5760" marR="5760" marT="5760" marB="0" anchor="ctr" anchorCtr="0">
                    <a:solidFill>
                      <a:schemeClr val="tx2">
                        <a:lumMod val="20000"/>
                        <a:lumOff val="80000"/>
                      </a:schemeClr>
                    </a:solidFill>
                  </a:tcPr>
                </a:tc>
              </a:tr>
            </a:tbl>
          </a:graphicData>
        </a:graphic>
      </p:graphicFrame>
      <p:pic>
        <p:nvPicPr>
          <p:cNvPr id="24" name="图片 23"/>
          <p:cNvPicPr/>
          <p:nvPr/>
        </p:nvPicPr>
        <p:blipFill>
          <a:blip r:embed="rId3"/>
          <a:stretch>
            <a:fillRect/>
          </a:stretch>
        </p:blipFill>
        <p:spPr>
          <a:xfrm>
            <a:off x="4853940" y="1684655"/>
            <a:ext cx="3620135" cy="3663315"/>
          </a:xfrm>
          <a:prstGeom prst="rect">
            <a:avLst/>
          </a:prstGeom>
        </p:spPr>
      </p:pic>
      <p:sp>
        <p:nvSpPr>
          <p:cNvPr id="20" name="文本框 19"/>
          <p:cNvSpPr txBox="1"/>
          <p:nvPr/>
        </p:nvSpPr>
        <p:spPr>
          <a:xfrm>
            <a:off x="5702875" y="5460539"/>
            <a:ext cx="2053590" cy="275590"/>
          </a:xfrm>
          <a:prstGeom prst="rect">
            <a:avLst/>
          </a:prstGeom>
          <a:noFill/>
        </p:spPr>
        <p:txBody>
          <a:bodyPr wrap="none" rtlCol="0">
            <a:spAutoFit/>
          </a:bodyPr>
          <a:lstStyle/>
          <a:p>
            <a:r>
              <a:rPr lang="zh-CN" altLang="en-US" sz="1200" dirty="0"/>
              <a:t>表</a:t>
            </a:r>
            <a:r>
              <a:rPr lang="en-US" altLang="zh-CN" sz="1200" dirty="0"/>
              <a:t> </a:t>
            </a:r>
            <a:r>
              <a:rPr lang="zh-CN" altLang="en-US" sz="1200" dirty="0"/>
              <a:t>常见材料的</a:t>
            </a:r>
            <a:r>
              <a:rPr lang="zh-CN" altLang="en-US" sz="1200" dirty="0"/>
              <a:t>相对介电常数</a:t>
            </a:r>
            <a:endParaRPr lang="zh-CN" altLang="en-US" sz="1200" dirty="0"/>
          </a:p>
        </p:txBody>
      </p:sp>
      <p:sp>
        <p:nvSpPr>
          <p:cNvPr id="8" name="文本框 7"/>
          <p:cNvSpPr txBox="1"/>
          <p:nvPr/>
        </p:nvSpPr>
        <p:spPr>
          <a:xfrm>
            <a:off x="9424610" y="5508161"/>
            <a:ext cx="1901190" cy="275590"/>
          </a:xfrm>
          <a:prstGeom prst="rect">
            <a:avLst/>
          </a:prstGeom>
          <a:noFill/>
        </p:spPr>
        <p:txBody>
          <a:bodyPr wrap="none" rtlCol="0">
            <a:spAutoFit/>
          </a:bodyPr>
          <a:lstStyle/>
          <a:p>
            <a:r>
              <a:rPr lang="zh-CN" altLang="en-US" sz="1200" dirty="0"/>
              <a:t>表</a:t>
            </a:r>
            <a:r>
              <a:rPr lang="en-US" altLang="zh-CN" sz="1200" dirty="0"/>
              <a:t> </a:t>
            </a:r>
            <a:r>
              <a:rPr lang="zh-CN" altLang="en-US" sz="1200" dirty="0"/>
              <a:t>常见材料的</a:t>
            </a:r>
            <a:r>
              <a:rPr lang="zh-CN" altLang="en-US" sz="1200" dirty="0"/>
              <a:t>相对磁导率</a:t>
            </a:r>
            <a:endParaRPr lang="zh-CN" altLang="en-US" sz="1200" dirty="0"/>
          </a:p>
        </p:txBody>
      </p:sp>
      <p:pic>
        <p:nvPicPr>
          <p:cNvPr id="10" name="图片 9"/>
          <p:cNvPicPr>
            <a:picLocks noChangeAspect="1"/>
          </p:cNvPicPr>
          <p:nvPr/>
        </p:nvPicPr>
        <p:blipFill>
          <a:blip r:embed="rId4"/>
          <a:srcRect r="55125"/>
          <a:stretch>
            <a:fillRect/>
          </a:stretch>
        </p:blipFill>
        <p:spPr>
          <a:xfrm>
            <a:off x="9034780" y="1553210"/>
            <a:ext cx="2376170" cy="3907155"/>
          </a:xfrm>
          <a:prstGeom prst="rect">
            <a:avLst/>
          </a:prstGeom>
        </p:spPr>
      </p:pic>
      <p:graphicFrame>
        <p:nvGraphicFramePr>
          <p:cNvPr id="11" name="对象 10">
            <a:hlinkClick r:id="" action="ppaction://ole?verb="/>
          </p:cNvPr>
          <p:cNvGraphicFramePr>
            <a:graphicFrameLocks noChangeAspect="1"/>
          </p:cNvGraphicFramePr>
          <p:nvPr/>
        </p:nvGraphicFramePr>
        <p:xfrm>
          <a:off x="997903" y="6270625"/>
          <a:ext cx="7549515" cy="228600"/>
        </p:xfrm>
        <a:graphic>
          <a:graphicData uri="http://schemas.openxmlformats.org/presentationml/2006/ole">
            <mc:AlternateContent xmlns:mc="http://schemas.openxmlformats.org/markup-compatibility/2006">
              <mc:Choice xmlns:v="urn:schemas-microsoft-com:vml" Requires="v">
                <p:oleObj spid="_x0000_s12" name="" r:id="rId5" imgW="6769100" imgH="203200" progId="Equation.KSEE3">
                  <p:embed/>
                </p:oleObj>
              </mc:Choice>
              <mc:Fallback>
                <p:oleObj name="" r:id="rId5" imgW="6769100" imgH="203200" progId="Equation.KSEE3">
                  <p:embed/>
                  <p:pic>
                    <p:nvPicPr>
                      <p:cNvPr id="0" name="图片 1024"/>
                      <p:cNvPicPr/>
                      <p:nvPr/>
                    </p:nvPicPr>
                    <p:blipFill>
                      <a:blip r:embed="rId6"/>
                      <a:stretch>
                        <a:fillRect/>
                      </a:stretch>
                    </p:blipFill>
                    <p:spPr>
                      <a:xfrm>
                        <a:off x="997903" y="6270625"/>
                        <a:ext cx="7549515" cy="228600"/>
                      </a:xfrm>
                      <a:prstGeom prst="rect">
                        <a:avLst/>
                      </a:prstGeom>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8367" y="138876"/>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cxnSp>
        <p:nvCxnSpPr>
          <p:cNvPr id="15" name="直接连接符 14"/>
          <p:cNvCxnSpPr/>
          <p:nvPr/>
        </p:nvCxnSpPr>
        <p:spPr>
          <a:xfrm flipH="1">
            <a:off x="5644515" y="628650"/>
            <a:ext cx="0" cy="6120000"/>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5955031" y="782638"/>
          <a:ext cx="4554855" cy="194310"/>
        </p:xfrm>
        <a:graphic>
          <a:graphicData uri="http://schemas.openxmlformats.org/presentationml/2006/ole">
            <mc:AlternateContent xmlns:mc="http://schemas.openxmlformats.org/markup-compatibility/2006">
              <mc:Choice xmlns:v="urn:schemas-microsoft-com:vml" Requires="v">
                <p:oleObj spid="_x0000_s7" name="" r:id="rId1" imgW="4800600" imgH="203200" progId="Equation.KSEE3">
                  <p:embed/>
                </p:oleObj>
              </mc:Choice>
              <mc:Fallback>
                <p:oleObj name="" r:id="rId1" imgW="4800600" imgH="203200" progId="Equation.KSEE3">
                  <p:embed/>
                  <p:pic>
                    <p:nvPicPr>
                      <p:cNvPr id="0" name="图片 1024"/>
                      <p:cNvPicPr/>
                      <p:nvPr/>
                    </p:nvPicPr>
                    <p:blipFill>
                      <a:blip r:embed="rId2"/>
                      <a:stretch>
                        <a:fillRect/>
                      </a:stretch>
                    </p:blipFill>
                    <p:spPr>
                      <a:xfrm>
                        <a:off x="5955031" y="782638"/>
                        <a:ext cx="4554855" cy="19431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5782310" y="3238818"/>
          <a:ext cx="6299835" cy="3397250"/>
        </p:xfrm>
        <a:graphic>
          <a:graphicData uri="http://schemas.openxmlformats.org/presentationml/2006/ole">
            <mc:AlternateContent xmlns:mc="http://schemas.openxmlformats.org/markup-compatibility/2006">
              <mc:Choice xmlns:v="urn:schemas-microsoft-com:vml" Requires="v">
                <p:oleObj spid="_x0000_s12" name="" r:id="rId3" imgW="7124700" imgH="3810000" progId="Equation.KSEE3">
                  <p:embed/>
                </p:oleObj>
              </mc:Choice>
              <mc:Fallback>
                <p:oleObj name="" r:id="rId3" imgW="7124700" imgH="3810000" progId="Equation.KSEE3">
                  <p:embed/>
                  <p:pic>
                    <p:nvPicPr>
                      <p:cNvPr id="0" name="图片 1024"/>
                      <p:cNvPicPr/>
                      <p:nvPr/>
                    </p:nvPicPr>
                    <p:blipFill>
                      <a:blip r:embed="rId4"/>
                      <a:stretch>
                        <a:fillRect/>
                      </a:stretch>
                    </p:blipFill>
                    <p:spPr>
                      <a:xfrm>
                        <a:off x="5782310" y="3238818"/>
                        <a:ext cx="6299835" cy="339725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442596" y="777558"/>
          <a:ext cx="4275455" cy="194310"/>
        </p:xfrm>
        <a:graphic>
          <a:graphicData uri="http://schemas.openxmlformats.org/presentationml/2006/ole">
            <mc:AlternateContent xmlns:mc="http://schemas.openxmlformats.org/markup-compatibility/2006">
              <mc:Choice xmlns:v="urn:schemas-microsoft-com:vml" Requires="v">
                <p:oleObj spid="_x0000_s16" name="" r:id="rId5" imgW="4508500" imgH="203200" progId="Equation.KSEE3">
                  <p:embed/>
                </p:oleObj>
              </mc:Choice>
              <mc:Fallback>
                <p:oleObj name="" r:id="rId5" imgW="4508500" imgH="203200" progId="Equation.KSEE3">
                  <p:embed/>
                  <p:pic>
                    <p:nvPicPr>
                      <p:cNvPr id="0" name="图片 1024"/>
                      <p:cNvPicPr/>
                      <p:nvPr/>
                    </p:nvPicPr>
                    <p:blipFill>
                      <a:blip r:embed="rId6"/>
                      <a:stretch>
                        <a:fillRect/>
                      </a:stretch>
                    </p:blipFill>
                    <p:spPr>
                      <a:xfrm>
                        <a:off x="442596" y="777558"/>
                        <a:ext cx="4275455" cy="194310"/>
                      </a:xfrm>
                      <a:prstGeom prst="rect">
                        <a:avLst/>
                      </a:prstGeom>
                    </p:spPr>
                  </p:pic>
                </p:oleObj>
              </mc:Fallback>
            </mc:AlternateContent>
          </a:graphicData>
        </a:graphic>
      </p:graphicFrame>
      <p:graphicFrame>
        <p:nvGraphicFramePr>
          <p:cNvPr id="17" name="对象 16">
            <a:hlinkClick r:id="" action="ppaction://ole?verb="/>
          </p:cNvPr>
          <p:cNvGraphicFramePr>
            <a:graphicFrameLocks noChangeAspect="1"/>
          </p:cNvGraphicFramePr>
          <p:nvPr/>
        </p:nvGraphicFramePr>
        <p:xfrm>
          <a:off x="289243" y="3744278"/>
          <a:ext cx="5208270" cy="2692400"/>
        </p:xfrm>
        <a:graphic>
          <a:graphicData uri="http://schemas.openxmlformats.org/presentationml/2006/ole">
            <mc:AlternateContent xmlns:mc="http://schemas.openxmlformats.org/markup-compatibility/2006">
              <mc:Choice xmlns:v="urn:schemas-microsoft-com:vml" Requires="v">
                <p:oleObj spid="_x0000_s18" name="" r:id="rId7" imgW="5892165" imgH="3022600" progId="Equation.KSEE3">
                  <p:embed/>
                </p:oleObj>
              </mc:Choice>
              <mc:Fallback>
                <p:oleObj name="" r:id="rId7" imgW="5892165" imgH="3022600" progId="Equation.KSEE3">
                  <p:embed/>
                  <p:pic>
                    <p:nvPicPr>
                      <p:cNvPr id="0" name="图片 1024"/>
                      <p:cNvPicPr/>
                      <p:nvPr/>
                    </p:nvPicPr>
                    <p:blipFill>
                      <a:blip r:embed="rId8"/>
                      <a:stretch>
                        <a:fillRect/>
                      </a:stretch>
                    </p:blipFill>
                    <p:spPr>
                      <a:xfrm>
                        <a:off x="289243" y="3744278"/>
                        <a:ext cx="5208270" cy="2692400"/>
                      </a:xfrm>
                      <a:prstGeom prst="rect">
                        <a:avLst/>
                      </a:prstGeom>
                    </p:spPr>
                  </p:pic>
                </p:oleObj>
              </mc:Fallback>
            </mc:AlternateContent>
          </a:graphicData>
        </a:graphic>
      </p:graphicFrame>
      <p:pic>
        <p:nvPicPr>
          <p:cNvPr id="48" name="图片 47"/>
          <p:cNvPicPr>
            <a:picLocks noChangeAspect="1"/>
          </p:cNvPicPr>
          <p:nvPr/>
        </p:nvPicPr>
        <p:blipFill>
          <a:blip r:embed="rId9"/>
          <a:stretch>
            <a:fillRect/>
          </a:stretch>
        </p:blipFill>
        <p:spPr>
          <a:xfrm>
            <a:off x="1371600" y="1034415"/>
            <a:ext cx="2629535" cy="2632710"/>
          </a:xfrm>
          <a:prstGeom prst="rect">
            <a:avLst/>
          </a:prstGeom>
        </p:spPr>
      </p:pic>
      <p:pic>
        <p:nvPicPr>
          <p:cNvPr id="49" name="图片 48"/>
          <p:cNvPicPr>
            <a:picLocks noChangeAspect="1"/>
          </p:cNvPicPr>
          <p:nvPr/>
        </p:nvPicPr>
        <p:blipFill>
          <a:blip r:embed="rId10"/>
          <a:srcRect t="12827" b="9686"/>
          <a:stretch>
            <a:fillRect/>
          </a:stretch>
        </p:blipFill>
        <p:spPr>
          <a:xfrm>
            <a:off x="7184390" y="1010285"/>
            <a:ext cx="2711450" cy="2134870"/>
          </a:xfrm>
          <a:prstGeom prst="rect">
            <a:avLst/>
          </a:prstGeom>
        </p:spPr>
      </p:pic>
      <p:pic>
        <p:nvPicPr>
          <p:cNvPr id="4" name="图片 3"/>
          <p:cNvPicPr>
            <a:picLocks noChangeAspect="1"/>
          </p:cNvPicPr>
          <p:nvPr/>
        </p:nvPicPr>
        <p:blipFill>
          <a:blip r:embed="rId11"/>
          <a:stretch>
            <a:fillRect/>
          </a:stretch>
        </p:blipFill>
        <p:spPr>
          <a:xfrm>
            <a:off x="12670790" y="3751580"/>
            <a:ext cx="3136265" cy="2705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文本框 21"/>
          <p:cNvSpPr txBox="1"/>
          <p:nvPr/>
        </p:nvSpPr>
        <p:spPr>
          <a:xfrm>
            <a:off x="600075" y="6097270"/>
            <a:ext cx="10933430" cy="553085"/>
          </a:xfrm>
          <a:prstGeom prst="rect">
            <a:avLst/>
          </a:prstGeom>
          <a:noFill/>
        </p:spPr>
        <p:txBody>
          <a:bodyPr wrap="square" rtlCol="0">
            <a:spAutoFit/>
          </a:bodyPr>
          <a:p>
            <a:pPr indent="0" fontAlgn="auto">
              <a:lnSpc>
                <a:spcPts val="1800"/>
              </a:lnSpc>
            </a:pP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在静电场中，导体以及理想电介质内部的电荷密度</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，此时泊松方程简化为拉普拉斯方程：</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。对于形状简单的介质，可以采用解析的方法计算（参考</a:t>
            </a:r>
            <a:endParaRPr lang="zh-CN" altLang="en-US" sz="1200">
              <a:latin typeface="宋体" panose="02010600030101010101" pitchFamily="2" charset="-122"/>
              <a:ea typeface="宋体" panose="02010600030101010101" pitchFamily="2" charset="-122"/>
            </a:endParaRPr>
          </a:p>
          <a:p>
            <a:pPr indent="0" fontAlgn="auto">
              <a:lnSpc>
                <a:spcPts val="1800"/>
              </a:lnSpc>
            </a:pPr>
            <a:r>
              <a:rPr lang="zh-CN" altLang="en-US" sz="1200">
                <a:latin typeface="宋体" panose="02010600030101010101" pitchFamily="2" charset="-122"/>
                <a:ea typeface="宋体" panose="02010600030101010101" pitchFamily="2" charset="-122"/>
              </a:rPr>
              <a:t>《数学物理方法》），而对于形状复杂的介质，则需通过计算机数值求解。在算出电位后，代入公式</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便可得到介质内部的电场。</a:t>
            </a:r>
            <a:r>
              <a:rPr lang="en-US" altLang="zh-CN" sz="1200">
                <a:latin typeface="宋体" panose="02010600030101010101" pitchFamily="2" charset="-122"/>
                <a:ea typeface="宋体" panose="02010600030101010101" pitchFamily="2" charset="-122"/>
              </a:rPr>
              <a:t> </a:t>
            </a:r>
            <a:endParaRPr lang="en-US" altLang="zh-CN" sz="1200">
              <a:latin typeface="宋体" panose="02010600030101010101" pitchFamily="2" charset="-122"/>
              <a:ea typeface="宋体" panose="02010600030101010101" pitchFamily="2" charset="-122"/>
            </a:endParaRPr>
          </a:p>
        </p:txBody>
      </p:sp>
      <p:sp>
        <p:nvSpPr>
          <p:cNvPr id="17" name="文本框 16"/>
          <p:cNvSpPr txBox="1"/>
          <p:nvPr/>
        </p:nvSpPr>
        <p:spPr>
          <a:xfrm>
            <a:off x="600075" y="4022090"/>
            <a:ext cx="10933430" cy="1014730"/>
          </a:xfrm>
          <a:prstGeom prst="rect">
            <a:avLst/>
          </a:prstGeom>
          <a:noFill/>
        </p:spPr>
        <p:txBody>
          <a:bodyPr wrap="square" rtlCol="0">
            <a:spAutoFit/>
          </a:bodyPr>
          <a:p>
            <a:pPr indent="0" fontAlgn="auto">
              <a:lnSpc>
                <a:spcPts val="1800"/>
              </a:lnSpc>
            </a:pP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当空间中存在介质时，电场会影响介质中的电荷密度分布，而介质中的电荷密度分布也会影响电场，它们相互影响直到达到静电平衡状态，此时由于我们无法知道介质表面和</a:t>
            </a:r>
            <a:r>
              <a:rPr lang="zh-CN" altLang="en-US" sz="1200">
                <a:latin typeface="宋体" panose="02010600030101010101" pitchFamily="2" charset="-122"/>
                <a:ea typeface="宋体" panose="02010600030101010101" pitchFamily="2" charset="-122"/>
              </a:rPr>
              <a:t>内部的电荷密度分布，因此无法像真空中那样直接通过积分来计算电场</a:t>
            </a:r>
            <a:r>
              <a:rPr lang="zh-CN" altLang="en-US" sz="1200">
                <a:latin typeface="宋体" panose="02010600030101010101" pitchFamily="2" charset="-122"/>
                <a:ea typeface="宋体" panose="02010600030101010101" pitchFamily="2" charset="-122"/>
              </a:rPr>
              <a:t>。</a:t>
            </a:r>
            <a:endParaRPr lang="zh-CN" altLang="en-US" sz="1200">
              <a:latin typeface="宋体" panose="02010600030101010101" pitchFamily="2" charset="-122"/>
              <a:ea typeface="宋体" panose="02010600030101010101" pitchFamily="2" charset="-122"/>
            </a:endParaRPr>
          </a:p>
          <a:p>
            <a:pPr indent="0" fontAlgn="auto">
              <a:lnSpc>
                <a:spcPts val="1800"/>
              </a:lnSpc>
            </a:pPr>
            <a:r>
              <a:rPr lang="zh-CN" altLang="en-US" sz="1200">
                <a:latin typeface="宋体" panose="02010600030101010101" pitchFamily="2" charset="-122"/>
                <a:ea typeface="宋体" panose="02010600030101010101" pitchFamily="2" charset="-122"/>
              </a:rPr>
              <a:t> </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在现实中，介质表面的电位是可以被测量的，而</a:t>
            </a:r>
            <a:r>
              <a:rPr lang="zh-CN" altLang="en-US" sz="1200">
                <a:latin typeface="宋体" panose="02010600030101010101" pitchFamily="2" charset="-122"/>
                <a:ea typeface="宋体" panose="02010600030101010101" pitchFamily="2" charset="-122"/>
                <a:sym typeface="+mn-ea"/>
              </a:rPr>
              <a:t>根据唯一性定理，在给定的边界电位下，区域内部的静电场分布是唯一的，这使得我们可以通过测量边界来反推区域内部的情况。</a:t>
            </a:r>
            <a:r>
              <a:rPr lang="zh-CN" altLang="en-US" sz="1200">
                <a:latin typeface="宋体" panose="02010600030101010101" pitchFamily="2" charset="-122"/>
                <a:ea typeface="宋体" panose="02010600030101010101" pitchFamily="2" charset="-122"/>
              </a:rPr>
              <a:t>如果我们知道了介质表面的电位分布，那么可以通过求解泊松方程来计算出介质内部的电位分布：</a:t>
            </a:r>
            <a:endParaRPr lang="zh-CN" altLang="en-US" sz="1200">
              <a:latin typeface="宋体" panose="02010600030101010101" pitchFamily="2" charset="-122"/>
              <a:ea typeface="宋体" panose="02010600030101010101" pitchFamily="2" charset="-122"/>
            </a:endParaRPr>
          </a:p>
        </p:txBody>
      </p:sp>
      <p:pic>
        <p:nvPicPr>
          <p:cNvPr id="35" name="图片 34"/>
          <p:cNvPicPr>
            <a:picLocks noChangeAspect="1"/>
          </p:cNvPicPr>
          <p:nvPr/>
        </p:nvPicPr>
        <p:blipFill>
          <a:blip r:embed="rId1"/>
          <a:stretch>
            <a:fillRect/>
          </a:stretch>
        </p:blipFill>
        <p:spPr>
          <a:xfrm flipH="1">
            <a:off x="3192145" y="970915"/>
            <a:ext cx="1338580" cy="2658110"/>
          </a:xfrm>
          <a:prstGeom prst="rect">
            <a:avLst/>
          </a:prstGeom>
        </p:spPr>
      </p:pic>
      <p:pic>
        <p:nvPicPr>
          <p:cNvPr id="14" name="图片 13"/>
          <p:cNvPicPr>
            <a:picLocks noChangeAspect="1"/>
          </p:cNvPicPr>
          <p:nvPr/>
        </p:nvPicPr>
        <p:blipFill>
          <a:blip r:embed="rId1"/>
          <a:stretch>
            <a:fillRect/>
          </a:stretch>
        </p:blipFill>
        <p:spPr>
          <a:xfrm>
            <a:off x="5846445" y="970915"/>
            <a:ext cx="1338580" cy="2658110"/>
          </a:xfrm>
          <a:prstGeom prst="rect">
            <a:avLst/>
          </a:prstGeom>
        </p:spPr>
      </p:pic>
      <p:graphicFrame>
        <p:nvGraphicFramePr>
          <p:cNvPr id="86" name="对象 85">
            <a:hlinkClick r:id="" action="ppaction://ole?verb="/>
          </p:cNvPr>
          <p:cNvGraphicFramePr>
            <a:graphicFrameLocks noChangeAspect="1"/>
          </p:cNvGraphicFramePr>
          <p:nvPr/>
        </p:nvGraphicFramePr>
        <p:xfrm>
          <a:off x="4666615" y="3481705"/>
          <a:ext cx="957580" cy="281305"/>
        </p:xfrm>
        <a:graphic>
          <a:graphicData uri="http://schemas.openxmlformats.org/presentationml/2006/ole">
            <mc:AlternateContent xmlns:mc="http://schemas.openxmlformats.org/markup-compatibility/2006">
              <mc:Choice xmlns:v="urn:schemas-microsoft-com:vml" Requires="v">
                <p:oleObj spid="_x0000_s87" name="" r:id="rId2" imgW="736600" imgH="215900" progId="Equation.KSEE3">
                  <p:embed/>
                </p:oleObj>
              </mc:Choice>
              <mc:Fallback>
                <p:oleObj name="" r:id="rId2" imgW="736600" imgH="215900" progId="Equation.KSEE3">
                  <p:embed/>
                  <p:pic>
                    <p:nvPicPr>
                      <p:cNvPr id="0" name="图片 1024"/>
                      <p:cNvPicPr/>
                      <p:nvPr/>
                    </p:nvPicPr>
                    <p:blipFill>
                      <a:blip r:embed="rId3"/>
                      <a:stretch>
                        <a:fillRect/>
                      </a:stretch>
                    </p:blipFill>
                    <p:spPr>
                      <a:xfrm>
                        <a:off x="4666615" y="3481705"/>
                        <a:ext cx="957580" cy="281305"/>
                      </a:xfrm>
                      <a:prstGeom prst="rect">
                        <a:avLst/>
                      </a:prstGeom>
                    </p:spPr>
                  </p:pic>
                </p:oleObj>
              </mc:Fallback>
            </mc:AlternateContent>
          </a:graphicData>
        </a:graphic>
      </p:graphicFrame>
      <p:graphicFrame>
        <p:nvGraphicFramePr>
          <p:cNvPr id="88" name="对象 87">
            <a:hlinkClick r:id="" action="ppaction://ole?verb="/>
          </p:cNvPr>
          <p:cNvGraphicFramePr>
            <a:graphicFrameLocks noChangeAspect="1"/>
          </p:cNvGraphicFramePr>
          <p:nvPr/>
        </p:nvGraphicFramePr>
        <p:xfrm>
          <a:off x="4690110" y="2102168"/>
          <a:ext cx="937260" cy="291465"/>
        </p:xfrm>
        <a:graphic>
          <a:graphicData uri="http://schemas.openxmlformats.org/presentationml/2006/ole">
            <mc:AlternateContent xmlns:mc="http://schemas.openxmlformats.org/markup-compatibility/2006">
              <mc:Choice xmlns:v="urn:schemas-microsoft-com:vml" Requires="v">
                <p:oleObj spid="_x0000_s89" name="" r:id="rId4" imgW="736600" imgH="228600" progId="Equation.KSEE3">
                  <p:embed/>
                </p:oleObj>
              </mc:Choice>
              <mc:Fallback>
                <p:oleObj name="" r:id="rId4" imgW="736600" imgH="228600" progId="Equation.KSEE3">
                  <p:embed/>
                  <p:pic>
                    <p:nvPicPr>
                      <p:cNvPr id="0" name="图片 1024"/>
                      <p:cNvPicPr/>
                      <p:nvPr/>
                    </p:nvPicPr>
                    <p:blipFill>
                      <a:blip r:embed="rId5"/>
                      <a:stretch>
                        <a:fillRect/>
                      </a:stretch>
                    </p:blipFill>
                    <p:spPr>
                      <a:xfrm>
                        <a:off x="4690110" y="2102168"/>
                        <a:ext cx="937260" cy="291465"/>
                      </a:xfrm>
                      <a:prstGeom prst="rect">
                        <a:avLst/>
                      </a:prstGeom>
                    </p:spPr>
                  </p:pic>
                </p:oleObj>
              </mc:Fallback>
            </mc:AlternateContent>
          </a:graphicData>
        </a:graphic>
      </p:graphicFrame>
      <p:graphicFrame>
        <p:nvGraphicFramePr>
          <p:cNvPr id="90" name="对象 89">
            <a:hlinkClick r:id="" action="ppaction://ole?verb="/>
          </p:cNvPr>
          <p:cNvGraphicFramePr>
            <a:graphicFrameLocks noChangeAspect="1"/>
          </p:cNvGraphicFramePr>
          <p:nvPr/>
        </p:nvGraphicFramePr>
        <p:xfrm>
          <a:off x="4856480" y="873760"/>
          <a:ext cx="571500" cy="286385"/>
        </p:xfrm>
        <a:graphic>
          <a:graphicData uri="http://schemas.openxmlformats.org/presentationml/2006/ole">
            <mc:AlternateContent xmlns:mc="http://schemas.openxmlformats.org/markup-compatibility/2006">
              <mc:Choice xmlns:v="urn:schemas-microsoft-com:vml" Requires="v">
                <p:oleObj spid="_x0000_s91" name="" r:id="rId6" imgW="431800" imgH="215900" progId="Equation.KSEE3">
                  <p:embed/>
                </p:oleObj>
              </mc:Choice>
              <mc:Fallback>
                <p:oleObj name="" r:id="rId6" imgW="431800" imgH="215900" progId="Equation.KSEE3">
                  <p:embed/>
                  <p:pic>
                    <p:nvPicPr>
                      <p:cNvPr id="0" name="图片 1024"/>
                      <p:cNvPicPr/>
                      <p:nvPr/>
                    </p:nvPicPr>
                    <p:blipFill>
                      <a:blip r:embed="rId7"/>
                      <a:stretch>
                        <a:fillRect/>
                      </a:stretch>
                    </p:blipFill>
                    <p:spPr>
                      <a:xfrm>
                        <a:off x="4856480" y="873760"/>
                        <a:ext cx="571500" cy="286385"/>
                      </a:xfrm>
                      <a:prstGeom prst="rect">
                        <a:avLst/>
                      </a:prstGeom>
                    </p:spPr>
                  </p:pic>
                </p:oleObj>
              </mc:Fallback>
            </mc:AlternateContent>
          </a:graphicData>
        </a:graphic>
      </p:graphicFrame>
      <p:cxnSp>
        <p:nvCxnSpPr>
          <p:cNvPr id="92" name="直接箭头连接符 91"/>
          <p:cNvCxnSpPr/>
          <p:nvPr/>
        </p:nvCxnSpPr>
        <p:spPr>
          <a:xfrm flipV="1">
            <a:off x="4975860" y="2437130"/>
            <a:ext cx="0" cy="104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95" name="直接箭头连接符 94"/>
          <p:cNvCxnSpPr/>
          <p:nvPr/>
        </p:nvCxnSpPr>
        <p:spPr>
          <a:xfrm>
            <a:off x="5198745" y="2452370"/>
            <a:ext cx="0" cy="104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96" name="对象 95">
            <a:hlinkClick r:id="" action="ppaction://ole?verb="/>
          </p:cNvPr>
          <p:cNvGraphicFramePr>
            <a:graphicFrameLocks noChangeAspect="1"/>
          </p:cNvGraphicFramePr>
          <p:nvPr/>
        </p:nvGraphicFramePr>
        <p:xfrm>
          <a:off x="5311458" y="2655253"/>
          <a:ext cx="1363345" cy="448945"/>
        </p:xfrm>
        <a:graphic>
          <a:graphicData uri="http://schemas.openxmlformats.org/presentationml/2006/ole">
            <mc:AlternateContent xmlns:mc="http://schemas.openxmlformats.org/markup-compatibility/2006">
              <mc:Choice xmlns:v="urn:schemas-microsoft-com:vml" Requires="v">
                <p:oleObj spid="_x0000_s97" name="" r:id="rId8" imgW="1397000" imgH="457200" progId="Equation.KSEE3">
                  <p:embed/>
                </p:oleObj>
              </mc:Choice>
              <mc:Fallback>
                <p:oleObj name="" r:id="rId8" imgW="1397000" imgH="457200" progId="Equation.KSEE3">
                  <p:embed/>
                  <p:pic>
                    <p:nvPicPr>
                      <p:cNvPr id="0" name="图片 1024"/>
                      <p:cNvPicPr/>
                      <p:nvPr/>
                    </p:nvPicPr>
                    <p:blipFill>
                      <a:blip r:embed="rId9">
                        <a:duotone>
                          <a:schemeClr val="accent2">
                            <a:shade val="45000"/>
                            <a:satMod val="135000"/>
                          </a:schemeClr>
                          <a:prstClr val="white"/>
                        </a:duotone>
                      </a:blip>
                      <a:stretch>
                        <a:fillRect/>
                      </a:stretch>
                    </p:blipFill>
                    <p:spPr>
                      <a:xfrm>
                        <a:off x="5311458" y="2655253"/>
                        <a:ext cx="1363345" cy="448945"/>
                      </a:xfrm>
                      <a:prstGeom prst="rect">
                        <a:avLst/>
                      </a:prstGeom>
                    </p:spPr>
                  </p:pic>
                </p:oleObj>
              </mc:Fallback>
            </mc:AlternateContent>
          </a:graphicData>
        </a:graphic>
      </p:graphicFrame>
      <p:cxnSp>
        <p:nvCxnSpPr>
          <p:cNvPr id="98" name="直接箭头连接符 97"/>
          <p:cNvCxnSpPr/>
          <p:nvPr/>
        </p:nvCxnSpPr>
        <p:spPr>
          <a:xfrm flipH="1" flipV="1">
            <a:off x="4977130" y="1195070"/>
            <a:ext cx="5080" cy="89281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99" name="直接箭头连接符 98"/>
          <p:cNvCxnSpPr/>
          <p:nvPr/>
        </p:nvCxnSpPr>
        <p:spPr>
          <a:xfrm>
            <a:off x="5193665" y="1229360"/>
            <a:ext cx="5080" cy="87566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0" name="对象 99">
            <a:hlinkClick r:id="" action="ppaction://ole?verb="/>
          </p:cNvPr>
          <p:cNvGraphicFramePr>
            <a:graphicFrameLocks noChangeAspect="1"/>
          </p:cNvGraphicFramePr>
          <p:nvPr/>
        </p:nvGraphicFramePr>
        <p:xfrm>
          <a:off x="3630295" y="1432560"/>
          <a:ext cx="1285240" cy="524510"/>
        </p:xfrm>
        <a:graphic>
          <a:graphicData uri="http://schemas.openxmlformats.org/presentationml/2006/ole">
            <mc:AlternateContent xmlns:mc="http://schemas.openxmlformats.org/markup-compatibility/2006">
              <mc:Choice xmlns:v="urn:schemas-microsoft-com:vml" Requires="v">
                <p:oleObj spid="_x0000_s101" name="" r:id="rId10" imgW="1498600" imgH="609600" progId="Equation.KSEE3">
                  <p:embed/>
                </p:oleObj>
              </mc:Choice>
              <mc:Fallback>
                <p:oleObj name="" r:id="rId10" imgW="1498600" imgH="609600" progId="Equation.KSEE3">
                  <p:embed/>
                  <p:pic>
                    <p:nvPicPr>
                      <p:cNvPr id="0" name="图片 1024"/>
                      <p:cNvPicPr/>
                      <p:nvPr/>
                    </p:nvPicPr>
                    <p:blipFill>
                      <a:blip r:embed="rId11"/>
                      <a:stretch>
                        <a:fillRect/>
                      </a:stretch>
                    </p:blipFill>
                    <p:spPr>
                      <a:xfrm>
                        <a:off x="3630295" y="1432560"/>
                        <a:ext cx="1285240" cy="524510"/>
                      </a:xfrm>
                      <a:prstGeom prst="rect">
                        <a:avLst/>
                      </a:prstGeom>
                    </p:spPr>
                  </p:pic>
                </p:oleObj>
              </mc:Fallback>
            </mc:AlternateContent>
          </a:graphicData>
        </a:graphic>
      </p:graphicFrame>
      <p:graphicFrame>
        <p:nvGraphicFramePr>
          <p:cNvPr id="102" name="对象 101">
            <a:hlinkClick r:id="" action="ppaction://ole?verb="/>
          </p:cNvPr>
          <p:cNvGraphicFramePr>
            <a:graphicFrameLocks noChangeAspect="1"/>
          </p:cNvGraphicFramePr>
          <p:nvPr/>
        </p:nvGraphicFramePr>
        <p:xfrm>
          <a:off x="5270500" y="1505268"/>
          <a:ext cx="667385" cy="267335"/>
        </p:xfrm>
        <a:graphic>
          <a:graphicData uri="http://schemas.openxmlformats.org/presentationml/2006/ole">
            <mc:AlternateContent xmlns:mc="http://schemas.openxmlformats.org/markup-compatibility/2006">
              <mc:Choice xmlns:v="urn:schemas-microsoft-com:vml" Requires="v">
                <p:oleObj spid="_x0000_s103" name="" r:id="rId12" imgW="609600" imgH="241300" progId="Equation.KSEE3">
                  <p:embed/>
                </p:oleObj>
              </mc:Choice>
              <mc:Fallback>
                <p:oleObj name="" r:id="rId12" imgW="609600" imgH="241300" progId="Equation.KSEE3">
                  <p:embed/>
                  <p:pic>
                    <p:nvPicPr>
                      <p:cNvPr id="0" name="图片 1024"/>
                      <p:cNvPicPr/>
                      <p:nvPr/>
                    </p:nvPicPr>
                    <p:blipFill>
                      <a:blip r:embed="rId13"/>
                      <a:stretch>
                        <a:fillRect/>
                      </a:stretch>
                    </p:blipFill>
                    <p:spPr>
                      <a:xfrm>
                        <a:off x="5270500" y="1505268"/>
                        <a:ext cx="667385" cy="267335"/>
                      </a:xfrm>
                      <a:prstGeom prst="rect">
                        <a:avLst/>
                      </a:prstGeom>
                    </p:spPr>
                  </p:pic>
                </p:oleObj>
              </mc:Fallback>
            </mc:AlternateContent>
          </a:graphicData>
        </a:graphic>
      </p:graphicFrame>
      <p:graphicFrame>
        <p:nvGraphicFramePr>
          <p:cNvPr id="105" name="对象 104">
            <a:hlinkClick r:id="" action="ppaction://ole?verb="/>
          </p:cNvPr>
          <p:cNvGraphicFramePr>
            <a:graphicFrameLocks noChangeAspect="1"/>
          </p:cNvGraphicFramePr>
          <p:nvPr/>
        </p:nvGraphicFramePr>
        <p:xfrm>
          <a:off x="7880350" y="2328545"/>
          <a:ext cx="2917825" cy="819785"/>
        </p:xfrm>
        <a:graphic>
          <a:graphicData uri="http://schemas.openxmlformats.org/presentationml/2006/ole">
            <mc:AlternateContent xmlns:mc="http://schemas.openxmlformats.org/markup-compatibility/2006">
              <mc:Choice xmlns:v="urn:schemas-microsoft-com:vml" Requires="v">
                <p:oleObj spid="_x0000_s106" name="" r:id="rId14" imgW="3200400" imgH="889000" progId="Equation.KSEE3">
                  <p:embed/>
                </p:oleObj>
              </mc:Choice>
              <mc:Fallback>
                <p:oleObj name="" r:id="rId14" imgW="3200400" imgH="889000" progId="Equation.KSEE3">
                  <p:embed/>
                  <p:pic>
                    <p:nvPicPr>
                      <p:cNvPr id="0" name="图片 1024"/>
                      <p:cNvPicPr/>
                      <p:nvPr/>
                    </p:nvPicPr>
                    <p:blipFill>
                      <a:blip r:embed="rId15"/>
                      <a:stretch>
                        <a:fillRect/>
                      </a:stretch>
                    </p:blipFill>
                    <p:spPr>
                      <a:xfrm>
                        <a:off x="7880350" y="2328545"/>
                        <a:ext cx="2917825" cy="819785"/>
                      </a:xfrm>
                      <a:prstGeom prst="rect">
                        <a:avLst/>
                      </a:prstGeom>
                    </p:spPr>
                  </p:pic>
                </p:oleObj>
              </mc:Fallback>
            </mc:AlternateContent>
          </a:graphicData>
        </a:graphic>
      </p:graphicFrame>
      <p:graphicFrame>
        <p:nvGraphicFramePr>
          <p:cNvPr id="109" name="对象 108">
            <a:hlinkClick r:id="" action="ppaction://ole?verb="/>
          </p:cNvPr>
          <p:cNvGraphicFramePr>
            <a:graphicFrameLocks noChangeAspect="1"/>
          </p:cNvGraphicFramePr>
          <p:nvPr/>
        </p:nvGraphicFramePr>
        <p:xfrm>
          <a:off x="7146608" y="1383030"/>
          <a:ext cx="1800860" cy="491490"/>
        </p:xfrm>
        <a:graphic>
          <a:graphicData uri="http://schemas.openxmlformats.org/presentationml/2006/ole">
            <mc:AlternateContent xmlns:mc="http://schemas.openxmlformats.org/markup-compatibility/2006">
              <mc:Choice xmlns:v="urn:schemas-microsoft-com:vml" Requires="v">
                <p:oleObj spid="_x0000_s110" name="" r:id="rId16" imgW="1447800" imgH="393700" progId="Equation.KSEE3">
                  <p:embed/>
                </p:oleObj>
              </mc:Choice>
              <mc:Fallback>
                <p:oleObj name="" r:id="rId16" imgW="1447800" imgH="393700" progId="Equation.KSEE3">
                  <p:embed/>
                  <p:pic>
                    <p:nvPicPr>
                      <p:cNvPr id="0" name="图片 1024"/>
                      <p:cNvPicPr/>
                      <p:nvPr/>
                    </p:nvPicPr>
                    <p:blipFill>
                      <a:blip r:embed="rId17">
                        <a:duotone>
                          <a:schemeClr val="accent4">
                            <a:shade val="45000"/>
                            <a:satMod val="135000"/>
                          </a:schemeClr>
                          <a:prstClr val="white"/>
                        </a:duotone>
                      </a:blip>
                      <a:stretch>
                        <a:fillRect/>
                      </a:stretch>
                    </p:blipFill>
                    <p:spPr>
                      <a:xfrm>
                        <a:off x="7146608" y="1383030"/>
                        <a:ext cx="1800860" cy="491490"/>
                      </a:xfrm>
                      <a:prstGeom prst="rect">
                        <a:avLst/>
                      </a:prstGeom>
                    </p:spPr>
                  </p:pic>
                </p:oleObj>
              </mc:Fallback>
            </mc:AlternateContent>
          </a:graphicData>
        </a:graphic>
      </p:graphicFrame>
      <p:sp>
        <p:nvSpPr>
          <p:cNvPr id="2" name="文本框 1"/>
          <p:cNvSpPr txBox="1"/>
          <p:nvPr/>
        </p:nvSpPr>
        <p:spPr>
          <a:xfrm>
            <a:off x="308610" y="3695065"/>
            <a:ext cx="4961890" cy="337185"/>
          </a:xfrm>
          <a:prstGeom prst="rect">
            <a:avLst/>
          </a:prstGeom>
          <a:noFill/>
        </p:spPr>
        <p:txBody>
          <a:bodyPr wrap="square" rtlCol="0">
            <a:spAutoFit/>
          </a:bodyPr>
          <a:p>
            <a:r>
              <a:rPr lang="zh-CN" altLang="en-US" sz="1600"/>
              <a:t>介质中的静电场的计算</a:t>
            </a:r>
            <a:r>
              <a:rPr lang="en-US" altLang="zh-CN" sz="1600"/>
              <a:t>—</a:t>
            </a:r>
            <a:r>
              <a:rPr lang="zh-CN" altLang="en-US" sz="1600"/>
              <a:t>微分方程边值</a:t>
            </a:r>
            <a:r>
              <a:rPr lang="zh-CN" altLang="en-US" sz="1600"/>
              <a:t>问题</a:t>
            </a:r>
            <a:endParaRPr lang="zh-CN" altLang="en-US" sz="1600"/>
          </a:p>
        </p:txBody>
      </p:sp>
      <p:sp>
        <p:nvSpPr>
          <p:cNvPr id="4" name="文本框 3"/>
          <p:cNvSpPr txBox="1"/>
          <p:nvPr/>
        </p:nvSpPr>
        <p:spPr>
          <a:xfrm>
            <a:off x="478367" y="138876"/>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graphicFrame>
        <p:nvGraphicFramePr>
          <p:cNvPr id="25" name="对象 24">
            <a:hlinkClick r:id="" action="ppaction://ole?verb="/>
          </p:cNvPr>
          <p:cNvGraphicFramePr>
            <a:graphicFrameLocks noChangeAspect="1"/>
          </p:cNvGraphicFramePr>
          <p:nvPr/>
        </p:nvGraphicFramePr>
        <p:xfrm>
          <a:off x="550545" y="629920"/>
          <a:ext cx="4088765" cy="231140"/>
        </p:xfrm>
        <a:graphic>
          <a:graphicData uri="http://schemas.openxmlformats.org/presentationml/2006/ole">
            <mc:AlternateContent xmlns:mc="http://schemas.openxmlformats.org/markup-compatibility/2006">
              <mc:Choice xmlns:v="urn:schemas-microsoft-com:vml" Requires="v">
                <p:oleObj spid="_x0000_s1025" name="" r:id="rId18" imgW="3594100" imgH="203200" progId="Equation.KSEE3">
                  <p:embed/>
                </p:oleObj>
              </mc:Choice>
              <mc:Fallback>
                <p:oleObj name="" r:id="rId18" imgW="3594100" imgH="203200" progId="Equation.KSEE3">
                  <p:embed/>
                  <p:pic>
                    <p:nvPicPr>
                      <p:cNvPr id="0" name="图片 1024"/>
                      <p:cNvPicPr/>
                      <p:nvPr/>
                    </p:nvPicPr>
                    <p:blipFill>
                      <a:blip r:embed="rId19"/>
                      <a:stretch>
                        <a:fillRect/>
                      </a:stretch>
                    </p:blipFill>
                    <p:spPr>
                      <a:xfrm>
                        <a:off x="550545" y="629920"/>
                        <a:ext cx="4088765" cy="23114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5870575" y="2157730"/>
          <a:ext cx="1205865" cy="226060"/>
        </p:xfrm>
        <a:graphic>
          <a:graphicData uri="http://schemas.openxmlformats.org/presentationml/2006/ole">
            <mc:AlternateContent xmlns:mc="http://schemas.openxmlformats.org/markup-compatibility/2006">
              <mc:Choice xmlns:v="urn:schemas-microsoft-com:vml" Requires="v">
                <p:oleObj spid="_x0000_s9" name="" r:id="rId20" imgW="1219200" imgH="228600" progId="Equation.KSEE3">
                  <p:embed/>
                </p:oleObj>
              </mc:Choice>
              <mc:Fallback>
                <p:oleObj name="" r:id="rId20" imgW="1219200" imgH="228600" progId="Equation.KSEE3">
                  <p:embed/>
                  <p:pic>
                    <p:nvPicPr>
                      <p:cNvPr id="0" name="图片 1024"/>
                      <p:cNvPicPr/>
                      <p:nvPr/>
                    </p:nvPicPr>
                    <p:blipFill>
                      <a:blip r:embed="rId21">
                        <a:duotone>
                          <a:schemeClr val="accent1">
                            <a:shade val="45000"/>
                            <a:satMod val="135000"/>
                          </a:schemeClr>
                          <a:prstClr val="white"/>
                        </a:duotone>
                      </a:blip>
                      <a:stretch>
                        <a:fillRect/>
                      </a:stretch>
                    </p:blipFill>
                    <p:spPr>
                      <a:xfrm>
                        <a:off x="5870575" y="2157730"/>
                        <a:ext cx="1205865" cy="226060"/>
                      </a:xfrm>
                      <a:prstGeom prst="rect">
                        <a:avLst/>
                      </a:prstGeom>
                    </p:spPr>
                  </p:pic>
                </p:oleObj>
              </mc:Fallback>
            </mc:AlternateContent>
          </a:graphicData>
        </a:graphic>
      </p:graphicFrame>
      <p:grpSp>
        <p:nvGrpSpPr>
          <p:cNvPr id="20" name="组合 19"/>
          <p:cNvGrpSpPr/>
          <p:nvPr/>
        </p:nvGrpSpPr>
        <p:grpSpPr>
          <a:xfrm>
            <a:off x="1859280" y="1528445"/>
            <a:ext cx="1386205" cy="428625"/>
            <a:chOff x="1516" y="2602"/>
            <a:chExt cx="2544" cy="786"/>
          </a:xfrm>
        </p:grpSpPr>
        <p:graphicFrame>
          <p:nvGraphicFramePr>
            <p:cNvPr id="107" name="对象 106">
              <a:hlinkClick r:id="" action="ppaction://ole?verb="/>
            </p:cNvPr>
            <p:cNvGraphicFramePr>
              <a:graphicFrameLocks noChangeAspect="1"/>
            </p:cNvGraphicFramePr>
            <p:nvPr/>
          </p:nvGraphicFramePr>
          <p:xfrm>
            <a:off x="1643" y="2662"/>
            <a:ext cx="2254" cy="726"/>
          </p:xfrm>
          <a:graphic>
            <a:graphicData uri="http://schemas.openxmlformats.org/presentationml/2006/ole">
              <mc:AlternateContent xmlns:mc="http://schemas.openxmlformats.org/markup-compatibility/2006">
                <mc:Choice xmlns:v="urn:schemas-microsoft-com:vml" Requires="v">
                  <p:oleObj spid="_x0000_s108" name="" r:id="rId22" imgW="1384300" imgH="444500" progId="Equation.KSEE3">
                    <p:embed/>
                  </p:oleObj>
                </mc:Choice>
                <mc:Fallback>
                  <p:oleObj name="" r:id="rId22" imgW="1384300" imgH="444500" progId="Equation.KSEE3">
                    <p:embed/>
                    <p:pic>
                      <p:nvPicPr>
                        <p:cNvPr id="0" name="图片 1024"/>
                        <p:cNvPicPr/>
                        <p:nvPr/>
                      </p:nvPicPr>
                      <p:blipFill>
                        <a:blip r:embed="rId23"/>
                        <a:stretch>
                          <a:fillRect/>
                        </a:stretch>
                      </p:blipFill>
                      <p:spPr>
                        <a:xfrm>
                          <a:off x="1643" y="2662"/>
                          <a:ext cx="2254" cy="726"/>
                        </a:xfrm>
                        <a:prstGeom prst="rect">
                          <a:avLst/>
                        </a:prstGeom>
                      </p:spPr>
                    </p:pic>
                  </p:oleObj>
                </mc:Fallback>
              </mc:AlternateContent>
            </a:graphicData>
          </a:graphic>
        </p:graphicFrame>
        <p:cxnSp>
          <p:nvCxnSpPr>
            <p:cNvPr id="12" name="直接连接符 11"/>
            <p:cNvCxnSpPr/>
            <p:nvPr/>
          </p:nvCxnSpPr>
          <p:spPr>
            <a:xfrm>
              <a:off x="1516" y="2602"/>
              <a:ext cx="2544" cy="764"/>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grpSp>
      <p:grpSp>
        <p:nvGrpSpPr>
          <p:cNvPr id="21" name="组合 20"/>
          <p:cNvGrpSpPr/>
          <p:nvPr/>
        </p:nvGrpSpPr>
        <p:grpSpPr>
          <a:xfrm>
            <a:off x="3496310" y="2595245"/>
            <a:ext cx="1455420" cy="452120"/>
            <a:chOff x="4949" y="5158"/>
            <a:chExt cx="2843" cy="805"/>
          </a:xfrm>
        </p:grpSpPr>
        <p:graphicFrame>
          <p:nvGraphicFramePr>
            <p:cNvPr id="93" name="对象 92">
              <a:hlinkClick r:id="" action="ppaction://ole?verb="/>
            </p:cNvPr>
            <p:cNvGraphicFramePr>
              <a:graphicFrameLocks noChangeAspect="1"/>
            </p:cNvGraphicFramePr>
            <p:nvPr/>
          </p:nvGraphicFramePr>
          <p:xfrm>
            <a:off x="4949" y="5200"/>
            <a:ext cx="2843" cy="763"/>
          </p:xfrm>
          <a:graphic>
            <a:graphicData uri="http://schemas.openxmlformats.org/presentationml/2006/ole">
              <mc:AlternateContent xmlns:mc="http://schemas.openxmlformats.org/markup-compatibility/2006">
                <mc:Choice xmlns:v="urn:schemas-microsoft-com:vml" Requires="v">
                  <p:oleObj spid="_x0000_s94" name="" r:id="rId24" imgW="1752600" imgH="469900" progId="Equation.KSEE3">
                    <p:embed/>
                  </p:oleObj>
                </mc:Choice>
                <mc:Fallback>
                  <p:oleObj name="" r:id="rId24" imgW="1752600" imgH="469900" progId="Equation.KSEE3">
                    <p:embed/>
                    <p:pic>
                      <p:nvPicPr>
                        <p:cNvPr id="0" name="图片 1024"/>
                        <p:cNvPicPr/>
                        <p:nvPr/>
                      </p:nvPicPr>
                      <p:blipFill>
                        <a:blip r:embed="rId25"/>
                        <a:stretch>
                          <a:fillRect/>
                        </a:stretch>
                      </p:blipFill>
                      <p:spPr>
                        <a:xfrm>
                          <a:off x="4949" y="5200"/>
                          <a:ext cx="2843" cy="763"/>
                        </a:xfrm>
                        <a:prstGeom prst="rect">
                          <a:avLst/>
                        </a:prstGeom>
                      </p:spPr>
                    </p:pic>
                  </p:oleObj>
                </mc:Fallback>
              </mc:AlternateContent>
            </a:graphicData>
          </a:graphic>
        </p:graphicFrame>
        <p:cxnSp>
          <p:nvCxnSpPr>
            <p:cNvPr id="13" name="直接连接符 12"/>
            <p:cNvCxnSpPr/>
            <p:nvPr/>
          </p:nvCxnSpPr>
          <p:spPr>
            <a:xfrm>
              <a:off x="4984" y="5158"/>
              <a:ext cx="2660" cy="763"/>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grpSp>
      <p:graphicFrame>
        <p:nvGraphicFramePr>
          <p:cNvPr id="18" name="对象 17">
            <a:hlinkClick r:id="" action="ppaction://ole?verb="/>
          </p:cNvPr>
          <p:cNvGraphicFramePr>
            <a:graphicFrameLocks noChangeAspect="1"/>
          </p:cNvGraphicFramePr>
          <p:nvPr/>
        </p:nvGraphicFramePr>
        <p:xfrm>
          <a:off x="3119755" y="5107305"/>
          <a:ext cx="4867275" cy="1081405"/>
        </p:xfrm>
        <a:graphic>
          <a:graphicData uri="http://schemas.openxmlformats.org/presentationml/2006/ole">
            <mc:AlternateContent xmlns:mc="http://schemas.openxmlformats.org/markup-compatibility/2006">
              <mc:Choice xmlns:v="urn:schemas-microsoft-com:vml" Requires="v">
                <p:oleObj spid="_x0000_s19" name="" r:id="rId26" imgW="6616700" imgH="1447800" progId="Equation.KSEE3">
                  <p:embed/>
                </p:oleObj>
              </mc:Choice>
              <mc:Fallback>
                <p:oleObj name="" r:id="rId26" imgW="6616700" imgH="1447800" progId="Equation.KSEE3">
                  <p:embed/>
                  <p:pic>
                    <p:nvPicPr>
                      <p:cNvPr id="0" name="图片 1024"/>
                      <p:cNvPicPr/>
                      <p:nvPr/>
                    </p:nvPicPr>
                    <p:blipFill>
                      <a:blip r:embed="rId27"/>
                      <a:stretch>
                        <a:fillRect/>
                      </a:stretch>
                    </p:blipFill>
                    <p:spPr>
                      <a:xfrm>
                        <a:off x="3119755" y="5107305"/>
                        <a:ext cx="4867275" cy="1081405"/>
                      </a:xfrm>
                      <a:prstGeom prst="rect">
                        <a:avLst/>
                      </a:prstGeom>
                    </p:spPr>
                  </p:pic>
                </p:oleObj>
              </mc:Fallback>
            </mc:AlternateContent>
          </a:graphicData>
        </a:graphic>
      </p:graphicFrame>
      <p:cxnSp>
        <p:nvCxnSpPr>
          <p:cNvPr id="3" name="直接连接符 2"/>
          <p:cNvCxnSpPr/>
          <p:nvPr/>
        </p:nvCxnSpPr>
        <p:spPr>
          <a:xfrm>
            <a:off x="8546465" y="1920240"/>
            <a:ext cx="0" cy="360000"/>
          </a:xfrm>
          <a:prstGeom prst="line">
            <a:avLst/>
          </a:prstGeom>
          <a:ln>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nvCxnSpPr>
        <p:spPr>
          <a:xfrm rot="16200000">
            <a:off x="5731877" y="2173238"/>
            <a:ext cx="0" cy="216000"/>
          </a:xfrm>
          <a:prstGeom prst="straightConnector1">
            <a:avLst/>
          </a:prstGeom>
          <a:ln>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4782820" y="4932045"/>
          <a:ext cx="645160" cy="375920"/>
        </p:xfrm>
        <a:graphic>
          <a:graphicData uri="http://schemas.openxmlformats.org/presentationml/2006/ole">
            <mc:AlternateContent xmlns:mc="http://schemas.openxmlformats.org/markup-compatibility/2006">
              <mc:Choice xmlns:v="urn:schemas-microsoft-com:vml" Requires="v">
                <p:oleObj spid="_x0000_s7" name="" r:id="rId28" imgW="685800" imgH="393700" progId="Equation.KSEE3">
                  <p:embed/>
                </p:oleObj>
              </mc:Choice>
              <mc:Fallback>
                <p:oleObj name="" r:id="rId28" imgW="685800" imgH="393700" progId="Equation.KSEE3">
                  <p:embed/>
                  <p:pic>
                    <p:nvPicPr>
                      <p:cNvPr id="0" name="图片 1024"/>
                      <p:cNvPicPr/>
                      <p:nvPr/>
                    </p:nvPicPr>
                    <p:blipFill>
                      <a:blip r:embed="rId29"/>
                      <a:stretch>
                        <a:fillRect/>
                      </a:stretch>
                    </p:blipFill>
                    <p:spPr>
                      <a:xfrm>
                        <a:off x="4782820" y="4932045"/>
                        <a:ext cx="645160" cy="37592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7413625" y="6373495"/>
          <a:ext cx="595630" cy="239395"/>
        </p:xfrm>
        <a:graphic>
          <a:graphicData uri="http://schemas.openxmlformats.org/presentationml/2006/ole">
            <mc:AlternateContent xmlns:mc="http://schemas.openxmlformats.org/markup-compatibility/2006">
              <mc:Choice xmlns:v="urn:schemas-microsoft-com:vml" Requires="v">
                <p:oleObj spid="_x0000_s11" name="" r:id="rId30" imgW="609600" imgH="241300" progId="Equation.KSEE3">
                  <p:embed/>
                </p:oleObj>
              </mc:Choice>
              <mc:Fallback>
                <p:oleObj name="" r:id="rId30" imgW="609600" imgH="241300" progId="Equation.KSEE3">
                  <p:embed/>
                  <p:pic>
                    <p:nvPicPr>
                      <p:cNvPr id="0" name="图片 1024"/>
                      <p:cNvPicPr/>
                      <p:nvPr/>
                    </p:nvPicPr>
                    <p:blipFill>
                      <a:blip r:embed="rId31"/>
                      <a:stretch>
                        <a:fillRect/>
                      </a:stretch>
                    </p:blipFill>
                    <p:spPr>
                      <a:xfrm>
                        <a:off x="7413625" y="6373495"/>
                        <a:ext cx="595630" cy="239395"/>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nvGraphicFramePr>
        <p:xfrm>
          <a:off x="4205605" y="6161723"/>
          <a:ext cx="372110" cy="201930"/>
        </p:xfrm>
        <a:graphic>
          <a:graphicData uri="http://schemas.openxmlformats.org/presentationml/2006/ole">
            <mc:AlternateContent xmlns:mc="http://schemas.openxmlformats.org/markup-compatibility/2006">
              <mc:Choice xmlns:v="urn:schemas-microsoft-com:vml" Requires="v">
                <p:oleObj spid="_x0000_s24" name="" r:id="rId32" imgW="381000" imgH="203200" progId="Equation.KSEE3">
                  <p:embed/>
                </p:oleObj>
              </mc:Choice>
              <mc:Fallback>
                <p:oleObj name="" r:id="rId32" imgW="381000" imgH="203200" progId="Equation.KSEE3">
                  <p:embed/>
                  <p:pic>
                    <p:nvPicPr>
                      <p:cNvPr id="0" name="图片 1024"/>
                      <p:cNvPicPr/>
                      <p:nvPr/>
                    </p:nvPicPr>
                    <p:blipFill>
                      <a:blip r:embed="rId33"/>
                      <a:stretch>
                        <a:fillRect/>
                      </a:stretch>
                    </p:blipFill>
                    <p:spPr>
                      <a:xfrm>
                        <a:off x="4205605" y="6161723"/>
                        <a:ext cx="372110" cy="201930"/>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7063105" y="6158548"/>
          <a:ext cx="520700" cy="227330"/>
        </p:xfrm>
        <a:graphic>
          <a:graphicData uri="http://schemas.openxmlformats.org/presentationml/2006/ole">
            <mc:AlternateContent xmlns:mc="http://schemas.openxmlformats.org/markup-compatibility/2006">
              <mc:Choice xmlns:v="urn:schemas-microsoft-com:vml" Requires="v">
                <p:oleObj spid="_x0000_s29" name="" r:id="rId34" imgW="533400" imgH="228600" progId="Equation.KSEE3">
                  <p:embed/>
                </p:oleObj>
              </mc:Choice>
              <mc:Fallback>
                <p:oleObj name="" r:id="rId34" imgW="533400" imgH="228600" progId="Equation.KSEE3">
                  <p:embed/>
                  <p:pic>
                    <p:nvPicPr>
                      <p:cNvPr id="0" name="图片 1024"/>
                      <p:cNvPicPr/>
                      <p:nvPr/>
                    </p:nvPicPr>
                    <p:blipFill>
                      <a:blip r:embed="rId35"/>
                      <a:stretch>
                        <a:fillRect/>
                      </a:stretch>
                    </p:blipFill>
                    <p:spPr>
                      <a:xfrm>
                        <a:off x="7063105" y="6158548"/>
                        <a:ext cx="520700" cy="227330"/>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a:blip r:embed="rId1"/>
          <a:stretch>
            <a:fillRect/>
          </a:stretch>
        </p:blipFill>
        <p:spPr>
          <a:xfrm>
            <a:off x="7512685" y="5001895"/>
            <a:ext cx="1962785" cy="1192530"/>
          </a:xfrm>
          <a:prstGeom prst="rect">
            <a:avLst/>
          </a:prstGeom>
        </p:spPr>
      </p:pic>
      <p:pic>
        <p:nvPicPr>
          <p:cNvPr id="200" name="图片 199"/>
          <p:cNvPicPr>
            <a:picLocks noChangeAspect="1"/>
          </p:cNvPicPr>
          <p:nvPr/>
        </p:nvPicPr>
        <p:blipFill>
          <a:blip r:embed="rId2"/>
          <a:stretch>
            <a:fillRect/>
          </a:stretch>
        </p:blipFill>
        <p:spPr>
          <a:xfrm>
            <a:off x="894715" y="2084705"/>
            <a:ext cx="2550795" cy="1356995"/>
          </a:xfrm>
          <a:prstGeom prst="rect">
            <a:avLst/>
          </a:prstGeom>
        </p:spPr>
      </p:pic>
      <p:pic>
        <p:nvPicPr>
          <p:cNvPr id="201" name="图片 200"/>
          <p:cNvPicPr>
            <a:picLocks noChangeAspect="1"/>
          </p:cNvPicPr>
          <p:nvPr/>
        </p:nvPicPr>
        <p:blipFill>
          <a:blip r:embed="rId3"/>
          <a:stretch>
            <a:fillRect/>
          </a:stretch>
        </p:blipFill>
        <p:spPr>
          <a:xfrm>
            <a:off x="3993515" y="1754505"/>
            <a:ext cx="2649855" cy="2165350"/>
          </a:xfrm>
          <a:prstGeom prst="rect">
            <a:avLst/>
          </a:prstGeom>
        </p:spPr>
      </p:pic>
      <p:sp>
        <p:nvSpPr>
          <p:cNvPr id="3" name="文本框 2"/>
          <p:cNvSpPr txBox="1"/>
          <p:nvPr/>
        </p:nvSpPr>
        <p:spPr>
          <a:xfrm>
            <a:off x="478367" y="188406"/>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sp>
        <p:nvSpPr>
          <p:cNvPr id="2" name="文本框 1"/>
          <p:cNvSpPr txBox="1"/>
          <p:nvPr/>
        </p:nvSpPr>
        <p:spPr>
          <a:xfrm>
            <a:off x="744855" y="1478915"/>
            <a:ext cx="4147820" cy="275590"/>
          </a:xfrm>
          <a:prstGeom prst="rect">
            <a:avLst/>
          </a:prstGeom>
          <a:noFill/>
        </p:spPr>
        <p:txBody>
          <a:bodyPr wrap="square" rtlCol="0">
            <a:spAutoFit/>
          </a:bodyPr>
          <a:p>
            <a:r>
              <a:rPr lang="zh-CN" altLang="en-US" sz="1200"/>
              <a:t>例：求无限大接地导体平面附近的点电荷产生的</a:t>
            </a:r>
            <a:r>
              <a:rPr lang="zh-CN" altLang="en-US" sz="1200"/>
              <a:t>电场</a:t>
            </a:r>
            <a:endParaRPr lang="zh-CN" altLang="en-US" sz="1200"/>
          </a:p>
        </p:txBody>
      </p:sp>
      <p:graphicFrame>
        <p:nvGraphicFramePr>
          <p:cNvPr id="9" name="对象 8">
            <a:hlinkClick r:id="" action="ppaction://ole?verb="/>
          </p:cNvPr>
          <p:cNvGraphicFramePr>
            <a:graphicFrameLocks noChangeAspect="1"/>
          </p:cNvGraphicFramePr>
          <p:nvPr/>
        </p:nvGraphicFramePr>
        <p:xfrm>
          <a:off x="911543" y="3668713"/>
          <a:ext cx="5862955" cy="2267585"/>
        </p:xfrm>
        <a:graphic>
          <a:graphicData uri="http://schemas.openxmlformats.org/presentationml/2006/ole">
            <mc:AlternateContent xmlns:mc="http://schemas.openxmlformats.org/markup-compatibility/2006">
              <mc:Choice xmlns:v="urn:schemas-microsoft-com:vml" Requires="v">
                <p:oleObj spid="_x0000_s10" name="" r:id="rId4" imgW="6502400" imgH="2489200" progId="Equation.KSEE3">
                  <p:embed/>
                </p:oleObj>
              </mc:Choice>
              <mc:Fallback>
                <p:oleObj name="" r:id="rId4" imgW="6502400" imgH="2489200" progId="Equation.KSEE3">
                  <p:embed/>
                  <p:pic>
                    <p:nvPicPr>
                      <p:cNvPr id="0" name="图片 1024"/>
                      <p:cNvPicPr/>
                      <p:nvPr/>
                    </p:nvPicPr>
                    <p:blipFill>
                      <a:blip r:embed="rId5"/>
                      <a:stretch>
                        <a:fillRect/>
                      </a:stretch>
                    </p:blipFill>
                    <p:spPr>
                      <a:xfrm>
                        <a:off x="911543" y="3668713"/>
                        <a:ext cx="5862955" cy="2267585"/>
                      </a:xfrm>
                      <a:prstGeom prst="rect">
                        <a:avLst/>
                      </a:prstGeom>
                    </p:spPr>
                  </p:pic>
                </p:oleObj>
              </mc:Fallback>
            </mc:AlternateContent>
          </a:graphicData>
        </a:graphic>
      </p:graphicFrame>
      <p:sp>
        <p:nvSpPr>
          <p:cNvPr id="11" name="文本框 10"/>
          <p:cNvSpPr txBox="1"/>
          <p:nvPr/>
        </p:nvSpPr>
        <p:spPr>
          <a:xfrm>
            <a:off x="802005" y="699770"/>
            <a:ext cx="9540875" cy="553085"/>
          </a:xfrm>
          <a:prstGeom prst="rect">
            <a:avLst/>
          </a:prstGeom>
          <a:noFill/>
        </p:spPr>
        <p:txBody>
          <a:bodyPr wrap="square" rtlCol="0">
            <a:spAutoFit/>
          </a:bodyPr>
          <a:p>
            <a:pPr algn="l">
              <a:lnSpc>
                <a:spcPts val="1800"/>
              </a:lnSpc>
              <a:buClrTx/>
              <a:buSzTx/>
              <a:buFontTx/>
            </a:pP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镜像法</a:t>
            </a:r>
            <a:r>
              <a:rPr lang="zh-CN" altLang="en-US" sz="1200">
                <a:latin typeface="宋体" panose="02010600030101010101" pitchFamily="2" charset="-122"/>
                <a:ea typeface="宋体" panose="02010600030101010101" pitchFamily="2" charset="-122"/>
              </a:rPr>
              <a:t>可以很方便的计算出放置在形状规则的导体附近的电荷所产生的电场，其要点是在求解区域外寻找合适位置和电荷量的镜像电荷，只要保证原电荷和镜像电荷在边界上共同产生的电位与原问题的电位相同，就能将原边值问题等效为真空中的分布型问题进行</a:t>
            </a:r>
            <a:r>
              <a:rPr lang="zh-CN" altLang="en-US" sz="1200">
                <a:latin typeface="宋体" panose="02010600030101010101" pitchFamily="2" charset="-122"/>
                <a:ea typeface="宋体" panose="02010600030101010101" pitchFamily="2" charset="-122"/>
              </a:rPr>
              <a:t>计算。</a:t>
            </a:r>
            <a:endParaRPr lang="zh-CN" altLang="en-US" sz="1200">
              <a:latin typeface="宋体" panose="02010600030101010101" pitchFamily="2" charset="-122"/>
              <a:ea typeface="宋体" panose="02010600030101010101" pitchFamily="2" charset="-122"/>
            </a:endParaRPr>
          </a:p>
        </p:txBody>
      </p:sp>
      <p:cxnSp>
        <p:nvCxnSpPr>
          <p:cNvPr id="12" name="直接箭头连接符 11"/>
          <p:cNvCxnSpPr/>
          <p:nvPr/>
        </p:nvCxnSpPr>
        <p:spPr>
          <a:xfrm>
            <a:off x="3532505" y="2798445"/>
            <a:ext cx="360000" cy="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pic>
        <p:nvPicPr>
          <p:cNvPr id="226" name="图片 225"/>
          <p:cNvPicPr>
            <a:picLocks noChangeAspect="1"/>
          </p:cNvPicPr>
          <p:nvPr/>
        </p:nvPicPr>
        <p:blipFill>
          <a:blip r:embed="rId6"/>
          <a:stretch>
            <a:fillRect/>
          </a:stretch>
        </p:blipFill>
        <p:spPr>
          <a:xfrm>
            <a:off x="7767320" y="1572895"/>
            <a:ext cx="1241425" cy="1172210"/>
          </a:xfrm>
          <a:prstGeom prst="rect">
            <a:avLst/>
          </a:prstGeom>
        </p:spPr>
      </p:pic>
      <p:pic>
        <p:nvPicPr>
          <p:cNvPr id="227" name="图片 226"/>
          <p:cNvPicPr>
            <a:picLocks noChangeAspect="1"/>
          </p:cNvPicPr>
          <p:nvPr/>
        </p:nvPicPr>
        <p:blipFill>
          <a:blip r:embed="rId7"/>
          <a:stretch>
            <a:fillRect/>
          </a:stretch>
        </p:blipFill>
        <p:spPr>
          <a:xfrm>
            <a:off x="9827260" y="1297305"/>
            <a:ext cx="1584960" cy="1633855"/>
          </a:xfrm>
          <a:prstGeom prst="rect">
            <a:avLst/>
          </a:prstGeom>
        </p:spPr>
      </p:pic>
      <p:cxnSp>
        <p:nvCxnSpPr>
          <p:cNvPr id="16" name="直接箭头连接符 15"/>
          <p:cNvCxnSpPr/>
          <p:nvPr/>
        </p:nvCxnSpPr>
        <p:spPr>
          <a:xfrm>
            <a:off x="9265285" y="2207260"/>
            <a:ext cx="360000" cy="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pic>
        <p:nvPicPr>
          <p:cNvPr id="17" name="图片 16"/>
          <p:cNvPicPr>
            <a:picLocks noChangeAspect="1"/>
          </p:cNvPicPr>
          <p:nvPr/>
        </p:nvPicPr>
        <p:blipFill>
          <a:blip r:embed="rId8"/>
          <a:stretch>
            <a:fillRect/>
          </a:stretch>
        </p:blipFill>
        <p:spPr>
          <a:xfrm>
            <a:off x="7685405" y="3117850"/>
            <a:ext cx="1480820" cy="1276350"/>
          </a:xfrm>
          <a:prstGeom prst="rect">
            <a:avLst/>
          </a:prstGeom>
        </p:spPr>
      </p:pic>
      <p:pic>
        <p:nvPicPr>
          <p:cNvPr id="18" name="图片 17"/>
          <p:cNvPicPr>
            <a:picLocks noChangeAspect="1"/>
          </p:cNvPicPr>
          <p:nvPr/>
        </p:nvPicPr>
        <p:blipFill>
          <a:blip r:embed="rId9"/>
          <a:stretch>
            <a:fillRect/>
          </a:stretch>
        </p:blipFill>
        <p:spPr>
          <a:xfrm>
            <a:off x="9731375" y="3099435"/>
            <a:ext cx="2049145" cy="1785620"/>
          </a:xfrm>
          <a:prstGeom prst="rect">
            <a:avLst/>
          </a:prstGeom>
        </p:spPr>
      </p:pic>
      <p:cxnSp>
        <p:nvCxnSpPr>
          <p:cNvPr id="19" name="直接箭头连接符 18"/>
          <p:cNvCxnSpPr/>
          <p:nvPr/>
        </p:nvCxnSpPr>
        <p:spPr>
          <a:xfrm>
            <a:off x="9334500" y="3804285"/>
            <a:ext cx="360000" cy="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pic>
        <p:nvPicPr>
          <p:cNvPr id="21" name="图片 20"/>
          <p:cNvPicPr>
            <a:picLocks noChangeAspect="1"/>
          </p:cNvPicPr>
          <p:nvPr/>
        </p:nvPicPr>
        <p:blipFill>
          <a:blip r:embed="rId10"/>
          <a:stretch>
            <a:fillRect/>
          </a:stretch>
        </p:blipFill>
        <p:spPr>
          <a:xfrm>
            <a:off x="9967595" y="5039995"/>
            <a:ext cx="1719580" cy="1247140"/>
          </a:xfrm>
          <a:prstGeom prst="rect">
            <a:avLst/>
          </a:prstGeom>
        </p:spPr>
      </p:pic>
      <p:cxnSp>
        <p:nvCxnSpPr>
          <p:cNvPr id="22" name="直接箭头连接符 21"/>
          <p:cNvCxnSpPr/>
          <p:nvPr/>
        </p:nvCxnSpPr>
        <p:spPr>
          <a:xfrm>
            <a:off x="9365615" y="5422900"/>
            <a:ext cx="360000" cy="0"/>
          </a:xfrm>
          <a:prstGeom prst="straightConnector1">
            <a:avLst/>
          </a:prstGeom>
          <a:ln w="28575">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78367" y="138876"/>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sp>
        <p:nvSpPr>
          <p:cNvPr id="11" name="文本框 10"/>
          <p:cNvSpPr txBox="1"/>
          <p:nvPr/>
        </p:nvSpPr>
        <p:spPr>
          <a:xfrm>
            <a:off x="407670" y="635635"/>
            <a:ext cx="11414125" cy="553085"/>
          </a:xfrm>
          <a:prstGeom prst="rect">
            <a:avLst/>
          </a:prstGeom>
          <a:noFill/>
        </p:spPr>
        <p:txBody>
          <a:bodyPr wrap="square" rtlCol="0">
            <a:spAutoFit/>
          </a:bodyPr>
          <a:p>
            <a:pPr algn="l">
              <a:lnSpc>
                <a:spcPts val="1800"/>
              </a:lnSpc>
              <a:buClrTx/>
              <a:buSzTx/>
              <a:buFontTx/>
            </a:pP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分离变量法</a:t>
            </a:r>
            <a:r>
              <a:rPr lang="zh-CN" altLang="en-US" sz="1200">
                <a:latin typeface="宋体" panose="02010600030101010101" pitchFamily="2" charset="-122"/>
                <a:ea typeface="宋体" panose="02010600030101010101" pitchFamily="2" charset="-122"/>
              </a:rPr>
              <a:t>是数学物理方法中应用最广的一种方法，适合用于求解如波动方程、热传导方程、拉普拉斯方程等经典的线性齐次偏微分方程。</a:t>
            </a:r>
            <a:endParaRPr lang="zh-CN" altLang="en-US" sz="1200">
              <a:latin typeface="宋体" panose="02010600030101010101" pitchFamily="2" charset="-122"/>
              <a:ea typeface="宋体" panose="02010600030101010101" pitchFamily="2" charset="-122"/>
            </a:endParaRPr>
          </a:p>
          <a:p>
            <a:pPr algn="l">
              <a:lnSpc>
                <a:spcPts val="1800"/>
              </a:lnSpc>
              <a:buClrTx/>
              <a:buSzTx/>
              <a:buFontTx/>
            </a:pPr>
            <a:r>
              <a:rPr lang="zh-CN" altLang="en-US" sz="1200">
                <a:latin typeface="宋体" panose="02010600030101010101" pitchFamily="2" charset="-122"/>
                <a:ea typeface="宋体" panose="02010600030101010101" pitchFamily="2" charset="-122"/>
              </a:rPr>
              <a:t>当区域形状与坐标系的坐标面重合时，可以通过将未知函数假设为多个单变量函数的乘积形式，从而将复杂的偏微分方程</a:t>
            </a:r>
            <a:r>
              <a:rPr lang="en-US" altLang="zh-CN" sz="1200">
                <a:latin typeface="宋体" panose="02010600030101010101" pitchFamily="2" charset="-122"/>
                <a:ea typeface="宋体" panose="02010600030101010101" pitchFamily="2" charset="-122"/>
              </a:rPr>
              <a:t>“</a:t>
            </a:r>
            <a:r>
              <a:rPr lang="zh-CN" altLang="en-US" sz="1200">
                <a:latin typeface="宋体" panose="02010600030101010101" pitchFamily="2" charset="-122"/>
                <a:ea typeface="宋体" panose="02010600030101010101" pitchFamily="2" charset="-122"/>
              </a:rPr>
              <a:t>分离</a:t>
            </a:r>
            <a:r>
              <a:rPr lang="en-US" altLang="zh-CN" sz="1200">
                <a:latin typeface="宋体" panose="02010600030101010101" pitchFamily="2" charset="-122"/>
                <a:ea typeface="宋体" panose="02010600030101010101" pitchFamily="2" charset="-122"/>
              </a:rPr>
              <a:t>”</a:t>
            </a:r>
            <a:r>
              <a:rPr lang="zh-CN" altLang="en-US" sz="1200">
                <a:latin typeface="宋体" panose="02010600030101010101" pitchFamily="2" charset="-122"/>
                <a:ea typeface="宋体" panose="02010600030101010101" pitchFamily="2" charset="-122"/>
              </a:rPr>
              <a:t>成若干个更简</a:t>
            </a:r>
            <a:r>
              <a:rPr lang="zh-CN" altLang="en-US" sz="1200">
                <a:latin typeface="宋体" panose="02010600030101010101" pitchFamily="2" charset="-122"/>
                <a:ea typeface="宋体" panose="02010600030101010101" pitchFamily="2" charset="-122"/>
              </a:rPr>
              <a:t>单的常微分方程来求解。</a:t>
            </a:r>
            <a:endParaRPr lang="zh-CN" altLang="en-US" sz="1200">
              <a:latin typeface="宋体" panose="02010600030101010101" pitchFamily="2" charset="-122"/>
              <a:ea typeface="宋体" panose="02010600030101010101" pitchFamily="2" charset="-122"/>
            </a:endParaRPr>
          </a:p>
        </p:txBody>
      </p:sp>
      <p:sp>
        <p:nvSpPr>
          <p:cNvPr id="2" name="文本框 1"/>
          <p:cNvSpPr txBox="1"/>
          <p:nvPr/>
        </p:nvSpPr>
        <p:spPr>
          <a:xfrm>
            <a:off x="407670" y="1421765"/>
            <a:ext cx="3046095" cy="275590"/>
          </a:xfrm>
          <a:prstGeom prst="rect">
            <a:avLst/>
          </a:prstGeom>
          <a:noFill/>
        </p:spPr>
        <p:txBody>
          <a:bodyPr wrap="square" rtlCol="0">
            <a:spAutoFit/>
          </a:bodyPr>
          <a:p>
            <a:r>
              <a:rPr lang="zh-CN" altLang="en-US" sz="1200"/>
              <a:t>例：求</a:t>
            </a:r>
            <a:r>
              <a:rPr lang="zh-CN" altLang="en-US" sz="1200"/>
              <a:t>导电平板围成的矩形区域内的</a:t>
            </a:r>
            <a:r>
              <a:rPr lang="zh-CN" altLang="en-US" sz="1200"/>
              <a:t>电场</a:t>
            </a:r>
            <a:endParaRPr lang="zh-CN" altLang="en-US" sz="1200"/>
          </a:p>
        </p:txBody>
      </p:sp>
      <p:cxnSp>
        <p:nvCxnSpPr>
          <p:cNvPr id="6" name="直接箭头连接符 5"/>
          <p:cNvCxnSpPr/>
          <p:nvPr/>
        </p:nvCxnSpPr>
        <p:spPr>
          <a:xfrm flipH="1" flipV="1">
            <a:off x="5556250" y="1286510"/>
            <a:ext cx="0" cy="180000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nvCxnSpPr>
        <p:spPr>
          <a:xfrm flipV="1">
            <a:off x="5564505" y="3079115"/>
            <a:ext cx="2160000" cy="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flipV="1">
            <a:off x="5555615" y="3081020"/>
            <a:ext cx="1620000" cy="0"/>
          </a:xfrm>
          <a:prstGeom prst="line">
            <a:avLst/>
          </a:prstGeom>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rot="16200000" flipV="1">
            <a:off x="4926885" y="2456735"/>
            <a:ext cx="1260000" cy="0"/>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12" name="对象 11">
            <a:hlinkClick r:id="" action="ppaction://ole?verb="/>
          </p:cNvPr>
          <p:cNvGraphicFramePr>
            <a:graphicFrameLocks noChangeAspect="1"/>
          </p:cNvGraphicFramePr>
          <p:nvPr/>
        </p:nvGraphicFramePr>
        <p:xfrm>
          <a:off x="7110413" y="3101023"/>
          <a:ext cx="114935" cy="127635"/>
        </p:xfrm>
        <a:graphic>
          <a:graphicData uri="http://schemas.openxmlformats.org/presentationml/2006/ole">
            <mc:AlternateContent xmlns:mc="http://schemas.openxmlformats.org/markup-compatibility/2006">
              <mc:Choice xmlns:v="urn:schemas-microsoft-com:vml" Requires="v">
                <p:oleObj spid="_x0000_s13" name="" r:id="rId1" imgW="127000" imgH="139700" progId="Equation.KSEE3">
                  <p:embed/>
                </p:oleObj>
              </mc:Choice>
              <mc:Fallback>
                <p:oleObj name="" r:id="rId1" imgW="127000" imgH="139700" progId="Equation.KSEE3">
                  <p:embed/>
                  <p:pic>
                    <p:nvPicPr>
                      <p:cNvPr id="0" name="图片 1024"/>
                      <p:cNvPicPr/>
                      <p:nvPr/>
                    </p:nvPicPr>
                    <p:blipFill>
                      <a:blip r:embed="rId2"/>
                      <a:stretch>
                        <a:fillRect/>
                      </a:stretch>
                    </p:blipFill>
                    <p:spPr>
                      <a:xfrm>
                        <a:off x="7110413" y="3101023"/>
                        <a:ext cx="114935" cy="127635"/>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5416868" y="1753553"/>
          <a:ext cx="114935" cy="161925"/>
        </p:xfrm>
        <a:graphic>
          <a:graphicData uri="http://schemas.openxmlformats.org/presentationml/2006/ole">
            <mc:AlternateContent xmlns:mc="http://schemas.openxmlformats.org/markup-compatibility/2006">
              <mc:Choice xmlns:v="urn:schemas-microsoft-com:vml" Requires="v">
                <p:oleObj spid="_x0000_s15" name="" r:id="rId3" imgW="127000" imgH="177165" progId="Equation.KSEE3">
                  <p:embed/>
                </p:oleObj>
              </mc:Choice>
              <mc:Fallback>
                <p:oleObj name="" r:id="rId3" imgW="127000" imgH="177165" progId="Equation.KSEE3">
                  <p:embed/>
                  <p:pic>
                    <p:nvPicPr>
                      <p:cNvPr id="0" name="图片 1024"/>
                      <p:cNvPicPr/>
                      <p:nvPr/>
                    </p:nvPicPr>
                    <p:blipFill>
                      <a:blip r:embed="rId4"/>
                      <a:stretch>
                        <a:fillRect/>
                      </a:stretch>
                    </p:blipFill>
                    <p:spPr>
                      <a:xfrm>
                        <a:off x="5416868" y="1753553"/>
                        <a:ext cx="114935" cy="161925"/>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7681913" y="3101023"/>
          <a:ext cx="114935" cy="127635"/>
        </p:xfrm>
        <a:graphic>
          <a:graphicData uri="http://schemas.openxmlformats.org/presentationml/2006/ole">
            <mc:AlternateContent xmlns:mc="http://schemas.openxmlformats.org/markup-compatibility/2006">
              <mc:Choice xmlns:v="urn:schemas-microsoft-com:vml" Requires="v">
                <p:oleObj spid="_x0000_s17" name="" r:id="rId5" imgW="127000" imgH="139700" progId="Equation.KSEE3">
                  <p:embed/>
                </p:oleObj>
              </mc:Choice>
              <mc:Fallback>
                <p:oleObj name="" r:id="rId5" imgW="127000" imgH="139700" progId="Equation.KSEE3">
                  <p:embed/>
                  <p:pic>
                    <p:nvPicPr>
                      <p:cNvPr id="0" name="图片 1024"/>
                      <p:cNvPicPr/>
                      <p:nvPr/>
                    </p:nvPicPr>
                    <p:blipFill>
                      <a:blip r:embed="rId6"/>
                      <a:stretch>
                        <a:fillRect/>
                      </a:stretch>
                    </p:blipFill>
                    <p:spPr>
                      <a:xfrm>
                        <a:off x="7681913" y="3101023"/>
                        <a:ext cx="114935" cy="127635"/>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5333366" y="1332865"/>
          <a:ext cx="127000" cy="151130"/>
        </p:xfrm>
        <a:graphic>
          <a:graphicData uri="http://schemas.openxmlformats.org/presentationml/2006/ole">
            <mc:AlternateContent xmlns:mc="http://schemas.openxmlformats.org/markup-compatibility/2006">
              <mc:Choice xmlns:v="urn:schemas-microsoft-com:vml" Requires="v">
                <p:oleObj spid="_x0000_s19" name="" r:id="rId7" imgW="139700" imgH="165100" progId="Equation.KSEE3">
                  <p:embed/>
                </p:oleObj>
              </mc:Choice>
              <mc:Fallback>
                <p:oleObj name="" r:id="rId7" imgW="139700" imgH="165100" progId="Equation.KSEE3">
                  <p:embed/>
                  <p:pic>
                    <p:nvPicPr>
                      <p:cNvPr id="0" name="图片 1024"/>
                      <p:cNvPicPr/>
                      <p:nvPr/>
                    </p:nvPicPr>
                    <p:blipFill>
                      <a:blip r:embed="rId8"/>
                      <a:stretch>
                        <a:fillRect/>
                      </a:stretch>
                    </p:blipFill>
                    <p:spPr>
                      <a:xfrm>
                        <a:off x="5333366" y="1332865"/>
                        <a:ext cx="127000" cy="151130"/>
                      </a:xfrm>
                      <a:prstGeom prst="rect">
                        <a:avLst/>
                      </a:prstGeom>
                    </p:spPr>
                  </p:pic>
                </p:oleObj>
              </mc:Fallback>
            </mc:AlternateContent>
          </a:graphicData>
        </a:graphic>
      </p:graphicFrame>
      <p:graphicFrame>
        <p:nvGraphicFramePr>
          <p:cNvPr id="22" name="对象 21">
            <a:hlinkClick r:id="" action="ppaction://ole?verb="/>
          </p:cNvPr>
          <p:cNvGraphicFramePr>
            <a:graphicFrameLocks noChangeAspect="1"/>
          </p:cNvGraphicFramePr>
          <p:nvPr/>
        </p:nvGraphicFramePr>
        <p:xfrm>
          <a:off x="6320473" y="3108008"/>
          <a:ext cx="333375" cy="186055"/>
        </p:xfrm>
        <a:graphic>
          <a:graphicData uri="http://schemas.openxmlformats.org/presentationml/2006/ole">
            <mc:AlternateContent xmlns:mc="http://schemas.openxmlformats.org/markup-compatibility/2006">
              <mc:Choice xmlns:v="urn:schemas-microsoft-com:vml" Requires="v">
                <p:oleObj spid="_x0000_s23" name="" r:id="rId9" imgW="368300" imgH="203200" progId="Equation.KSEE3">
                  <p:embed/>
                </p:oleObj>
              </mc:Choice>
              <mc:Fallback>
                <p:oleObj name="" r:id="rId9" imgW="368300" imgH="203200" progId="Equation.KSEE3">
                  <p:embed/>
                  <p:pic>
                    <p:nvPicPr>
                      <p:cNvPr id="0" name="图片 1024"/>
                      <p:cNvPicPr/>
                      <p:nvPr/>
                    </p:nvPicPr>
                    <p:blipFill>
                      <a:blip r:embed="rId10"/>
                      <a:stretch>
                        <a:fillRect/>
                      </a:stretch>
                    </p:blipFill>
                    <p:spPr>
                      <a:xfrm>
                        <a:off x="6320473" y="3108008"/>
                        <a:ext cx="333375" cy="186055"/>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7225348" y="2363788"/>
          <a:ext cx="333375" cy="186055"/>
        </p:xfrm>
        <a:graphic>
          <a:graphicData uri="http://schemas.openxmlformats.org/presentationml/2006/ole">
            <mc:AlternateContent xmlns:mc="http://schemas.openxmlformats.org/markup-compatibility/2006">
              <mc:Choice xmlns:v="urn:schemas-microsoft-com:vml" Requires="v">
                <p:oleObj spid="_x0000_s25" name="" r:id="rId11" imgW="368300" imgH="203200" progId="Equation.KSEE3">
                  <p:embed/>
                </p:oleObj>
              </mc:Choice>
              <mc:Fallback>
                <p:oleObj name="" r:id="rId11" imgW="368300" imgH="203200" progId="Equation.KSEE3">
                  <p:embed/>
                  <p:pic>
                    <p:nvPicPr>
                      <p:cNvPr id="0" name="图片 1024"/>
                      <p:cNvPicPr/>
                      <p:nvPr/>
                    </p:nvPicPr>
                    <p:blipFill>
                      <a:blip r:embed="rId12"/>
                      <a:stretch>
                        <a:fillRect/>
                      </a:stretch>
                    </p:blipFill>
                    <p:spPr>
                      <a:xfrm>
                        <a:off x="7225348" y="2363788"/>
                        <a:ext cx="333375" cy="186055"/>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5159693" y="2353628"/>
          <a:ext cx="333375" cy="186055"/>
        </p:xfrm>
        <a:graphic>
          <a:graphicData uri="http://schemas.openxmlformats.org/presentationml/2006/ole">
            <mc:AlternateContent xmlns:mc="http://schemas.openxmlformats.org/markup-compatibility/2006">
              <mc:Choice xmlns:v="urn:schemas-microsoft-com:vml" Requires="v">
                <p:oleObj spid="_x0000_s27" name="" r:id="rId13" imgW="368300" imgH="203200" progId="Equation.KSEE3">
                  <p:embed/>
                </p:oleObj>
              </mc:Choice>
              <mc:Fallback>
                <p:oleObj name="" r:id="rId13" imgW="368300" imgH="203200" progId="Equation.KSEE3">
                  <p:embed/>
                  <p:pic>
                    <p:nvPicPr>
                      <p:cNvPr id="0" name="图片 1024"/>
                      <p:cNvPicPr/>
                      <p:nvPr/>
                    </p:nvPicPr>
                    <p:blipFill>
                      <a:blip r:embed="rId10"/>
                      <a:stretch>
                        <a:fillRect/>
                      </a:stretch>
                    </p:blipFill>
                    <p:spPr>
                      <a:xfrm>
                        <a:off x="5159693" y="2353628"/>
                        <a:ext cx="333375" cy="186055"/>
                      </a:xfrm>
                      <a:prstGeom prst="rect">
                        <a:avLst/>
                      </a:prstGeom>
                    </p:spPr>
                  </p:pic>
                </p:oleObj>
              </mc:Fallback>
            </mc:AlternateContent>
          </a:graphicData>
        </a:graphic>
      </p:graphicFrame>
      <p:cxnSp>
        <p:nvCxnSpPr>
          <p:cNvPr id="28" name="直接连接符 27"/>
          <p:cNvCxnSpPr/>
          <p:nvPr/>
        </p:nvCxnSpPr>
        <p:spPr>
          <a:xfrm flipV="1">
            <a:off x="5555615" y="1826895"/>
            <a:ext cx="1620000" cy="0"/>
          </a:xfrm>
          <a:prstGeom prst="line">
            <a:avLst/>
          </a:prstGeom>
        </p:spPr>
        <p:style>
          <a:lnRef idx="2">
            <a:schemeClr val="accent1"/>
          </a:lnRef>
          <a:fillRef idx="0">
            <a:srgbClr val="FFFFFF"/>
          </a:fillRef>
          <a:effectRef idx="0">
            <a:srgbClr val="FFFFFF"/>
          </a:effectRef>
          <a:fontRef idx="minor">
            <a:schemeClr val="tx1"/>
          </a:fontRef>
        </p:style>
      </p:cxnSp>
      <p:cxnSp>
        <p:nvCxnSpPr>
          <p:cNvPr id="29" name="直接连接符 28"/>
          <p:cNvCxnSpPr/>
          <p:nvPr/>
        </p:nvCxnSpPr>
        <p:spPr>
          <a:xfrm rot="16200000" flipV="1">
            <a:off x="6545500" y="2445305"/>
            <a:ext cx="1260000" cy="0"/>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30" name="对象 29">
            <a:hlinkClick r:id="" action="ppaction://ole?verb="/>
          </p:cNvPr>
          <p:cNvGraphicFramePr>
            <a:graphicFrameLocks noChangeAspect="1"/>
          </p:cNvGraphicFramePr>
          <p:nvPr/>
        </p:nvGraphicFramePr>
        <p:xfrm>
          <a:off x="6139181" y="1581785"/>
          <a:ext cx="379730" cy="209550"/>
        </p:xfrm>
        <a:graphic>
          <a:graphicData uri="http://schemas.openxmlformats.org/presentationml/2006/ole">
            <mc:AlternateContent xmlns:mc="http://schemas.openxmlformats.org/markup-compatibility/2006">
              <mc:Choice xmlns:v="urn:schemas-microsoft-com:vml" Requires="v">
                <p:oleObj spid="_x0000_s31" name="" r:id="rId14" imgW="419100" imgH="228600" progId="Equation.KSEE3">
                  <p:embed/>
                </p:oleObj>
              </mc:Choice>
              <mc:Fallback>
                <p:oleObj name="" r:id="rId14" imgW="419100" imgH="228600" progId="Equation.KSEE3">
                  <p:embed/>
                  <p:pic>
                    <p:nvPicPr>
                      <p:cNvPr id="0" name="图片 1024"/>
                      <p:cNvPicPr/>
                      <p:nvPr/>
                    </p:nvPicPr>
                    <p:blipFill>
                      <a:blip r:embed="rId15"/>
                      <a:stretch>
                        <a:fillRect/>
                      </a:stretch>
                    </p:blipFill>
                    <p:spPr>
                      <a:xfrm>
                        <a:off x="6139181" y="1581785"/>
                        <a:ext cx="379730" cy="209550"/>
                      </a:xfrm>
                      <a:prstGeom prst="rect">
                        <a:avLst/>
                      </a:prstGeom>
                    </p:spPr>
                  </p:pic>
                </p:oleObj>
              </mc:Fallback>
            </mc:AlternateContent>
          </a:graphicData>
        </a:graphic>
      </p:graphicFrame>
      <p:sp>
        <p:nvSpPr>
          <p:cNvPr id="32" name="文本框 31"/>
          <p:cNvSpPr txBox="1"/>
          <p:nvPr/>
        </p:nvSpPr>
        <p:spPr>
          <a:xfrm>
            <a:off x="508635" y="2336165"/>
            <a:ext cx="3046095" cy="429895"/>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endParaRPr lang="zh-CN" altLang="en-US" sz="1000">
              <a:solidFill>
                <a:schemeClr val="tx1"/>
              </a:solidFill>
              <a:latin typeface="微软雅黑" panose="020B0503020204020204" charset="-122"/>
              <a:ea typeface="微软雅黑" panose="020B0503020204020204" charset="-122"/>
            </a:endParaRPr>
          </a:p>
          <a:p>
            <a:r>
              <a:rPr lang="en-US" altLang="zh-CN" sz="1000">
                <a:solidFill>
                  <a:srgbClr val="FF0000"/>
                </a:solidFill>
                <a:latin typeface="微软雅黑" panose="020B0503020204020204" charset="-122"/>
                <a:ea typeface="微软雅黑" panose="020B0503020204020204" charset="-122"/>
              </a:rPr>
              <a:t>① </a:t>
            </a:r>
            <a:r>
              <a:rPr lang="zh-CN" altLang="en-US" sz="1000">
                <a:solidFill>
                  <a:srgbClr val="FF0000"/>
                </a:solidFill>
                <a:sym typeface="+mn-ea"/>
              </a:rPr>
              <a:t>对泛定方程和边界条件做齐次化处理</a:t>
            </a: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p:txBody>
      </p:sp>
      <p:sp>
        <p:nvSpPr>
          <p:cNvPr id="35" name="文本框 34"/>
          <p:cNvSpPr txBox="1"/>
          <p:nvPr/>
        </p:nvSpPr>
        <p:spPr>
          <a:xfrm>
            <a:off x="407670" y="1722755"/>
            <a:ext cx="4540885" cy="398780"/>
          </a:xfrm>
          <a:prstGeom prst="rect">
            <a:avLst/>
          </a:prstGeom>
          <a:noFill/>
        </p:spPr>
        <p:txBody>
          <a:bodyPr wrap="square" rtlCol="0">
            <a:spAutoFit/>
          </a:bodyPr>
          <a:p>
            <a:r>
              <a:rPr lang="en-US" altLang="zh-CN" sz="1000"/>
              <a:t>  </a:t>
            </a:r>
            <a:r>
              <a:rPr lang="zh-CN" altLang="en-US" sz="1000"/>
              <a:t>四块</a:t>
            </a:r>
            <a:r>
              <a:rPr lang="zh-CN" altLang="en-US" sz="1000">
                <a:sym typeface="+mn-ea"/>
              </a:rPr>
              <a:t>相互绝缘的</a:t>
            </a:r>
            <a:r>
              <a:rPr lang="zh-CN" altLang="en-US" sz="1000"/>
              <a:t>导体平板围成一个长为</a:t>
            </a:r>
            <a:r>
              <a:rPr lang="en-US" altLang="zh-CN" sz="1000"/>
              <a:t>a</a:t>
            </a:r>
            <a:r>
              <a:rPr lang="zh-CN" altLang="en-US" sz="1000"/>
              <a:t>宽为</a:t>
            </a:r>
            <a:r>
              <a:rPr lang="en-US" altLang="zh-CN" sz="1000"/>
              <a:t>b</a:t>
            </a:r>
            <a:r>
              <a:rPr lang="zh-CN" altLang="en-US" sz="1000"/>
              <a:t>的矩形区域，上面的导体平板电位为</a:t>
            </a:r>
            <a:r>
              <a:rPr lang="en-US" altLang="zh-CN" sz="1000"/>
              <a:t>V</a:t>
            </a:r>
            <a:r>
              <a:rPr lang="en-US" altLang="zh-CN" sz="1000" baseline="-25000"/>
              <a:t>0</a:t>
            </a:r>
            <a:r>
              <a:rPr lang="zh-CN" altLang="en-US" sz="1000">
                <a:sym typeface="+mn-ea"/>
              </a:rPr>
              <a:t>，其余三块导体平板电位为</a:t>
            </a:r>
            <a:r>
              <a:rPr lang="en-US" altLang="zh-CN" sz="1000">
                <a:sym typeface="+mn-ea"/>
              </a:rPr>
              <a:t>0</a:t>
            </a:r>
            <a:r>
              <a:rPr lang="zh-CN" altLang="en-US" sz="1000">
                <a:sym typeface="+mn-ea"/>
              </a:rPr>
              <a:t>，求区域内的</a:t>
            </a:r>
            <a:r>
              <a:rPr lang="zh-CN" altLang="en-US" sz="1000">
                <a:sym typeface="+mn-ea"/>
              </a:rPr>
              <a:t>电场。</a:t>
            </a:r>
            <a:endParaRPr lang="zh-CN" altLang="en-US" sz="1000">
              <a:sym typeface="+mn-ea"/>
            </a:endParaRPr>
          </a:p>
        </p:txBody>
      </p:sp>
      <p:graphicFrame>
        <p:nvGraphicFramePr>
          <p:cNvPr id="36" name="对象 35">
            <a:hlinkClick r:id="" action="ppaction://ole?verb="/>
          </p:cNvPr>
          <p:cNvGraphicFramePr>
            <a:graphicFrameLocks noChangeAspect="1"/>
          </p:cNvGraphicFramePr>
          <p:nvPr/>
        </p:nvGraphicFramePr>
        <p:xfrm>
          <a:off x="615633" y="2807018"/>
          <a:ext cx="4357370" cy="1104900"/>
        </p:xfrm>
        <a:graphic>
          <a:graphicData uri="http://schemas.openxmlformats.org/presentationml/2006/ole">
            <mc:AlternateContent xmlns:mc="http://schemas.openxmlformats.org/markup-compatibility/2006">
              <mc:Choice xmlns:v="urn:schemas-microsoft-com:vml" Requires="v">
                <p:oleObj spid="_x0000_s37" name="" r:id="rId16" imgW="4965700" imgH="1244600" progId="Equation.KSEE3">
                  <p:embed/>
                </p:oleObj>
              </mc:Choice>
              <mc:Fallback>
                <p:oleObj name="" r:id="rId16" imgW="4965700" imgH="1244600" progId="Equation.KSEE3">
                  <p:embed/>
                  <p:pic>
                    <p:nvPicPr>
                      <p:cNvPr id="0" name="图片 1024"/>
                      <p:cNvPicPr/>
                      <p:nvPr/>
                    </p:nvPicPr>
                    <p:blipFill>
                      <a:blip r:embed="rId17"/>
                      <a:stretch>
                        <a:fillRect/>
                      </a:stretch>
                    </p:blipFill>
                    <p:spPr>
                      <a:xfrm>
                        <a:off x="615633" y="2807018"/>
                        <a:ext cx="4357370" cy="1104900"/>
                      </a:xfrm>
                      <a:prstGeom prst="rect">
                        <a:avLst/>
                      </a:prstGeom>
                    </p:spPr>
                  </p:pic>
                </p:oleObj>
              </mc:Fallback>
            </mc:AlternateContent>
          </a:graphicData>
        </a:graphic>
      </p:graphicFrame>
      <p:sp>
        <p:nvSpPr>
          <p:cNvPr id="38" name="文本框 37"/>
          <p:cNvSpPr txBox="1"/>
          <p:nvPr/>
        </p:nvSpPr>
        <p:spPr>
          <a:xfrm>
            <a:off x="551815" y="3998595"/>
            <a:ext cx="3322320" cy="245110"/>
          </a:xfrm>
          <a:prstGeom prst="rect">
            <a:avLst/>
          </a:prstGeom>
          <a:noFill/>
        </p:spPr>
        <p:txBody>
          <a:bodyPr wrap="square" rtlCol="0">
            <a:spAutoFit/>
          </a:bodyPr>
          <a:p>
            <a:r>
              <a:rPr lang="en-US" altLang="zh-CN" sz="1000">
                <a:solidFill>
                  <a:srgbClr val="FF0000"/>
                </a:solidFill>
                <a:latin typeface="微软雅黑" panose="020B0503020204020204" charset="-122"/>
                <a:ea typeface="微软雅黑" panose="020B0503020204020204" charset="-122"/>
              </a:rPr>
              <a:t>② </a:t>
            </a:r>
            <a:r>
              <a:rPr lang="zh-CN" altLang="en-US" sz="1000">
                <a:solidFill>
                  <a:srgbClr val="FF0000"/>
                </a:solidFill>
                <a:sym typeface="+mn-ea"/>
              </a:rPr>
              <a:t>分离变量，将原偏微分方程拆为若干个常微分方程</a:t>
            </a:r>
            <a:endParaRPr lang="zh-CN" altLang="en-US" sz="1000">
              <a:solidFill>
                <a:srgbClr val="FF0000"/>
              </a:solidFill>
              <a:sym typeface="+mn-ea"/>
            </a:endParaRPr>
          </a:p>
        </p:txBody>
      </p:sp>
      <p:graphicFrame>
        <p:nvGraphicFramePr>
          <p:cNvPr id="39" name="对象 38">
            <a:hlinkClick r:id="" action="ppaction://ole?verb="/>
          </p:cNvPr>
          <p:cNvGraphicFramePr>
            <a:graphicFrameLocks noChangeAspect="1"/>
          </p:cNvGraphicFramePr>
          <p:nvPr/>
        </p:nvGraphicFramePr>
        <p:xfrm>
          <a:off x="1122998" y="4330065"/>
          <a:ext cx="2195195" cy="1785620"/>
        </p:xfrm>
        <a:graphic>
          <a:graphicData uri="http://schemas.openxmlformats.org/presentationml/2006/ole">
            <mc:AlternateContent xmlns:mc="http://schemas.openxmlformats.org/markup-compatibility/2006">
              <mc:Choice xmlns:v="urn:schemas-microsoft-com:vml" Requires="v">
                <p:oleObj spid="_x0000_s40" name="" r:id="rId18" imgW="2730500" imgH="2197100" progId="Equation.KSEE3">
                  <p:embed/>
                </p:oleObj>
              </mc:Choice>
              <mc:Fallback>
                <p:oleObj name="" r:id="rId18" imgW="2730500" imgH="2197100" progId="Equation.KSEE3">
                  <p:embed/>
                  <p:pic>
                    <p:nvPicPr>
                      <p:cNvPr id="0" name="图片 1024"/>
                      <p:cNvPicPr/>
                      <p:nvPr/>
                    </p:nvPicPr>
                    <p:blipFill>
                      <a:blip r:embed="rId19"/>
                      <a:stretch>
                        <a:fillRect/>
                      </a:stretch>
                    </p:blipFill>
                    <p:spPr>
                      <a:xfrm>
                        <a:off x="1122998" y="4330065"/>
                        <a:ext cx="2195195" cy="1785620"/>
                      </a:xfrm>
                      <a:prstGeom prst="rect">
                        <a:avLst/>
                      </a:prstGeom>
                    </p:spPr>
                  </p:pic>
                </p:oleObj>
              </mc:Fallback>
            </mc:AlternateContent>
          </a:graphicData>
        </a:graphic>
      </p:graphicFrame>
      <p:sp>
        <p:nvSpPr>
          <p:cNvPr id="41" name="文本框 40"/>
          <p:cNvSpPr txBox="1"/>
          <p:nvPr/>
        </p:nvSpPr>
        <p:spPr>
          <a:xfrm>
            <a:off x="3834765" y="3382010"/>
            <a:ext cx="4275455" cy="245110"/>
          </a:xfrm>
          <a:prstGeom prst="rect">
            <a:avLst/>
          </a:prstGeom>
          <a:noFill/>
        </p:spPr>
        <p:txBody>
          <a:bodyPr wrap="square" rtlCol="0">
            <a:spAutoFit/>
          </a:bodyPr>
          <a:p>
            <a:r>
              <a:rPr lang="en-US" altLang="zh-CN" sz="1000">
                <a:solidFill>
                  <a:srgbClr val="FF0000"/>
                </a:solidFill>
                <a:latin typeface="微软雅黑" panose="020B0503020204020204" charset="-122"/>
                <a:ea typeface="微软雅黑" panose="020B0503020204020204" charset="-122"/>
              </a:rPr>
              <a:t>③ </a:t>
            </a:r>
            <a:r>
              <a:rPr lang="zh-CN" altLang="en-US" sz="1000">
                <a:solidFill>
                  <a:srgbClr val="FF0000"/>
                </a:solidFill>
                <a:sym typeface="+mn-ea"/>
              </a:rPr>
              <a:t>解本征值方程</a:t>
            </a:r>
            <a:r>
              <a:rPr lang="en-US" altLang="zh-CN" sz="1000">
                <a:solidFill>
                  <a:srgbClr val="FF0000"/>
                </a:solidFill>
                <a:sym typeface="+mn-ea"/>
              </a:rPr>
              <a:t>(</a:t>
            </a:r>
            <a:r>
              <a:rPr lang="zh-CN" altLang="en-US" sz="1000">
                <a:solidFill>
                  <a:srgbClr val="FF0000"/>
                </a:solidFill>
                <a:sym typeface="+mn-ea"/>
              </a:rPr>
              <a:t>齐次边界相关的方程</a:t>
            </a:r>
            <a:r>
              <a:rPr lang="en-US" altLang="zh-CN" sz="1000">
                <a:solidFill>
                  <a:srgbClr val="FF0000"/>
                </a:solidFill>
                <a:sym typeface="+mn-ea"/>
              </a:rPr>
              <a:t>)</a:t>
            </a:r>
            <a:r>
              <a:rPr lang="zh-CN" altLang="en-US" sz="1000">
                <a:solidFill>
                  <a:srgbClr val="FF0000"/>
                </a:solidFill>
                <a:sym typeface="+mn-ea"/>
              </a:rPr>
              <a:t>，并利用</a:t>
            </a:r>
            <a:r>
              <a:rPr lang="zh-CN" altLang="en-US" sz="1000">
                <a:solidFill>
                  <a:srgbClr val="FF0000"/>
                </a:solidFill>
                <a:sym typeface="+mn-ea"/>
              </a:rPr>
              <a:t>齐次边界条件确定</a:t>
            </a:r>
            <a:r>
              <a:rPr lang="zh-CN" altLang="en-US" sz="1000">
                <a:solidFill>
                  <a:srgbClr val="FF0000"/>
                </a:solidFill>
                <a:sym typeface="+mn-ea"/>
              </a:rPr>
              <a:t>本征</a:t>
            </a:r>
            <a:r>
              <a:rPr lang="zh-CN" altLang="en-US" sz="1000">
                <a:solidFill>
                  <a:srgbClr val="FF0000"/>
                </a:solidFill>
                <a:sym typeface="+mn-ea"/>
              </a:rPr>
              <a:t>解</a:t>
            </a:r>
            <a:endParaRPr lang="zh-CN" altLang="en-US" sz="1000">
              <a:solidFill>
                <a:srgbClr val="FF0000"/>
              </a:solidFill>
              <a:sym typeface="+mn-ea"/>
            </a:endParaRPr>
          </a:p>
        </p:txBody>
      </p:sp>
      <p:graphicFrame>
        <p:nvGraphicFramePr>
          <p:cNvPr id="42" name="对象 41">
            <a:hlinkClick r:id="" action="ppaction://ole?verb="/>
          </p:cNvPr>
          <p:cNvGraphicFramePr>
            <a:graphicFrameLocks noChangeAspect="1"/>
          </p:cNvGraphicFramePr>
          <p:nvPr/>
        </p:nvGraphicFramePr>
        <p:xfrm>
          <a:off x="3963036" y="3661410"/>
          <a:ext cx="4097020" cy="3035300"/>
        </p:xfrm>
        <a:graphic>
          <a:graphicData uri="http://schemas.openxmlformats.org/presentationml/2006/ole">
            <mc:AlternateContent xmlns:mc="http://schemas.openxmlformats.org/markup-compatibility/2006">
              <mc:Choice xmlns:v="urn:schemas-microsoft-com:vml" Requires="v">
                <p:oleObj spid="_x0000_s43" name="" r:id="rId20" imgW="5092700" imgH="3708400" progId="Equation.KSEE3">
                  <p:embed/>
                </p:oleObj>
              </mc:Choice>
              <mc:Fallback>
                <p:oleObj name="" r:id="rId20" imgW="5092700" imgH="3708400" progId="Equation.KSEE3">
                  <p:embed/>
                  <p:pic>
                    <p:nvPicPr>
                      <p:cNvPr id="0" name="图片 1024"/>
                      <p:cNvPicPr/>
                      <p:nvPr/>
                    </p:nvPicPr>
                    <p:blipFill>
                      <a:blip r:embed="rId21"/>
                      <a:stretch>
                        <a:fillRect/>
                      </a:stretch>
                    </p:blipFill>
                    <p:spPr>
                      <a:xfrm>
                        <a:off x="3963036" y="3661410"/>
                        <a:ext cx="4097020" cy="3035300"/>
                      </a:xfrm>
                      <a:prstGeom prst="rect">
                        <a:avLst/>
                      </a:prstGeom>
                    </p:spPr>
                  </p:pic>
                </p:oleObj>
              </mc:Fallback>
            </mc:AlternateContent>
          </a:graphicData>
        </a:graphic>
      </p:graphicFrame>
      <p:sp>
        <p:nvSpPr>
          <p:cNvPr id="44" name="文本框 43"/>
          <p:cNvSpPr txBox="1"/>
          <p:nvPr/>
        </p:nvSpPr>
        <p:spPr>
          <a:xfrm>
            <a:off x="8073390" y="1635125"/>
            <a:ext cx="3709670" cy="398780"/>
          </a:xfrm>
          <a:prstGeom prst="rect">
            <a:avLst/>
          </a:prstGeom>
          <a:noFill/>
        </p:spPr>
        <p:txBody>
          <a:bodyPr wrap="square" rtlCol="0">
            <a:spAutoFit/>
          </a:bodyPr>
          <a:p>
            <a:r>
              <a:rPr lang="en-US" altLang="zh-CN" sz="1000">
                <a:solidFill>
                  <a:srgbClr val="FF0000"/>
                </a:solidFill>
                <a:latin typeface="微软雅黑" panose="020B0503020204020204" charset="-122"/>
                <a:ea typeface="微软雅黑" panose="020B0503020204020204" charset="-122"/>
              </a:rPr>
              <a:t>④ </a:t>
            </a:r>
            <a:r>
              <a:rPr lang="zh-CN" altLang="en-US" sz="1000">
                <a:solidFill>
                  <a:srgbClr val="FF0000"/>
                </a:solidFill>
                <a:sym typeface="+mn-ea"/>
              </a:rPr>
              <a:t>解非本征值方程，然后叠加一般解，并利用剩余的边界条件以及初始条件确定待定系数，</a:t>
            </a:r>
            <a:r>
              <a:rPr lang="zh-CN" altLang="en-US" sz="1000">
                <a:solidFill>
                  <a:srgbClr val="FF0000"/>
                </a:solidFill>
                <a:sym typeface="+mn-ea"/>
              </a:rPr>
              <a:t>从而得到最终</a:t>
            </a:r>
            <a:r>
              <a:rPr lang="zh-CN" altLang="en-US" sz="1000">
                <a:solidFill>
                  <a:srgbClr val="FF0000"/>
                </a:solidFill>
                <a:sym typeface="+mn-ea"/>
              </a:rPr>
              <a:t>结果</a:t>
            </a:r>
            <a:endParaRPr lang="zh-CN" altLang="en-US" sz="1000">
              <a:solidFill>
                <a:srgbClr val="FF0000"/>
              </a:solidFill>
              <a:sym typeface="+mn-ea"/>
            </a:endParaRPr>
          </a:p>
        </p:txBody>
      </p:sp>
      <p:graphicFrame>
        <p:nvGraphicFramePr>
          <p:cNvPr id="45" name="对象 44">
            <a:hlinkClick r:id="" action="ppaction://ole?verb="/>
          </p:cNvPr>
          <p:cNvGraphicFramePr>
            <a:graphicFrameLocks noChangeAspect="1"/>
          </p:cNvGraphicFramePr>
          <p:nvPr/>
        </p:nvGraphicFramePr>
        <p:xfrm>
          <a:off x="8253413" y="2033905"/>
          <a:ext cx="3823335" cy="4544060"/>
        </p:xfrm>
        <a:graphic>
          <a:graphicData uri="http://schemas.openxmlformats.org/presentationml/2006/ole">
            <mc:AlternateContent xmlns:mc="http://schemas.openxmlformats.org/markup-compatibility/2006">
              <mc:Choice xmlns:v="urn:schemas-microsoft-com:vml" Requires="v">
                <p:oleObj spid="_x0000_s46" name="" r:id="rId22" imgW="4749165" imgH="5537200" progId="Equation.KSEE3">
                  <p:embed/>
                </p:oleObj>
              </mc:Choice>
              <mc:Fallback>
                <p:oleObj name="" r:id="rId22" imgW="4749165" imgH="5537200" progId="Equation.KSEE3">
                  <p:embed/>
                  <p:pic>
                    <p:nvPicPr>
                      <p:cNvPr id="0" name="图片 1024"/>
                      <p:cNvPicPr/>
                      <p:nvPr/>
                    </p:nvPicPr>
                    <p:blipFill>
                      <a:blip r:embed="rId23"/>
                      <a:stretch>
                        <a:fillRect/>
                      </a:stretch>
                    </p:blipFill>
                    <p:spPr>
                      <a:xfrm>
                        <a:off x="8253413" y="2033905"/>
                        <a:ext cx="3823335" cy="4544060"/>
                      </a:xfrm>
                      <a:prstGeom prst="rect">
                        <a:avLst/>
                      </a:prstGeom>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5265420" y="167005"/>
            <a:ext cx="2809875" cy="2721610"/>
          </a:xfrm>
          <a:prstGeom prst="rect">
            <a:avLst/>
          </a:prstGeom>
        </p:spPr>
      </p:pic>
      <p:sp>
        <p:nvSpPr>
          <p:cNvPr id="3" name="文本框 2"/>
          <p:cNvSpPr txBox="1"/>
          <p:nvPr/>
        </p:nvSpPr>
        <p:spPr>
          <a:xfrm>
            <a:off x="478367" y="138876"/>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sp>
        <p:nvSpPr>
          <p:cNvPr id="5" name="文本框 4"/>
          <p:cNvSpPr txBox="1"/>
          <p:nvPr/>
        </p:nvSpPr>
        <p:spPr>
          <a:xfrm>
            <a:off x="574040" y="727075"/>
            <a:ext cx="3211830" cy="337185"/>
          </a:xfrm>
          <a:prstGeom prst="rect">
            <a:avLst/>
          </a:prstGeom>
          <a:noFill/>
        </p:spPr>
        <p:txBody>
          <a:bodyPr wrap="square" rtlCol="0">
            <a:spAutoFit/>
          </a:bodyPr>
          <a:p>
            <a:r>
              <a:rPr lang="zh-CN" altLang="en-US" sz="1600"/>
              <a:t>分离变量法</a:t>
            </a:r>
            <a:r>
              <a:rPr lang="zh-CN" altLang="en-US" sz="1200">
                <a:sym typeface="+mn-ea"/>
              </a:rPr>
              <a:t>（圆柱</a:t>
            </a:r>
            <a:r>
              <a:rPr lang="zh-CN" altLang="en-US" sz="1200"/>
              <a:t>坐标系）</a:t>
            </a:r>
            <a:endParaRPr lang="zh-CN" altLang="en-US" sz="1200"/>
          </a:p>
        </p:txBody>
      </p:sp>
      <p:sp>
        <p:nvSpPr>
          <p:cNvPr id="6" name="文本框 5"/>
          <p:cNvSpPr txBox="1"/>
          <p:nvPr/>
        </p:nvSpPr>
        <p:spPr>
          <a:xfrm>
            <a:off x="574040" y="1092835"/>
            <a:ext cx="4725670" cy="275590"/>
          </a:xfrm>
          <a:prstGeom prst="rect">
            <a:avLst/>
          </a:prstGeom>
          <a:noFill/>
        </p:spPr>
        <p:txBody>
          <a:bodyPr wrap="square" rtlCol="0">
            <a:spAutoFit/>
          </a:bodyPr>
          <a:p>
            <a:r>
              <a:rPr lang="zh-CN" altLang="en-US" sz="1200"/>
              <a:t>例：在一个</a:t>
            </a:r>
            <a:r>
              <a:rPr lang="zh-CN" altLang="en-US" sz="1200">
                <a:sym typeface="+mn-ea"/>
              </a:rPr>
              <a:t>空心</a:t>
            </a:r>
            <a:r>
              <a:rPr lang="zh-CN" altLang="en-US" sz="1200"/>
              <a:t>圆柱导体的上下表面外加电压，求其内部</a:t>
            </a:r>
            <a:r>
              <a:rPr lang="zh-CN" altLang="en-US" sz="1200"/>
              <a:t>电场</a:t>
            </a:r>
            <a:endParaRPr lang="zh-CN" altLang="en-US" sz="1200"/>
          </a:p>
        </p:txBody>
      </p:sp>
      <p:sp>
        <p:nvSpPr>
          <p:cNvPr id="35" name="文本框 34"/>
          <p:cNvSpPr txBox="1"/>
          <p:nvPr/>
        </p:nvSpPr>
        <p:spPr>
          <a:xfrm>
            <a:off x="574040" y="1378585"/>
            <a:ext cx="4481195" cy="553085"/>
          </a:xfrm>
          <a:prstGeom prst="rect">
            <a:avLst/>
          </a:prstGeom>
          <a:noFill/>
        </p:spPr>
        <p:txBody>
          <a:bodyPr wrap="square" rtlCol="0">
            <a:spAutoFit/>
          </a:bodyPr>
          <a:p>
            <a:pPr algn="l">
              <a:buClrTx/>
              <a:buSzTx/>
              <a:buFontTx/>
            </a:pPr>
            <a:r>
              <a:rPr lang="en-US" altLang="zh-CN" sz="1000"/>
              <a:t>   </a:t>
            </a:r>
            <a:r>
              <a:rPr lang="zh-CN" altLang="en-US" sz="1000">
                <a:sym typeface="+mn-ea"/>
              </a:rPr>
              <a:t>空心</a:t>
            </a:r>
            <a:r>
              <a:rPr lang="zh-CN" altLang="en-US" sz="1000"/>
              <a:t>圆柱导体半径为</a:t>
            </a:r>
            <a:r>
              <a:rPr lang="en-US" altLang="zh-CN" sz="1000"/>
              <a:t>a</a:t>
            </a:r>
            <a:r>
              <a:rPr lang="zh-CN" altLang="en-US" sz="1000"/>
              <a:t>，高为</a:t>
            </a:r>
            <a:r>
              <a:rPr lang="en-US" altLang="zh-CN" sz="1000"/>
              <a:t>L</a:t>
            </a:r>
            <a:r>
              <a:rPr lang="zh-CN" altLang="en-US" sz="1000"/>
              <a:t>，其下表面电压为</a:t>
            </a:r>
            <a:r>
              <a:rPr lang="en-US" sz="1000">
                <a:sym typeface="+mn-ea"/>
              </a:rPr>
              <a:t>0</a:t>
            </a:r>
            <a:r>
              <a:rPr lang="zh-CN" altLang="en-US" sz="1000"/>
              <a:t>，上表面电压为</a:t>
            </a:r>
            <a:r>
              <a:rPr lang="en-US" sz="1000">
                <a:sym typeface="+mn-ea"/>
              </a:rPr>
              <a:t>V</a:t>
            </a:r>
            <a:r>
              <a:rPr lang="en-US" sz="1000" baseline="-25000">
                <a:sym typeface="+mn-ea"/>
              </a:rPr>
              <a:t>0</a:t>
            </a:r>
            <a:r>
              <a:rPr lang="zh-CN" altLang="en-US" sz="1000">
                <a:sym typeface="+mn-ea"/>
              </a:rPr>
              <a:t>，圆柱侧面</a:t>
            </a:r>
            <a:r>
              <a:rPr lang="zh-CN" altLang="en-US" sz="1000">
                <a:sym typeface="+mn-ea"/>
              </a:rPr>
              <a:t>没有法向电场，求圆柱内部的电位和电场。(为避免符号混淆，本例中电位用u表示，径向坐标用r表示)</a:t>
            </a:r>
            <a:endParaRPr lang="zh-CN" altLang="en-US" sz="1000">
              <a:sym typeface="+mn-ea"/>
            </a:endParaRPr>
          </a:p>
        </p:txBody>
      </p:sp>
      <p:graphicFrame>
        <p:nvGraphicFramePr>
          <p:cNvPr id="36" name="对象 35">
            <a:hlinkClick r:id="" action="ppaction://ole?verb="/>
          </p:cNvPr>
          <p:cNvGraphicFramePr>
            <a:graphicFrameLocks noChangeAspect="1"/>
          </p:cNvGraphicFramePr>
          <p:nvPr/>
        </p:nvGraphicFramePr>
        <p:xfrm>
          <a:off x="591503" y="2476818"/>
          <a:ext cx="4357370" cy="1252220"/>
        </p:xfrm>
        <a:graphic>
          <a:graphicData uri="http://schemas.openxmlformats.org/presentationml/2006/ole">
            <mc:AlternateContent xmlns:mc="http://schemas.openxmlformats.org/markup-compatibility/2006">
              <mc:Choice xmlns:v="urn:schemas-microsoft-com:vml" Requires="v">
                <p:oleObj spid="_x0000_s37" name="" r:id="rId2" imgW="4965700" imgH="1409700" progId="Equation.KSEE3">
                  <p:embed/>
                </p:oleObj>
              </mc:Choice>
              <mc:Fallback>
                <p:oleObj name="" r:id="rId2" imgW="4965700" imgH="1409700" progId="Equation.KSEE3">
                  <p:embed/>
                  <p:pic>
                    <p:nvPicPr>
                      <p:cNvPr id="0" name="图片 1024"/>
                      <p:cNvPicPr/>
                      <p:nvPr/>
                    </p:nvPicPr>
                    <p:blipFill>
                      <a:blip r:embed="rId3"/>
                      <a:stretch>
                        <a:fillRect/>
                      </a:stretch>
                    </p:blipFill>
                    <p:spPr>
                      <a:xfrm>
                        <a:off x="591503" y="2476818"/>
                        <a:ext cx="4357370" cy="125222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1679575" y="4557395"/>
          <a:ext cx="1227455" cy="187325"/>
        </p:xfrm>
        <a:graphic>
          <a:graphicData uri="http://schemas.openxmlformats.org/presentationml/2006/ole">
            <mc:AlternateContent xmlns:mc="http://schemas.openxmlformats.org/markup-compatibility/2006">
              <mc:Choice xmlns:v="urn:schemas-microsoft-com:vml" Requires="v">
                <p:oleObj spid="_x0000_s10" name="" r:id="rId4" imgW="1574800" imgH="228600" progId="Equation.KSEE3">
                  <p:embed/>
                </p:oleObj>
              </mc:Choice>
              <mc:Fallback>
                <p:oleObj name="" r:id="rId4" imgW="1574800" imgH="228600" progId="Equation.KSEE3">
                  <p:embed/>
                  <p:pic>
                    <p:nvPicPr>
                      <p:cNvPr id="0" name="图片 1024"/>
                      <p:cNvPicPr/>
                      <p:nvPr/>
                    </p:nvPicPr>
                    <p:blipFill>
                      <a:blip r:embed="rId5"/>
                      <a:stretch>
                        <a:fillRect/>
                      </a:stretch>
                    </p:blipFill>
                    <p:spPr>
                      <a:xfrm>
                        <a:off x="1679575" y="4557395"/>
                        <a:ext cx="1227455" cy="187325"/>
                      </a:xfrm>
                      <a:prstGeom prst="rect">
                        <a:avLst/>
                      </a:prstGeom>
                    </p:spPr>
                  </p:pic>
                </p:oleObj>
              </mc:Fallback>
            </mc:AlternateContent>
          </a:graphicData>
        </a:graphic>
      </p:graphicFrame>
      <p:cxnSp>
        <p:nvCxnSpPr>
          <p:cNvPr id="11" name="直接连接符 10"/>
          <p:cNvCxnSpPr/>
          <p:nvPr/>
        </p:nvCxnSpPr>
        <p:spPr>
          <a:xfrm>
            <a:off x="1589405" y="4488815"/>
            <a:ext cx="0" cy="288000"/>
          </a:xfrm>
          <a:prstGeom prst="line">
            <a:avLst/>
          </a:prstGeom>
          <a:ln w="9525">
            <a:solidFill>
              <a:schemeClr val="tx1"/>
            </a:solidFill>
          </a:ln>
        </p:spPr>
        <p:style>
          <a:lnRef idx="2">
            <a:schemeClr val="accent1"/>
          </a:lnRef>
          <a:fillRef idx="0">
            <a:srgbClr val="FFFFFF"/>
          </a:fillRef>
          <a:effectRef idx="0">
            <a:srgbClr val="FFFFFF"/>
          </a:effectRef>
          <a:fontRef idx="minor">
            <a:schemeClr val="tx1"/>
          </a:fontRef>
        </p:style>
      </p:cxnSp>
      <p:graphicFrame>
        <p:nvGraphicFramePr>
          <p:cNvPr id="14" name="对象 13">
            <a:hlinkClick r:id="" action="ppaction://ole?verb="/>
          </p:cNvPr>
          <p:cNvGraphicFramePr>
            <a:graphicFrameLocks noChangeAspect="1"/>
          </p:cNvGraphicFramePr>
          <p:nvPr/>
        </p:nvGraphicFramePr>
        <p:xfrm>
          <a:off x="444818" y="5134293"/>
          <a:ext cx="758190" cy="181610"/>
        </p:xfrm>
        <a:graphic>
          <a:graphicData uri="http://schemas.openxmlformats.org/presentationml/2006/ole">
            <mc:AlternateContent xmlns:mc="http://schemas.openxmlformats.org/markup-compatibility/2006">
              <mc:Choice xmlns:v="urn:schemas-microsoft-com:vml" Requires="v">
                <p:oleObj spid="_x0000_s15" name="" r:id="rId6" imgW="862965" imgH="203200" progId="Equation.KSEE3">
                  <p:embed/>
                </p:oleObj>
              </mc:Choice>
              <mc:Fallback>
                <p:oleObj name="" r:id="rId6" imgW="862965" imgH="203200" progId="Equation.KSEE3">
                  <p:embed/>
                  <p:pic>
                    <p:nvPicPr>
                      <p:cNvPr id="0" name="图片 1024"/>
                      <p:cNvPicPr/>
                      <p:nvPr/>
                    </p:nvPicPr>
                    <p:blipFill>
                      <a:blip r:embed="rId7"/>
                      <a:stretch>
                        <a:fillRect/>
                      </a:stretch>
                    </p:blipFill>
                    <p:spPr>
                      <a:xfrm>
                        <a:off x="444818" y="5134293"/>
                        <a:ext cx="758190" cy="181610"/>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1679258" y="5068889"/>
          <a:ext cx="1667510" cy="374650"/>
        </p:xfrm>
        <a:graphic>
          <a:graphicData uri="http://schemas.openxmlformats.org/presentationml/2006/ole">
            <mc:AlternateContent xmlns:mc="http://schemas.openxmlformats.org/markup-compatibility/2006">
              <mc:Choice xmlns:v="urn:schemas-microsoft-com:vml" Requires="v">
                <p:oleObj spid="_x0000_s17" name="" r:id="rId8" imgW="1892300" imgH="419100" progId="Equation.KSEE3">
                  <p:embed/>
                </p:oleObj>
              </mc:Choice>
              <mc:Fallback>
                <p:oleObj name="" r:id="rId8" imgW="1892300" imgH="419100" progId="Equation.KSEE3">
                  <p:embed/>
                  <p:pic>
                    <p:nvPicPr>
                      <p:cNvPr id="0" name="图片 1024"/>
                      <p:cNvPicPr/>
                      <p:nvPr/>
                    </p:nvPicPr>
                    <p:blipFill>
                      <a:blip r:embed="rId9"/>
                      <a:stretch>
                        <a:fillRect/>
                      </a:stretch>
                    </p:blipFill>
                    <p:spPr>
                      <a:xfrm>
                        <a:off x="1679258" y="5068889"/>
                        <a:ext cx="1667510" cy="37465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786131" y="4065588"/>
          <a:ext cx="2083435" cy="394970"/>
        </p:xfrm>
        <a:graphic>
          <a:graphicData uri="http://schemas.openxmlformats.org/presentationml/2006/ole">
            <mc:AlternateContent xmlns:mc="http://schemas.openxmlformats.org/markup-compatibility/2006">
              <mc:Choice xmlns:v="urn:schemas-microsoft-com:vml" Requires="v">
                <p:oleObj spid="_x0000_s19" name="" r:id="rId10" imgW="2374265" imgH="444500" progId="Equation.KSEE3">
                  <p:embed/>
                </p:oleObj>
              </mc:Choice>
              <mc:Fallback>
                <p:oleObj name="" r:id="rId10" imgW="2374265" imgH="444500" progId="Equation.KSEE3">
                  <p:embed/>
                  <p:pic>
                    <p:nvPicPr>
                      <p:cNvPr id="0" name="图片 1024"/>
                      <p:cNvPicPr/>
                      <p:nvPr/>
                    </p:nvPicPr>
                    <p:blipFill>
                      <a:blip r:embed="rId11"/>
                      <a:stretch>
                        <a:fillRect/>
                      </a:stretch>
                    </p:blipFill>
                    <p:spPr>
                      <a:xfrm>
                        <a:off x="786131" y="4065588"/>
                        <a:ext cx="2083435" cy="394970"/>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nvGraphicFramePr>
        <p:xfrm>
          <a:off x="2402840" y="5534025"/>
          <a:ext cx="1096010" cy="165735"/>
        </p:xfrm>
        <a:graphic>
          <a:graphicData uri="http://schemas.openxmlformats.org/presentationml/2006/ole">
            <mc:AlternateContent xmlns:mc="http://schemas.openxmlformats.org/markup-compatibility/2006">
              <mc:Choice xmlns:v="urn:schemas-microsoft-com:vml" Requires="v">
                <p:oleObj spid="_x0000_s24" name="" r:id="rId12" imgW="1447800" imgH="215900" progId="Equation.KSEE3">
                  <p:embed/>
                </p:oleObj>
              </mc:Choice>
              <mc:Fallback>
                <p:oleObj name="" r:id="rId12" imgW="1447800" imgH="215900" progId="Equation.KSEE3">
                  <p:embed/>
                  <p:pic>
                    <p:nvPicPr>
                      <p:cNvPr id="0" name="图片 1024"/>
                      <p:cNvPicPr/>
                      <p:nvPr/>
                    </p:nvPicPr>
                    <p:blipFill>
                      <a:blip r:embed="rId13"/>
                      <a:stretch>
                        <a:fillRect/>
                      </a:stretch>
                    </p:blipFill>
                    <p:spPr>
                      <a:xfrm>
                        <a:off x="2402840" y="5534025"/>
                        <a:ext cx="1096010" cy="165735"/>
                      </a:xfrm>
                      <a:prstGeom prst="rect">
                        <a:avLst/>
                      </a:prstGeom>
                    </p:spPr>
                  </p:pic>
                </p:oleObj>
              </mc:Fallback>
            </mc:AlternateContent>
          </a:graphicData>
        </a:graphic>
      </p:graphicFrame>
      <p:cxnSp>
        <p:nvCxnSpPr>
          <p:cNvPr id="31" name="直接连接符 30"/>
          <p:cNvCxnSpPr/>
          <p:nvPr/>
        </p:nvCxnSpPr>
        <p:spPr>
          <a:xfrm flipH="1">
            <a:off x="810035" y="4772660"/>
            <a:ext cx="777240" cy="298450"/>
          </a:xfrm>
          <a:prstGeom prst="line">
            <a:avLst/>
          </a:prstGeom>
          <a:ln w="9525">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41" name="对象 40">
            <a:hlinkClick r:id="" action="ppaction://ole?verb="/>
          </p:cNvPr>
          <p:cNvGraphicFramePr>
            <a:graphicFrameLocks noChangeAspect="1"/>
          </p:cNvGraphicFramePr>
          <p:nvPr/>
        </p:nvGraphicFramePr>
        <p:xfrm>
          <a:off x="1132205" y="6185219"/>
          <a:ext cx="649605" cy="158750"/>
        </p:xfrm>
        <a:graphic>
          <a:graphicData uri="http://schemas.openxmlformats.org/presentationml/2006/ole">
            <mc:AlternateContent xmlns:mc="http://schemas.openxmlformats.org/markup-compatibility/2006">
              <mc:Choice xmlns:v="urn:schemas-microsoft-com:vml" Requires="v">
                <p:oleObj spid="_x0000_s42" name="" r:id="rId14" imgW="736600" imgH="177165" progId="Equation.KSEE3">
                  <p:embed/>
                </p:oleObj>
              </mc:Choice>
              <mc:Fallback>
                <p:oleObj name="" r:id="rId14" imgW="736600" imgH="177165" progId="Equation.KSEE3">
                  <p:embed/>
                  <p:pic>
                    <p:nvPicPr>
                      <p:cNvPr id="0" name="图片 1024"/>
                      <p:cNvPicPr/>
                      <p:nvPr/>
                    </p:nvPicPr>
                    <p:blipFill>
                      <a:blip r:embed="rId15"/>
                      <a:stretch>
                        <a:fillRect/>
                      </a:stretch>
                    </p:blipFill>
                    <p:spPr>
                      <a:xfrm>
                        <a:off x="1132205" y="6185219"/>
                        <a:ext cx="649605" cy="158750"/>
                      </a:xfrm>
                      <a:prstGeom prst="rect">
                        <a:avLst/>
                      </a:prstGeom>
                    </p:spPr>
                  </p:pic>
                </p:oleObj>
              </mc:Fallback>
            </mc:AlternateContent>
          </a:graphicData>
        </a:graphic>
      </p:graphicFrame>
      <p:graphicFrame>
        <p:nvGraphicFramePr>
          <p:cNvPr id="43" name="对象 42">
            <a:hlinkClick r:id="" action="ppaction://ole?verb="/>
          </p:cNvPr>
          <p:cNvGraphicFramePr>
            <a:graphicFrameLocks noChangeAspect="1"/>
          </p:cNvGraphicFramePr>
          <p:nvPr/>
        </p:nvGraphicFramePr>
        <p:xfrm>
          <a:off x="2474595" y="6062664"/>
          <a:ext cx="1557655" cy="375920"/>
        </p:xfrm>
        <a:graphic>
          <a:graphicData uri="http://schemas.openxmlformats.org/presentationml/2006/ole">
            <mc:AlternateContent xmlns:mc="http://schemas.openxmlformats.org/markup-compatibility/2006">
              <mc:Choice xmlns:v="urn:schemas-microsoft-com:vml" Requires="v">
                <p:oleObj spid="_x0000_s44" name="" r:id="rId16" imgW="1765300" imgH="419100" progId="Equation.KSEE3">
                  <p:embed/>
                </p:oleObj>
              </mc:Choice>
              <mc:Fallback>
                <p:oleObj name="" r:id="rId16" imgW="1765300" imgH="419100" progId="Equation.KSEE3">
                  <p:embed/>
                  <p:pic>
                    <p:nvPicPr>
                      <p:cNvPr id="0" name="图片 1024"/>
                      <p:cNvPicPr/>
                      <p:nvPr/>
                    </p:nvPicPr>
                    <p:blipFill>
                      <a:blip r:embed="rId17"/>
                      <a:stretch>
                        <a:fillRect/>
                      </a:stretch>
                    </p:blipFill>
                    <p:spPr>
                      <a:xfrm>
                        <a:off x="2474595" y="6062664"/>
                        <a:ext cx="1557655" cy="375920"/>
                      </a:xfrm>
                      <a:prstGeom prst="rect">
                        <a:avLst/>
                      </a:prstGeom>
                    </p:spPr>
                  </p:pic>
                </p:oleObj>
              </mc:Fallback>
            </mc:AlternateContent>
          </a:graphicData>
        </a:graphic>
      </p:graphicFrame>
      <p:sp>
        <p:nvSpPr>
          <p:cNvPr id="46" name="文本框 45"/>
          <p:cNvSpPr txBox="1"/>
          <p:nvPr/>
        </p:nvSpPr>
        <p:spPr>
          <a:xfrm>
            <a:off x="478155" y="1983105"/>
            <a:ext cx="3046095" cy="429895"/>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endParaRPr lang="zh-CN" altLang="en-US" sz="1000">
              <a:solidFill>
                <a:schemeClr val="tx1"/>
              </a:solidFill>
              <a:latin typeface="微软雅黑" panose="020B0503020204020204" charset="-122"/>
              <a:ea typeface="微软雅黑" panose="020B0503020204020204" charset="-122"/>
            </a:endParaRPr>
          </a:p>
          <a:p>
            <a:r>
              <a:rPr lang="en-US" altLang="zh-CN" sz="1000">
                <a:solidFill>
                  <a:srgbClr val="FF0000"/>
                </a:solidFill>
                <a:latin typeface="微软雅黑" panose="020B0503020204020204" charset="-122"/>
                <a:ea typeface="微软雅黑" panose="020B0503020204020204" charset="-122"/>
              </a:rPr>
              <a:t>① </a:t>
            </a:r>
            <a:r>
              <a:rPr lang="zh-CN" altLang="en-US" sz="1000">
                <a:solidFill>
                  <a:srgbClr val="FF0000"/>
                </a:solidFill>
                <a:sym typeface="+mn-ea"/>
              </a:rPr>
              <a:t>对泛定方程和边界条件做齐次化处理</a:t>
            </a: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p:txBody>
      </p:sp>
      <p:sp>
        <p:nvSpPr>
          <p:cNvPr id="47" name="文本框 46"/>
          <p:cNvSpPr txBox="1"/>
          <p:nvPr/>
        </p:nvSpPr>
        <p:spPr>
          <a:xfrm>
            <a:off x="455295" y="3804920"/>
            <a:ext cx="3322320" cy="245110"/>
          </a:xfrm>
          <a:prstGeom prst="rect">
            <a:avLst/>
          </a:prstGeom>
          <a:noFill/>
        </p:spPr>
        <p:txBody>
          <a:bodyPr wrap="square" rtlCol="0">
            <a:spAutoFit/>
          </a:bodyPr>
          <a:p>
            <a:r>
              <a:rPr lang="en-US" altLang="zh-CN" sz="1000">
                <a:solidFill>
                  <a:srgbClr val="FF0000"/>
                </a:solidFill>
                <a:latin typeface="微软雅黑" panose="020B0503020204020204" charset="-122"/>
                <a:ea typeface="微软雅黑" panose="020B0503020204020204" charset="-122"/>
              </a:rPr>
              <a:t>② </a:t>
            </a:r>
            <a:r>
              <a:rPr lang="zh-CN" altLang="en-US" sz="1000">
                <a:solidFill>
                  <a:srgbClr val="FF0000"/>
                </a:solidFill>
                <a:sym typeface="+mn-ea"/>
              </a:rPr>
              <a:t>分离变量，将原偏微分方程拆为若干个常微分方程</a:t>
            </a:r>
            <a:endParaRPr lang="zh-CN" altLang="en-US" sz="1000">
              <a:solidFill>
                <a:srgbClr val="FF0000"/>
              </a:solidFill>
              <a:sym typeface="+mn-ea"/>
            </a:endParaRPr>
          </a:p>
        </p:txBody>
      </p:sp>
      <p:sp>
        <p:nvSpPr>
          <p:cNvPr id="48" name="文本框 47"/>
          <p:cNvSpPr txBox="1"/>
          <p:nvPr/>
        </p:nvSpPr>
        <p:spPr>
          <a:xfrm>
            <a:off x="3905885" y="2820035"/>
            <a:ext cx="4275455" cy="245110"/>
          </a:xfrm>
          <a:prstGeom prst="rect">
            <a:avLst/>
          </a:prstGeom>
          <a:noFill/>
        </p:spPr>
        <p:txBody>
          <a:bodyPr wrap="square" rtlCol="0">
            <a:spAutoFit/>
          </a:bodyPr>
          <a:p>
            <a:r>
              <a:rPr lang="en-US" altLang="zh-CN" sz="1000">
                <a:solidFill>
                  <a:srgbClr val="FF0000"/>
                </a:solidFill>
                <a:latin typeface="微软雅黑" panose="020B0503020204020204" charset="-122"/>
                <a:ea typeface="微软雅黑" panose="020B0503020204020204" charset="-122"/>
              </a:rPr>
              <a:t>③ </a:t>
            </a:r>
            <a:r>
              <a:rPr lang="zh-CN" altLang="en-US" sz="1000">
                <a:solidFill>
                  <a:srgbClr val="FF0000"/>
                </a:solidFill>
                <a:sym typeface="+mn-ea"/>
              </a:rPr>
              <a:t>解本征值方程</a:t>
            </a:r>
            <a:r>
              <a:rPr lang="en-US" altLang="zh-CN" sz="1000">
                <a:solidFill>
                  <a:srgbClr val="FF0000"/>
                </a:solidFill>
                <a:sym typeface="+mn-ea"/>
              </a:rPr>
              <a:t>(</a:t>
            </a:r>
            <a:r>
              <a:rPr lang="zh-CN" altLang="en-US" sz="1000">
                <a:solidFill>
                  <a:srgbClr val="FF0000"/>
                </a:solidFill>
                <a:sym typeface="+mn-ea"/>
              </a:rPr>
              <a:t>齐次边界相关的方程</a:t>
            </a:r>
            <a:r>
              <a:rPr lang="en-US" altLang="zh-CN" sz="1000">
                <a:solidFill>
                  <a:srgbClr val="FF0000"/>
                </a:solidFill>
                <a:sym typeface="+mn-ea"/>
              </a:rPr>
              <a:t>)</a:t>
            </a:r>
            <a:r>
              <a:rPr lang="zh-CN" altLang="en-US" sz="1000">
                <a:solidFill>
                  <a:srgbClr val="FF0000"/>
                </a:solidFill>
                <a:sym typeface="+mn-ea"/>
              </a:rPr>
              <a:t>，并利用</a:t>
            </a:r>
            <a:r>
              <a:rPr lang="zh-CN" altLang="en-US" sz="1000">
                <a:solidFill>
                  <a:srgbClr val="FF0000"/>
                </a:solidFill>
                <a:sym typeface="+mn-ea"/>
              </a:rPr>
              <a:t>齐次边界条件确定</a:t>
            </a:r>
            <a:r>
              <a:rPr lang="zh-CN" altLang="en-US" sz="1000">
                <a:solidFill>
                  <a:srgbClr val="FF0000"/>
                </a:solidFill>
                <a:sym typeface="+mn-ea"/>
              </a:rPr>
              <a:t>本征</a:t>
            </a:r>
            <a:r>
              <a:rPr lang="zh-CN" altLang="en-US" sz="1000">
                <a:solidFill>
                  <a:srgbClr val="FF0000"/>
                </a:solidFill>
                <a:sym typeface="+mn-ea"/>
              </a:rPr>
              <a:t>解</a:t>
            </a:r>
            <a:endParaRPr lang="zh-CN" altLang="en-US" sz="1000">
              <a:solidFill>
                <a:srgbClr val="FF0000"/>
              </a:solidFill>
              <a:sym typeface="+mn-ea"/>
            </a:endParaRPr>
          </a:p>
        </p:txBody>
      </p:sp>
      <p:graphicFrame>
        <p:nvGraphicFramePr>
          <p:cNvPr id="49" name="对象 48">
            <a:hlinkClick r:id="" action="ppaction://ole?verb="/>
          </p:cNvPr>
          <p:cNvGraphicFramePr>
            <a:graphicFrameLocks noChangeAspect="1"/>
          </p:cNvGraphicFramePr>
          <p:nvPr/>
        </p:nvGraphicFramePr>
        <p:xfrm>
          <a:off x="3954780" y="3095625"/>
          <a:ext cx="4718685" cy="3171825"/>
        </p:xfrm>
        <a:graphic>
          <a:graphicData uri="http://schemas.openxmlformats.org/presentationml/2006/ole">
            <mc:AlternateContent xmlns:mc="http://schemas.openxmlformats.org/markup-compatibility/2006">
              <mc:Choice xmlns:v="urn:schemas-microsoft-com:vml" Requires="v">
                <p:oleObj spid="_x0000_s50" name="" r:id="rId18" imgW="6096000" imgH="4013200" progId="Equation.KSEE3">
                  <p:embed/>
                </p:oleObj>
              </mc:Choice>
              <mc:Fallback>
                <p:oleObj name="" r:id="rId18" imgW="6096000" imgH="4013200" progId="Equation.KSEE3">
                  <p:embed/>
                  <p:pic>
                    <p:nvPicPr>
                      <p:cNvPr id="0" name="图片 1024"/>
                      <p:cNvPicPr/>
                      <p:nvPr/>
                    </p:nvPicPr>
                    <p:blipFill>
                      <a:blip r:embed="rId19"/>
                      <a:stretch>
                        <a:fillRect/>
                      </a:stretch>
                    </p:blipFill>
                    <p:spPr>
                      <a:xfrm>
                        <a:off x="3954780" y="3095625"/>
                        <a:ext cx="4718685" cy="3171825"/>
                      </a:xfrm>
                      <a:prstGeom prst="rect">
                        <a:avLst/>
                      </a:prstGeom>
                    </p:spPr>
                  </p:pic>
                </p:oleObj>
              </mc:Fallback>
            </mc:AlternateContent>
          </a:graphicData>
        </a:graphic>
      </p:graphicFrame>
      <p:sp>
        <p:nvSpPr>
          <p:cNvPr id="51" name="文本框 50"/>
          <p:cNvSpPr txBox="1"/>
          <p:nvPr/>
        </p:nvSpPr>
        <p:spPr>
          <a:xfrm>
            <a:off x="8391525" y="1036955"/>
            <a:ext cx="3709670" cy="398780"/>
          </a:xfrm>
          <a:prstGeom prst="rect">
            <a:avLst/>
          </a:prstGeom>
          <a:noFill/>
        </p:spPr>
        <p:txBody>
          <a:bodyPr wrap="square" rtlCol="0">
            <a:spAutoFit/>
          </a:bodyPr>
          <a:p>
            <a:r>
              <a:rPr lang="en-US" altLang="zh-CN" sz="1000">
                <a:solidFill>
                  <a:srgbClr val="FF0000"/>
                </a:solidFill>
                <a:latin typeface="微软雅黑" panose="020B0503020204020204" charset="-122"/>
                <a:ea typeface="微软雅黑" panose="020B0503020204020204" charset="-122"/>
              </a:rPr>
              <a:t>④ </a:t>
            </a:r>
            <a:r>
              <a:rPr lang="zh-CN" altLang="en-US" sz="1000">
                <a:solidFill>
                  <a:srgbClr val="FF0000"/>
                </a:solidFill>
                <a:sym typeface="+mn-ea"/>
              </a:rPr>
              <a:t>解非本征值方程，然后叠加一般解，并利用剩余的边界条件以及初始条件确定待定系数，</a:t>
            </a:r>
            <a:r>
              <a:rPr lang="zh-CN" altLang="en-US" sz="1000">
                <a:solidFill>
                  <a:srgbClr val="FF0000"/>
                </a:solidFill>
                <a:sym typeface="+mn-ea"/>
              </a:rPr>
              <a:t>从而得到最终</a:t>
            </a:r>
            <a:r>
              <a:rPr lang="zh-CN" altLang="en-US" sz="1000">
                <a:solidFill>
                  <a:srgbClr val="FF0000"/>
                </a:solidFill>
                <a:sym typeface="+mn-ea"/>
              </a:rPr>
              <a:t>结果</a:t>
            </a:r>
            <a:endParaRPr lang="zh-CN" altLang="en-US" sz="1000">
              <a:solidFill>
                <a:srgbClr val="FF0000"/>
              </a:solidFill>
              <a:sym typeface="+mn-ea"/>
            </a:endParaRPr>
          </a:p>
        </p:txBody>
      </p:sp>
      <p:cxnSp>
        <p:nvCxnSpPr>
          <p:cNvPr id="52" name="直接连接符 51"/>
          <p:cNvCxnSpPr/>
          <p:nvPr/>
        </p:nvCxnSpPr>
        <p:spPr>
          <a:xfrm>
            <a:off x="1591085" y="4773930"/>
            <a:ext cx="777240" cy="298450"/>
          </a:xfrm>
          <a:prstGeom prst="line">
            <a:avLst/>
          </a:prstGeom>
          <a:ln w="9525">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53" name="直接连接符 52"/>
          <p:cNvCxnSpPr/>
          <p:nvPr/>
        </p:nvCxnSpPr>
        <p:spPr>
          <a:xfrm>
            <a:off x="2366645" y="5462270"/>
            <a:ext cx="0" cy="288000"/>
          </a:xfrm>
          <a:prstGeom prst="line">
            <a:avLst/>
          </a:prstGeom>
          <a:ln w="9525">
            <a:solidFill>
              <a:schemeClr val="tx1"/>
            </a:solidFill>
          </a:ln>
        </p:spPr>
        <p:style>
          <a:lnRef idx="2">
            <a:schemeClr val="accent1"/>
          </a:lnRef>
          <a:fillRef idx="0">
            <a:srgbClr val="FFFFFF"/>
          </a:fillRef>
          <a:effectRef idx="0">
            <a:srgbClr val="FFFFFF"/>
          </a:effectRef>
          <a:fontRef idx="minor">
            <a:schemeClr val="tx1"/>
          </a:fontRef>
        </p:style>
      </p:cxnSp>
      <p:cxnSp>
        <p:nvCxnSpPr>
          <p:cNvPr id="54" name="直接连接符 53"/>
          <p:cNvCxnSpPr/>
          <p:nvPr/>
        </p:nvCxnSpPr>
        <p:spPr>
          <a:xfrm flipH="1">
            <a:off x="1587275" y="5746115"/>
            <a:ext cx="777240" cy="298450"/>
          </a:xfrm>
          <a:prstGeom prst="line">
            <a:avLst/>
          </a:prstGeom>
          <a:ln w="9525">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55" name="直接连接符 54"/>
          <p:cNvCxnSpPr/>
          <p:nvPr/>
        </p:nvCxnSpPr>
        <p:spPr>
          <a:xfrm>
            <a:off x="2368325" y="5747385"/>
            <a:ext cx="777240" cy="298450"/>
          </a:xfrm>
          <a:prstGeom prst="line">
            <a:avLst/>
          </a:prstGeom>
          <a:ln w="9525">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2" name="对象 1">
            <a:hlinkClick r:id="" action="ppaction://ole?verb="/>
          </p:cNvPr>
          <p:cNvGraphicFramePr>
            <a:graphicFrameLocks noChangeAspect="1"/>
          </p:cNvGraphicFramePr>
          <p:nvPr/>
        </p:nvGraphicFramePr>
        <p:xfrm>
          <a:off x="8509636" y="1515110"/>
          <a:ext cx="3489960" cy="3619500"/>
        </p:xfrm>
        <a:graphic>
          <a:graphicData uri="http://schemas.openxmlformats.org/presentationml/2006/ole">
            <mc:AlternateContent xmlns:mc="http://schemas.openxmlformats.org/markup-compatibility/2006">
              <mc:Choice xmlns:v="urn:schemas-microsoft-com:vml" Requires="v">
                <p:oleObj spid="_x0000_s7" name="" r:id="rId20" imgW="4318000" imgH="4368800" progId="Equation.KSEE3">
                  <p:embed/>
                </p:oleObj>
              </mc:Choice>
              <mc:Fallback>
                <p:oleObj name="" r:id="rId20" imgW="4318000" imgH="4368800" progId="Equation.KSEE3">
                  <p:embed/>
                  <p:pic>
                    <p:nvPicPr>
                      <p:cNvPr id="0" name="图片 1024"/>
                      <p:cNvPicPr/>
                      <p:nvPr/>
                    </p:nvPicPr>
                    <p:blipFill>
                      <a:blip r:embed="rId21"/>
                      <a:stretch>
                        <a:fillRect/>
                      </a:stretch>
                    </p:blipFill>
                    <p:spPr>
                      <a:xfrm>
                        <a:off x="8509636" y="1515110"/>
                        <a:ext cx="3489960" cy="3619500"/>
                      </a:xfrm>
                      <a:prstGeom prst="rect">
                        <a:avLst/>
                      </a:prstGeom>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4725670" y="443230"/>
            <a:ext cx="2557780" cy="2604135"/>
          </a:xfrm>
          <a:prstGeom prst="rect">
            <a:avLst/>
          </a:prstGeom>
        </p:spPr>
      </p:pic>
      <p:sp>
        <p:nvSpPr>
          <p:cNvPr id="3" name="文本框 2"/>
          <p:cNvSpPr txBox="1"/>
          <p:nvPr/>
        </p:nvSpPr>
        <p:spPr>
          <a:xfrm>
            <a:off x="478367" y="138876"/>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sp>
        <p:nvSpPr>
          <p:cNvPr id="5" name="文本框 4"/>
          <p:cNvSpPr txBox="1"/>
          <p:nvPr/>
        </p:nvSpPr>
        <p:spPr>
          <a:xfrm>
            <a:off x="519430" y="701040"/>
            <a:ext cx="3211830" cy="337185"/>
          </a:xfrm>
          <a:prstGeom prst="rect">
            <a:avLst/>
          </a:prstGeom>
          <a:noFill/>
        </p:spPr>
        <p:txBody>
          <a:bodyPr wrap="square" rtlCol="0">
            <a:spAutoFit/>
          </a:bodyPr>
          <a:p>
            <a:r>
              <a:rPr lang="zh-CN" altLang="en-US" sz="1600"/>
              <a:t>分离变量法</a:t>
            </a:r>
            <a:r>
              <a:rPr lang="zh-CN" altLang="en-US" sz="1200">
                <a:sym typeface="+mn-ea"/>
              </a:rPr>
              <a:t>（球</a:t>
            </a:r>
            <a:r>
              <a:rPr lang="zh-CN" altLang="en-US" sz="1200"/>
              <a:t>坐标系）</a:t>
            </a:r>
            <a:endParaRPr lang="zh-CN" altLang="en-US" sz="1200"/>
          </a:p>
        </p:txBody>
      </p:sp>
      <p:sp>
        <p:nvSpPr>
          <p:cNvPr id="6" name="文本框 5"/>
          <p:cNvSpPr txBox="1"/>
          <p:nvPr/>
        </p:nvSpPr>
        <p:spPr>
          <a:xfrm>
            <a:off x="508635" y="1077595"/>
            <a:ext cx="3909060" cy="275590"/>
          </a:xfrm>
          <a:prstGeom prst="rect">
            <a:avLst/>
          </a:prstGeom>
          <a:noFill/>
        </p:spPr>
        <p:txBody>
          <a:bodyPr wrap="square" rtlCol="0">
            <a:spAutoFit/>
          </a:bodyPr>
          <a:p>
            <a:r>
              <a:rPr lang="zh-CN" altLang="en-US" sz="1200"/>
              <a:t>例：</a:t>
            </a:r>
            <a:r>
              <a:rPr lang="zh-CN" altLang="en-US" sz="1200"/>
              <a:t>在均匀电场中放置一个导体球，求空间中</a:t>
            </a:r>
            <a:r>
              <a:rPr lang="zh-CN" altLang="en-US" sz="1200"/>
              <a:t>的的</a:t>
            </a:r>
            <a:r>
              <a:rPr lang="zh-CN" altLang="en-US" sz="1200"/>
              <a:t>电场</a:t>
            </a:r>
            <a:endParaRPr lang="zh-CN" altLang="en-US" sz="1200"/>
          </a:p>
        </p:txBody>
      </p:sp>
      <p:sp>
        <p:nvSpPr>
          <p:cNvPr id="7" name="文本框 6"/>
          <p:cNvSpPr txBox="1"/>
          <p:nvPr/>
        </p:nvSpPr>
        <p:spPr>
          <a:xfrm>
            <a:off x="7049135" y="563880"/>
            <a:ext cx="4120515" cy="275590"/>
          </a:xfrm>
          <a:prstGeom prst="rect">
            <a:avLst/>
          </a:prstGeom>
          <a:noFill/>
        </p:spPr>
        <p:txBody>
          <a:bodyPr wrap="square" rtlCol="0">
            <a:spAutoFit/>
          </a:bodyPr>
          <a:p>
            <a:r>
              <a:rPr lang="zh-CN" altLang="en-US" sz="1200"/>
              <a:t>例：</a:t>
            </a:r>
            <a:r>
              <a:rPr lang="zh-CN" altLang="en-US" sz="1200">
                <a:sym typeface="+mn-ea"/>
              </a:rPr>
              <a:t>在均匀电场中放置一个</a:t>
            </a:r>
            <a:r>
              <a:rPr lang="zh-CN" altLang="en-US" sz="1200">
                <a:sym typeface="+mn-ea"/>
              </a:rPr>
              <a:t>介质球，求空间中的的电场</a:t>
            </a:r>
            <a:endParaRPr lang="zh-CN" altLang="en-US" sz="1200"/>
          </a:p>
        </p:txBody>
      </p:sp>
      <p:graphicFrame>
        <p:nvGraphicFramePr>
          <p:cNvPr id="36" name="对象 35">
            <a:hlinkClick r:id="" action="ppaction://ole?verb="/>
          </p:cNvPr>
          <p:cNvGraphicFramePr>
            <a:graphicFrameLocks noChangeAspect="1"/>
          </p:cNvGraphicFramePr>
          <p:nvPr/>
        </p:nvGraphicFramePr>
        <p:xfrm>
          <a:off x="603251" y="1353185"/>
          <a:ext cx="3914775" cy="5366385"/>
        </p:xfrm>
        <a:graphic>
          <a:graphicData uri="http://schemas.openxmlformats.org/presentationml/2006/ole">
            <mc:AlternateContent xmlns:mc="http://schemas.openxmlformats.org/markup-compatibility/2006">
              <mc:Choice xmlns:v="urn:schemas-microsoft-com:vml" Requires="v">
                <p:oleObj spid="_x0000_s37" name="" r:id="rId2" imgW="4457700" imgH="6019800" progId="Equation.KSEE3">
                  <p:embed/>
                </p:oleObj>
              </mc:Choice>
              <mc:Fallback>
                <p:oleObj name="" r:id="rId2" imgW="4457700" imgH="6019800" progId="Equation.KSEE3">
                  <p:embed/>
                  <p:pic>
                    <p:nvPicPr>
                      <p:cNvPr id="0" name="图片 1024"/>
                      <p:cNvPicPr/>
                      <p:nvPr/>
                    </p:nvPicPr>
                    <p:blipFill>
                      <a:blip r:embed="rId3"/>
                      <a:stretch>
                        <a:fillRect/>
                      </a:stretch>
                    </p:blipFill>
                    <p:spPr>
                      <a:xfrm>
                        <a:off x="603251" y="1353185"/>
                        <a:ext cx="3914775" cy="536638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7157085" y="838835"/>
          <a:ext cx="4631690" cy="5992495"/>
        </p:xfrm>
        <a:graphic>
          <a:graphicData uri="http://schemas.openxmlformats.org/presentationml/2006/ole">
            <mc:AlternateContent xmlns:mc="http://schemas.openxmlformats.org/markup-compatibility/2006">
              <mc:Choice xmlns:v="urn:schemas-microsoft-com:vml" Requires="v">
                <p:oleObj spid="_x0000_s13" name="" r:id="rId4" imgW="5574665" imgH="7086600" progId="Equation.KSEE3">
                  <p:embed/>
                </p:oleObj>
              </mc:Choice>
              <mc:Fallback>
                <p:oleObj name="" r:id="rId4" imgW="5574665" imgH="7086600" progId="Equation.KSEE3">
                  <p:embed/>
                  <p:pic>
                    <p:nvPicPr>
                      <p:cNvPr id="0" name="图片 1024"/>
                      <p:cNvPicPr/>
                      <p:nvPr/>
                    </p:nvPicPr>
                    <p:blipFill>
                      <a:blip r:embed="rId5"/>
                      <a:stretch>
                        <a:fillRect/>
                      </a:stretch>
                    </p:blipFill>
                    <p:spPr>
                      <a:xfrm>
                        <a:off x="7157085" y="838835"/>
                        <a:ext cx="4631690" cy="5992495"/>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8232140" y="2165350"/>
          <a:ext cx="1511300" cy="948690"/>
        </p:xfrm>
        <a:graphic>
          <a:graphicData uri="http://schemas.openxmlformats.org/presentationml/2006/ole">
            <mc:AlternateContent xmlns:mc="http://schemas.openxmlformats.org/markup-compatibility/2006">
              <mc:Choice xmlns:v="urn:schemas-microsoft-com:vml" Requires="v">
                <p:oleObj spid="_x0000_s15" name="" r:id="rId6" imgW="1688465" imgH="1041400" progId="Equation.KSEE3">
                  <p:embed/>
                </p:oleObj>
              </mc:Choice>
              <mc:Fallback>
                <p:oleObj name="" r:id="rId6" imgW="1688465" imgH="1041400" progId="Equation.KSEE3">
                  <p:embed/>
                  <p:pic>
                    <p:nvPicPr>
                      <p:cNvPr id="0" name="图片 1024"/>
                      <p:cNvPicPr/>
                      <p:nvPr/>
                    </p:nvPicPr>
                    <p:blipFill>
                      <a:blip r:embed="rId7"/>
                      <a:stretch>
                        <a:fillRect/>
                      </a:stretch>
                    </p:blipFill>
                    <p:spPr>
                      <a:xfrm>
                        <a:off x="8232140" y="2165350"/>
                        <a:ext cx="1511300" cy="948690"/>
                      </a:xfrm>
                      <a:prstGeom prst="rect">
                        <a:avLst/>
                      </a:prstGeom>
                    </p:spPr>
                  </p:pic>
                </p:oleObj>
              </mc:Fallback>
            </mc:AlternateContent>
          </a:graphicData>
        </a:graphic>
      </p:graphicFrame>
      <p:cxnSp>
        <p:nvCxnSpPr>
          <p:cNvPr id="16" name="直接箭头连接符 15"/>
          <p:cNvCxnSpPr/>
          <p:nvPr/>
        </p:nvCxnSpPr>
        <p:spPr>
          <a:xfrm>
            <a:off x="8101330" y="2151380"/>
            <a:ext cx="1620000" cy="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pic>
        <p:nvPicPr>
          <p:cNvPr id="2" name="图片 1" descr="偏微分方程的解_查找表"/>
          <p:cNvPicPr>
            <a:picLocks noChangeAspect="1"/>
          </p:cNvPicPr>
          <p:nvPr/>
        </p:nvPicPr>
        <p:blipFill>
          <a:blip r:embed="rId8"/>
          <a:stretch>
            <a:fillRect/>
          </a:stretch>
        </p:blipFill>
        <p:spPr>
          <a:xfrm>
            <a:off x="12616180" y="-66675"/>
            <a:ext cx="395478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p:nvPr>
            <p:custDataLst>
              <p:tags r:id="rId1"/>
            </p:custDataLst>
          </p:nvPr>
        </p:nvGraphicFramePr>
        <p:xfrm>
          <a:off x="8317865" y="1107440"/>
          <a:ext cx="3529330" cy="5381625"/>
        </p:xfrm>
        <a:graphic>
          <a:graphicData uri="http://schemas.openxmlformats.org/drawingml/2006/table">
            <a:tbl>
              <a:tblPr firstRow="1" bandRow="1">
                <a:tableStyleId>{5C22544A-7EE6-4342-B048-85BDC9FD1C3A}</a:tableStyleId>
              </a:tblPr>
              <a:tblGrid>
                <a:gridCol w="1130935"/>
                <a:gridCol w="1033780"/>
                <a:gridCol w="1364615"/>
              </a:tblGrid>
              <a:tr h="605155">
                <a:tc gridSpan="3">
                  <a:txBody>
                    <a:bodyPr/>
                    <a:p>
                      <a:pPr algn="ctr">
                        <a:buNone/>
                      </a:pPr>
                      <a:r>
                        <a:rPr lang="zh-CN" altLang="en-US"/>
                        <a:t>常用的保角变换</a:t>
                      </a:r>
                      <a:endParaRPr lang="en-US" altLang="zh-CN" sz="1200"/>
                    </a:p>
                  </a:txBody>
                  <a:tcPr anchor="ctr" anchorCtr="0"/>
                </a:tc>
                <a:tc hMerge="1">
                  <a:tcPr/>
                </a:tc>
                <a:tc hMerge="1">
                  <a:tcPr/>
                </a:tc>
              </a:tr>
              <a:tr h="605155">
                <a:tc>
                  <a:txBody>
                    <a:bodyPr/>
                    <a:p>
                      <a:pPr algn="ctr">
                        <a:buNone/>
                      </a:pPr>
                      <a:r>
                        <a:rPr lang="zh-CN" altLang="en-US" sz="1200"/>
                        <a:t>线性变换</a:t>
                      </a:r>
                      <a:endParaRPr lang="zh-CN" altLang="en-US" sz="1200"/>
                    </a:p>
                  </a:txBody>
                  <a:tcPr anchor="ctr" anchorCtr="0"/>
                </a:tc>
                <a:tc>
                  <a:txBody>
                    <a:bodyPr/>
                    <a:p>
                      <a:pPr algn="ctr">
                        <a:buNone/>
                      </a:pPr>
                      <a:endParaRPr lang="zh-CN" altLang="en-US"/>
                    </a:p>
                  </a:txBody>
                  <a:tcPr anchor="ctr" anchorCtr="0"/>
                </a:tc>
                <a:tc>
                  <a:txBody>
                    <a:bodyPr/>
                    <a:p>
                      <a:pPr algn="ctr">
                        <a:buNone/>
                      </a:pPr>
                      <a:r>
                        <a:rPr lang="zh-CN" altLang="en-US" sz="1000"/>
                        <a:t>可实现平移、旋转、伸缩</a:t>
                      </a:r>
                      <a:endParaRPr lang="zh-CN" altLang="en-US" sz="1000"/>
                    </a:p>
                  </a:txBody>
                  <a:tcPr anchor="ctr" anchorCtr="0"/>
                </a:tc>
              </a:tr>
              <a:tr h="605155">
                <a:tc>
                  <a:txBody>
                    <a:bodyPr/>
                    <a:p>
                      <a:pPr algn="ctr">
                        <a:buNone/>
                      </a:pPr>
                      <a:r>
                        <a:rPr lang="zh-CN" altLang="en-US" sz="1200"/>
                        <a:t>幂函数变换</a:t>
                      </a:r>
                      <a:endParaRPr lang="zh-CN" altLang="en-US" sz="1200"/>
                    </a:p>
                  </a:txBody>
                  <a:tcPr anchor="ctr" anchorCtr="0"/>
                </a:tc>
                <a:tc>
                  <a:txBody>
                    <a:bodyPr/>
                    <a:p>
                      <a:pPr algn="ctr">
                        <a:buNone/>
                      </a:pPr>
                      <a:endParaRPr lang="zh-CN" altLang="en-US"/>
                    </a:p>
                  </a:txBody>
                  <a:tcPr anchor="ctr" anchorCtr="0"/>
                </a:tc>
                <a:tc>
                  <a:txBody>
                    <a:bodyPr/>
                    <a:p>
                      <a:pPr algn="ctr">
                        <a:buClrTx/>
                        <a:buSzTx/>
                        <a:buFontTx/>
                        <a:buNone/>
                      </a:pPr>
                      <a:r>
                        <a:rPr lang="zh-CN" altLang="en-US" sz="1000"/>
                        <a:t>实现角度缩放</a:t>
                      </a:r>
                      <a:r>
                        <a:rPr lang="en-US" altLang="zh-CN" sz="1000"/>
                        <a:t>n</a:t>
                      </a:r>
                      <a:r>
                        <a:rPr lang="zh-CN" altLang="en-US" sz="1000"/>
                        <a:t>倍</a:t>
                      </a:r>
                      <a:endParaRPr lang="zh-CN" altLang="en-US" sz="1000"/>
                    </a:p>
                  </a:txBody>
                  <a:tcPr anchor="ctr" anchorCtr="0"/>
                </a:tc>
              </a:tr>
              <a:tr h="640080">
                <a:tc>
                  <a:txBody>
                    <a:bodyPr/>
                    <a:p>
                      <a:pPr algn="ctr">
                        <a:buNone/>
                      </a:pPr>
                      <a:r>
                        <a:rPr lang="zh-CN" altLang="en-US" sz="1200"/>
                        <a:t>指数变换</a:t>
                      </a:r>
                      <a:endParaRPr lang="zh-CN" altLang="en-US" sz="1200"/>
                    </a:p>
                  </a:txBody>
                  <a:tcPr anchor="ctr" anchorCtr="0"/>
                </a:tc>
                <a:tc>
                  <a:txBody>
                    <a:bodyPr/>
                    <a:p>
                      <a:pPr algn="ctr">
                        <a:buNone/>
                      </a:pPr>
                      <a:endParaRPr lang="zh-CN" altLang="en-US"/>
                    </a:p>
                  </a:txBody>
                  <a:tcPr anchor="ctr" anchorCtr="0"/>
                </a:tc>
                <a:tc>
                  <a:txBody>
                    <a:bodyPr/>
                    <a:p>
                      <a:pPr algn="ctr">
                        <a:buClrTx/>
                        <a:buSzTx/>
                        <a:buFontTx/>
                        <a:buNone/>
                      </a:pPr>
                      <a:r>
                        <a:rPr lang="zh-CN" altLang="en-US" sz="1000"/>
                        <a:t>将带形区域映射为角形区域</a:t>
                      </a:r>
                      <a:endParaRPr lang="zh-CN" altLang="en-US" sz="1000"/>
                    </a:p>
                  </a:txBody>
                  <a:tcPr anchor="ctr" anchorCtr="0"/>
                </a:tc>
              </a:tr>
              <a:tr h="640080">
                <a:tc>
                  <a:txBody>
                    <a:bodyPr/>
                    <a:p>
                      <a:pPr algn="ctr">
                        <a:buNone/>
                      </a:pPr>
                      <a:r>
                        <a:rPr lang="zh-CN" altLang="en-US" sz="1200">
                          <a:sym typeface="+mn-ea"/>
                        </a:rPr>
                        <a:t>对数变换</a:t>
                      </a:r>
                      <a:endParaRPr lang="zh-CN" altLang="en-US" sz="1200">
                        <a:sym typeface="+mn-ea"/>
                      </a:endParaRPr>
                    </a:p>
                  </a:txBody>
                  <a:tcPr anchor="ctr" anchorCtr="0"/>
                </a:tc>
                <a:tc>
                  <a:txBody>
                    <a:bodyPr/>
                    <a:p>
                      <a:pPr algn="ctr">
                        <a:buNone/>
                      </a:pPr>
                      <a:endParaRPr lang="zh-CN" altLang="en-US"/>
                    </a:p>
                  </a:txBody>
                  <a:tcPr anchor="ctr" anchorCtr="0"/>
                </a:tc>
                <a:tc>
                  <a:txBody>
                    <a:bodyPr/>
                    <a:p>
                      <a:pPr algn="ctr">
                        <a:buClrTx/>
                        <a:buSzTx/>
                        <a:buFontTx/>
                        <a:buNone/>
                      </a:pPr>
                      <a:r>
                        <a:rPr lang="zh-CN" altLang="en-US" sz="1000">
                          <a:sym typeface="+mn-ea"/>
                        </a:rPr>
                        <a:t>将</a:t>
                      </a:r>
                      <a:r>
                        <a:rPr lang="zh-CN" altLang="en-US" sz="1000">
                          <a:sym typeface="+mn-ea"/>
                        </a:rPr>
                        <a:t>角形区域</a:t>
                      </a:r>
                      <a:r>
                        <a:rPr lang="zh-CN" altLang="en-US" sz="1000">
                          <a:sym typeface="+mn-ea"/>
                        </a:rPr>
                        <a:t>映射为</a:t>
                      </a:r>
                      <a:r>
                        <a:rPr lang="zh-CN" altLang="en-US" sz="1000">
                          <a:sym typeface="+mn-ea"/>
                        </a:rPr>
                        <a:t>带形区域</a:t>
                      </a:r>
                      <a:endParaRPr lang="zh-CN" altLang="en-US" sz="1000">
                        <a:sym typeface="+mn-ea"/>
                      </a:endParaRPr>
                    </a:p>
                  </a:txBody>
                  <a:tcPr anchor="ctr" anchorCtr="0"/>
                </a:tc>
              </a:tr>
              <a:tr h="640080">
                <a:tc>
                  <a:txBody>
                    <a:bodyPr/>
                    <a:p>
                      <a:pPr algn="ctr">
                        <a:buNone/>
                      </a:pPr>
                      <a:r>
                        <a:rPr lang="zh-CN" altLang="en-US" sz="1200"/>
                        <a:t>反演变换</a:t>
                      </a:r>
                      <a:endParaRPr lang="zh-CN" altLang="en-US" sz="1200"/>
                    </a:p>
                  </a:txBody>
                  <a:tcPr anchor="ctr" anchorCtr="0"/>
                </a:tc>
                <a:tc>
                  <a:txBody>
                    <a:bodyPr/>
                    <a:p>
                      <a:pPr algn="ctr">
                        <a:buNone/>
                      </a:pPr>
                      <a:endParaRPr lang="zh-CN" altLang="en-US"/>
                    </a:p>
                  </a:txBody>
                  <a:tcPr anchor="ctr" anchorCtr="0"/>
                </a:tc>
                <a:tc>
                  <a:txBody>
                    <a:bodyPr/>
                    <a:p>
                      <a:pPr algn="ctr">
                        <a:buClrTx/>
                        <a:buSzTx/>
                        <a:buFontTx/>
                        <a:buNone/>
                      </a:pPr>
                      <a:r>
                        <a:rPr lang="zh-CN" altLang="en-US" sz="1000"/>
                        <a:t>将圆的内部变为外部，外部变为</a:t>
                      </a:r>
                      <a:r>
                        <a:rPr lang="zh-CN" altLang="en-US" sz="1000"/>
                        <a:t>内部</a:t>
                      </a:r>
                      <a:endParaRPr lang="zh-CN" altLang="en-US" sz="1000"/>
                    </a:p>
                  </a:txBody>
                  <a:tcPr anchor="ctr" anchorCtr="0"/>
                </a:tc>
              </a:tr>
              <a:tr h="822960">
                <a:tc>
                  <a:txBody>
                    <a:bodyPr/>
                    <a:p>
                      <a:pPr algn="ctr">
                        <a:buClrTx/>
                        <a:buSzTx/>
                        <a:buFontTx/>
                        <a:buNone/>
                      </a:pPr>
                      <a:r>
                        <a:rPr lang="zh-CN" altLang="en-US" sz="1200"/>
                        <a:t>分式线性变换</a:t>
                      </a:r>
                      <a:endParaRPr lang="zh-CN" altLang="en-US" sz="1200"/>
                    </a:p>
                  </a:txBody>
                  <a:tcPr anchor="ctr" anchorCtr="0"/>
                </a:tc>
                <a:tc>
                  <a:txBody>
                    <a:bodyPr/>
                    <a:p>
                      <a:pPr algn="ctr">
                        <a:buNone/>
                      </a:pPr>
                      <a:endParaRPr lang="zh-CN" altLang="en-US"/>
                    </a:p>
                  </a:txBody>
                  <a:tcPr anchor="ctr" anchorCtr="0"/>
                </a:tc>
                <a:tc>
                  <a:txBody>
                    <a:bodyPr/>
                    <a:p>
                      <a:pPr algn="ctr">
                        <a:buClrTx/>
                        <a:buSzTx/>
                        <a:buFontTx/>
                        <a:buNone/>
                      </a:pPr>
                      <a:r>
                        <a:rPr lang="zh-CN" altLang="en-US" sz="1000"/>
                        <a:t>能将一个圆映射为不同圆心和半径的另一个圆，直线也可</a:t>
                      </a:r>
                      <a:r>
                        <a:rPr lang="zh-CN" altLang="en-US" sz="1000"/>
                        <a:t>视为特殊的圆参与变换</a:t>
                      </a:r>
                      <a:endParaRPr lang="zh-CN" altLang="en-US" sz="1000"/>
                    </a:p>
                  </a:txBody>
                  <a:tcPr anchor="ctr" anchorCtr="0"/>
                </a:tc>
              </a:tr>
              <a:tr h="822960">
                <a:tc>
                  <a:txBody>
                    <a:bodyPr/>
                    <a:p>
                      <a:pPr algn="ctr">
                        <a:buClrTx/>
                        <a:buSzTx/>
                        <a:buFontTx/>
                        <a:buNone/>
                      </a:pPr>
                      <a:r>
                        <a:rPr lang="zh-CN" altLang="en-US" sz="1200"/>
                        <a:t>儒阔夫斯基</a:t>
                      </a:r>
                      <a:r>
                        <a:rPr lang="zh-CN" altLang="en-US" sz="1200"/>
                        <a:t>变换</a:t>
                      </a:r>
                      <a:endParaRPr lang="zh-CN" altLang="en-US" sz="1200"/>
                    </a:p>
                  </a:txBody>
                  <a:tcPr anchor="ctr" anchorCtr="0"/>
                </a:tc>
                <a:tc>
                  <a:txBody>
                    <a:bodyPr/>
                    <a:p>
                      <a:pPr algn="ctr">
                        <a:buNone/>
                      </a:pPr>
                      <a:endParaRPr lang="zh-CN" altLang="en-US"/>
                    </a:p>
                  </a:txBody>
                  <a:tcPr anchor="ctr" anchorCtr="0"/>
                </a:tc>
                <a:tc>
                  <a:txBody>
                    <a:bodyPr/>
                    <a:p>
                      <a:pPr algn="ctr">
                        <a:buClrTx/>
                        <a:buSzTx/>
                        <a:buFontTx/>
                        <a:buNone/>
                      </a:pPr>
                      <a:r>
                        <a:rPr lang="zh-CN" altLang="en-US" sz="1000"/>
                        <a:t>将圆变为椭圆，射线变为</a:t>
                      </a:r>
                      <a:r>
                        <a:rPr lang="zh-CN" altLang="en-US" sz="1000"/>
                        <a:t>双曲线</a:t>
                      </a:r>
                      <a:endParaRPr lang="zh-CN" altLang="en-US" sz="1000"/>
                    </a:p>
                  </a:txBody>
                  <a:tcPr anchor="ctr" anchorCtr="0"/>
                </a:tc>
              </a:tr>
            </a:tbl>
          </a:graphicData>
        </a:graphic>
      </p:graphicFrame>
      <p:sp>
        <p:nvSpPr>
          <p:cNvPr id="2" name="文本框 1"/>
          <p:cNvSpPr txBox="1"/>
          <p:nvPr/>
        </p:nvSpPr>
        <p:spPr>
          <a:xfrm>
            <a:off x="478367" y="138876"/>
            <a:ext cx="348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介质中</a:t>
            </a:r>
            <a:r>
              <a:rPr lang="zh-CN" altLang="en-US" sz="2000" dirty="0"/>
              <a:t>的静电</a:t>
            </a:r>
            <a:r>
              <a:rPr lang="zh-CN" altLang="en-US" sz="2000" dirty="0"/>
              <a:t>场</a:t>
            </a:r>
            <a:endParaRPr lang="zh-CN" altLang="en-US" sz="2000" dirty="0"/>
          </a:p>
        </p:txBody>
      </p:sp>
      <p:sp>
        <p:nvSpPr>
          <p:cNvPr id="11" name="文本框 10"/>
          <p:cNvSpPr txBox="1"/>
          <p:nvPr/>
        </p:nvSpPr>
        <p:spPr>
          <a:xfrm>
            <a:off x="407670" y="635635"/>
            <a:ext cx="11414125" cy="553085"/>
          </a:xfrm>
          <a:prstGeom prst="rect">
            <a:avLst/>
          </a:prstGeom>
          <a:noFill/>
        </p:spPr>
        <p:txBody>
          <a:bodyPr wrap="square" rtlCol="0">
            <a:spAutoFit/>
          </a:bodyPr>
          <a:p>
            <a:pPr algn="l">
              <a:lnSpc>
                <a:spcPts val="1800"/>
              </a:lnSpc>
              <a:buClrTx/>
              <a:buSzTx/>
              <a:buFontTx/>
            </a:pP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保角变换法</a:t>
            </a:r>
            <a:r>
              <a:rPr lang="zh-CN" altLang="en-US" sz="1200">
                <a:latin typeface="宋体" panose="02010600030101010101" pitchFamily="2" charset="-122"/>
                <a:ea typeface="宋体" panose="02010600030101010101" pitchFamily="2" charset="-122"/>
              </a:rPr>
              <a:t>是处理二维复杂几何边界的一种方法，它利用复变函数映射的保角性，通过改变坐标变量将复杂的几何边界映射为</a:t>
            </a:r>
            <a:r>
              <a:rPr lang="zh-CN" altLang="en-US" sz="1200">
                <a:latin typeface="宋体" panose="02010600030101010101" pitchFamily="2" charset="-122"/>
                <a:ea typeface="宋体" panose="02010600030101010101" pitchFamily="2" charset="-122"/>
              </a:rPr>
              <a:t>标准简单的几何</a:t>
            </a:r>
            <a:r>
              <a:rPr lang="zh-CN" altLang="en-US" sz="1200">
                <a:latin typeface="宋体" panose="02010600030101010101" pitchFamily="2" charset="-122"/>
                <a:ea typeface="宋体" panose="02010600030101010101" pitchFamily="2" charset="-122"/>
              </a:rPr>
              <a:t>边界，在简单域中求解后，再通过逆变换回到原空间，从而得到原问题的解。</a:t>
            </a:r>
            <a:endParaRPr lang="zh-CN" altLang="en-US" sz="1200">
              <a:latin typeface="宋体" panose="02010600030101010101" pitchFamily="2" charset="-122"/>
              <a:ea typeface="宋体" panose="02010600030101010101" pitchFamily="2" charset="-122"/>
            </a:endParaRPr>
          </a:p>
        </p:txBody>
      </p:sp>
      <p:sp>
        <p:nvSpPr>
          <p:cNvPr id="6" name="文本框 5"/>
          <p:cNvSpPr txBox="1"/>
          <p:nvPr/>
        </p:nvSpPr>
        <p:spPr>
          <a:xfrm>
            <a:off x="407670" y="1369695"/>
            <a:ext cx="2711450" cy="275590"/>
          </a:xfrm>
          <a:prstGeom prst="rect">
            <a:avLst/>
          </a:prstGeom>
          <a:noFill/>
        </p:spPr>
        <p:txBody>
          <a:bodyPr wrap="square" rtlCol="0">
            <a:spAutoFit/>
          </a:bodyPr>
          <a:p>
            <a:r>
              <a:rPr lang="zh-CN" altLang="en-US" sz="1200"/>
              <a:t>例：求右图所示</a:t>
            </a:r>
            <a:r>
              <a:rPr lang="zh-CN" altLang="en-US" sz="1200"/>
              <a:t>的扇形区域内的电位</a:t>
            </a:r>
            <a:endParaRPr lang="zh-CN" altLang="en-US" sz="1200"/>
          </a:p>
        </p:txBody>
      </p:sp>
      <p:graphicFrame>
        <p:nvGraphicFramePr>
          <p:cNvPr id="36" name="对象 35">
            <a:hlinkClick r:id="" action="ppaction://ole?verb="/>
          </p:cNvPr>
          <p:cNvGraphicFramePr>
            <a:graphicFrameLocks noChangeAspect="1"/>
          </p:cNvGraphicFramePr>
          <p:nvPr/>
        </p:nvGraphicFramePr>
        <p:xfrm>
          <a:off x="9593580" y="1890078"/>
          <a:ext cx="737235" cy="202565"/>
        </p:xfrm>
        <a:graphic>
          <a:graphicData uri="http://schemas.openxmlformats.org/presentationml/2006/ole">
            <mc:AlternateContent xmlns:mc="http://schemas.openxmlformats.org/markup-compatibility/2006">
              <mc:Choice xmlns:v="urn:schemas-microsoft-com:vml" Requires="v">
                <p:oleObj spid="_x0000_s37" name="" r:id="rId2" imgW="660400" imgH="177165" progId="Equation.KSEE3">
                  <p:embed/>
                </p:oleObj>
              </mc:Choice>
              <mc:Fallback>
                <p:oleObj name="" r:id="rId2" imgW="660400" imgH="177165" progId="Equation.KSEE3">
                  <p:embed/>
                  <p:pic>
                    <p:nvPicPr>
                      <p:cNvPr id="0" name="图片 1024"/>
                      <p:cNvPicPr/>
                      <p:nvPr/>
                    </p:nvPicPr>
                    <p:blipFill>
                      <a:blip r:embed="rId3"/>
                      <a:stretch>
                        <a:fillRect/>
                      </a:stretch>
                    </p:blipFill>
                    <p:spPr>
                      <a:xfrm>
                        <a:off x="9593580" y="1890078"/>
                        <a:ext cx="737235" cy="20256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9694863" y="2478723"/>
          <a:ext cx="482600" cy="231775"/>
        </p:xfrm>
        <a:graphic>
          <a:graphicData uri="http://schemas.openxmlformats.org/presentationml/2006/ole">
            <mc:AlternateContent xmlns:mc="http://schemas.openxmlformats.org/markup-compatibility/2006">
              <mc:Choice xmlns:v="urn:schemas-microsoft-com:vml" Requires="v">
                <p:oleObj spid="_x0000_s13" name="" r:id="rId4" imgW="431800" imgH="203200" progId="Equation.KSEE3">
                  <p:embed/>
                </p:oleObj>
              </mc:Choice>
              <mc:Fallback>
                <p:oleObj name="" r:id="rId4" imgW="431800" imgH="203200" progId="Equation.KSEE3">
                  <p:embed/>
                  <p:pic>
                    <p:nvPicPr>
                      <p:cNvPr id="0" name="图片 1024"/>
                      <p:cNvPicPr/>
                      <p:nvPr/>
                    </p:nvPicPr>
                    <p:blipFill>
                      <a:blip r:embed="rId5"/>
                      <a:stretch>
                        <a:fillRect/>
                      </a:stretch>
                    </p:blipFill>
                    <p:spPr>
                      <a:xfrm>
                        <a:off x="9694863" y="2478723"/>
                        <a:ext cx="482600" cy="231775"/>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9694863" y="3097213"/>
          <a:ext cx="468630" cy="231775"/>
        </p:xfrm>
        <a:graphic>
          <a:graphicData uri="http://schemas.openxmlformats.org/presentationml/2006/ole">
            <mc:AlternateContent xmlns:mc="http://schemas.openxmlformats.org/markup-compatibility/2006">
              <mc:Choice xmlns:v="urn:schemas-microsoft-com:vml" Requires="v">
                <p:oleObj spid="_x0000_s15" name="" r:id="rId6" imgW="419100" imgH="203200" progId="Equation.KSEE3">
                  <p:embed/>
                </p:oleObj>
              </mc:Choice>
              <mc:Fallback>
                <p:oleObj name="" r:id="rId6" imgW="419100" imgH="203200" progId="Equation.KSEE3">
                  <p:embed/>
                  <p:pic>
                    <p:nvPicPr>
                      <p:cNvPr id="0" name="图片 1024"/>
                      <p:cNvPicPr/>
                      <p:nvPr/>
                    </p:nvPicPr>
                    <p:blipFill>
                      <a:blip r:embed="rId7"/>
                      <a:stretch>
                        <a:fillRect/>
                      </a:stretch>
                    </p:blipFill>
                    <p:spPr>
                      <a:xfrm>
                        <a:off x="9694863" y="3097213"/>
                        <a:ext cx="468630" cy="231775"/>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9672955" y="3790950"/>
          <a:ext cx="549275" cy="189865"/>
        </p:xfrm>
        <a:graphic>
          <a:graphicData uri="http://schemas.openxmlformats.org/presentationml/2006/ole">
            <mc:AlternateContent xmlns:mc="http://schemas.openxmlformats.org/markup-compatibility/2006">
              <mc:Choice xmlns:v="urn:schemas-microsoft-com:vml" Requires="v">
                <p:oleObj spid="_x0000_s17" name="" r:id="rId8" imgW="520700" imgH="177165" progId="Equation.KSEE3">
                  <p:embed/>
                </p:oleObj>
              </mc:Choice>
              <mc:Fallback>
                <p:oleObj name="" r:id="rId8" imgW="520700" imgH="177165" progId="Equation.KSEE3">
                  <p:embed/>
                  <p:pic>
                    <p:nvPicPr>
                      <p:cNvPr id="0" name="图片 1024"/>
                      <p:cNvPicPr/>
                      <p:nvPr/>
                    </p:nvPicPr>
                    <p:blipFill>
                      <a:blip r:embed="rId9"/>
                      <a:stretch>
                        <a:fillRect/>
                      </a:stretch>
                    </p:blipFill>
                    <p:spPr>
                      <a:xfrm>
                        <a:off x="9672955" y="3790950"/>
                        <a:ext cx="549275" cy="189865"/>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9561831" y="5008563"/>
          <a:ext cx="768985" cy="450215"/>
        </p:xfrm>
        <a:graphic>
          <a:graphicData uri="http://schemas.openxmlformats.org/presentationml/2006/ole">
            <mc:AlternateContent xmlns:mc="http://schemas.openxmlformats.org/markup-compatibility/2006">
              <mc:Choice xmlns:v="urn:schemas-microsoft-com:vml" Requires="v">
                <p:oleObj spid="_x0000_s19" name="" r:id="rId10" imgW="685800" imgH="393700" progId="Equation.KSEE3">
                  <p:embed/>
                </p:oleObj>
              </mc:Choice>
              <mc:Fallback>
                <p:oleObj name="" r:id="rId10" imgW="685800" imgH="393700" progId="Equation.KSEE3">
                  <p:embed/>
                  <p:pic>
                    <p:nvPicPr>
                      <p:cNvPr id="0" name="图片 1024"/>
                      <p:cNvPicPr/>
                      <p:nvPr/>
                    </p:nvPicPr>
                    <p:blipFill>
                      <a:blip r:embed="rId11"/>
                      <a:stretch>
                        <a:fillRect/>
                      </a:stretch>
                    </p:blipFill>
                    <p:spPr>
                      <a:xfrm>
                        <a:off x="9561831" y="5008563"/>
                        <a:ext cx="768985" cy="450215"/>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9473565" y="4330700"/>
          <a:ext cx="981710" cy="362585"/>
        </p:xfrm>
        <a:graphic>
          <a:graphicData uri="http://schemas.openxmlformats.org/presentationml/2006/ole">
            <mc:AlternateContent xmlns:mc="http://schemas.openxmlformats.org/markup-compatibility/2006">
              <mc:Choice xmlns:v="urn:schemas-microsoft-com:vml" Requires="v">
                <p:oleObj spid="_x0000_s21" name="" r:id="rId12" imgW="1155700" imgH="419100" progId="Equation.KSEE3">
                  <p:embed/>
                </p:oleObj>
              </mc:Choice>
              <mc:Fallback>
                <p:oleObj name="" r:id="rId12" imgW="1155700" imgH="419100" progId="Equation.KSEE3">
                  <p:embed/>
                  <p:pic>
                    <p:nvPicPr>
                      <p:cNvPr id="0" name="图片 1024"/>
                      <p:cNvPicPr/>
                      <p:nvPr/>
                    </p:nvPicPr>
                    <p:blipFill>
                      <a:blip r:embed="rId13"/>
                      <a:stretch>
                        <a:fillRect/>
                      </a:stretch>
                    </p:blipFill>
                    <p:spPr>
                      <a:xfrm>
                        <a:off x="9473565" y="4330700"/>
                        <a:ext cx="981710" cy="362585"/>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nvGraphicFramePr>
        <p:xfrm>
          <a:off x="9657080" y="5835650"/>
          <a:ext cx="631190" cy="415925"/>
        </p:xfrm>
        <a:graphic>
          <a:graphicData uri="http://schemas.openxmlformats.org/presentationml/2006/ole">
            <mc:AlternateContent xmlns:mc="http://schemas.openxmlformats.org/markup-compatibility/2006">
              <mc:Choice xmlns:v="urn:schemas-microsoft-com:vml" Requires="v">
                <p:oleObj spid="_x0000_s24" name="" r:id="rId14" imgW="609600" imgH="393700" progId="Equation.KSEE3">
                  <p:embed/>
                </p:oleObj>
              </mc:Choice>
              <mc:Fallback>
                <p:oleObj name="" r:id="rId14" imgW="609600" imgH="393700" progId="Equation.KSEE3">
                  <p:embed/>
                  <p:pic>
                    <p:nvPicPr>
                      <p:cNvPr id="0" name="图片 1024"/>
                      <p:cNvPicPr/>
                      <p:nvPr/>
                    </p:nvPicPr>
                    <p:blipFill>
                      <a:blip r:embed="rId15"/>
                      <a:stretch>
                        <a:fillRect/>
                      </a:stretch>
                    </p:blipFill>
                    <p:spPr>
                      <a:xfrm>
                        <a:off x="9657080" y="5835650"/>
                        <a:ext cx="631190" cy="415925"/>
                      </a:xfrm>
                      <a:prstGeom prst="rect">
                        <a:avLst/>
                      </a:prstGeom>
                    </p:spPr>
                  </p:pic>
                </p:oleObj>
              </mc:Fallback>
            </mc:AlternateContent>
          </a:graphicData>
        </a:graphic>
      </p:graphicFrame>
      <p:grpSp>
        <p:nvGrpSpPr>
          <p:cNvPr id="93" name="组合 92"/>
          <p:cNvGrpSpPr/>
          <p:nvPr/>
        </p:nvGrpSpPr>
        <p:grpSpPr>
          <a:xfrm>
            <a:off x="5469255" y="1186180"/>
            <a:ext cx="2664460" cy="2501900"/>
            <a:chOff x="5572" y="2335"/>
            <a:chExt cx="4196" cy="3940"/>
          </a:xfrm>
        </p:grpSpPr>
        <p:sp>
          <p:nvSpPr>
            <p:cNvPr id="54" name="弧形 53"/>
            <p:cNvSpPr/>
            <p:nvPr/>
          </p:nvSpPr>
          <p:spPr>
            <a:xfrm>
              <a:off x="5572" y="2873"/>
              <a:ext cx="3402" cy="3402"/>
            </a:xfrm>
            <a:prstGeom prst="arc">
              <a:avLst>
                <a:gd name="adj1" fmla="val 18019018"/>
                <a:gd name="adj2" fmla="val 90439"/>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52" name="直接连接符 51"/>
            <p:cNvCxnSpPr/>
            <p:nvPr/>
          </p:nvCxnSpPr>
          <p:spPr>
            <a:xfrm flipV="1">
              <a:off x="7290" y="3104"/>
              <a:ext cx="848" cy="1516"/>
            </a:xfrm>
            <a:prstGeom prst="line">
              <a:avLst/>
            </a:prstGeom>
            <a:ln w="9525">
              <a:prstDash val="dash"/>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flipH="1" flipV="1">
              <a:off x="7295" y="2361"/>
              <a:ext cx="0" cy="2268"/>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nvCxnSpPr>
          <p:spPr>
            <a:xfrm flipV="1">
              <a:off x="7291" y="4623"/>
              <a:ext cx="2268" cy="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graphicFrame>
          <p:nvGraphicFramePr>
            <p:cNvPr id="33" name="对象 32">
              <a:hlinkClick r:id="" action="ppaction://ole?verb="/>
            </p:cNvPr>
            <p:cNvGraphicFramePr>
              <a:graphicFrameLocks noChangeAspect="1"/>
            </p:cNvGraphicFramePr>
            <p:nvPr/>
          </p:nvGraphicFramePr>
          <p:xfrm>
            <a:off x="9587" y="4620"/>
            <a:ext cx="181" cy="201"/>
          </p:xfrm>
          <a:graphic>
            <a:graphicData uri="http://schemas.openxmlformats.org/presentationml/2006/ole">
              <mc:AlternateContent xmlns:mc="http://schemas.openxmlformats.org/markup-compatibility/2006">
                <mc:Choice xmlns:v="urn:schemas-microsoft-com:vml" Requires="v">
                  <p:oleObj spid="_x0000_s34" name="" r:id="rId16" imgW="127000" imgH="139700" progId="Equation.KSEE3">
                    <p:embed/>
                  </p:oleObj>
                </mc:Choice>
                <mc:Fallback>
                  <p:oleObj name="" r:id="rId16" imgW="127000" imgH="139700" progId="Equation.KSEE3">
                    <p:embed/>
                    <p:pic>
                      <p:nvPicPr>
                        <p:cNvPr id="0" name="图片 1024"/>
                        <p:cNvPicPr/>
                        <p:nvPr/>
                      </p:nvPicPr>
                      <p:blipFill>
                        <a:blip r:embed="rId17"/>
                        <a:stretch>
                          <a:fillRect/>
                        </a:stretch>
                      </p:blipFill>
                      <p:spPr>
                        <a:xfrm>
                          <a:off x="9587" y="4620"/>
                          <a:ext cx="181" cy="201"/>
                        </a:xfrm>
                        <a:prstGeom prst="rect">
                          <a:avLst/>
                        </a:prstGeom>
                      </p:spPr>
                    </p:pic>
                  </p:oleObj>
                </mc:Fallback>
              </mc:AlternateContent>
            </a:graphicData>
          </a:graphic>
        </p:graphicFrame>
        <p:graphicFrame>
          <p:nvGraphicFramePr>
            <p:cNvPr id="35" name="对象 34">
              <a:hlinkClick r:id="" action="ppaction://ole?verb="/>
            </p:cNvPr>
            <p:cNvGraphicFramePr>
              <a:graphicFrameLocks noChangeAspect="1"/>
            </p:cNvGraphicFramePr>
            <p:nvPr/>
          </p:nvGraphicFramePr>
          <p:xfrm>
            <a:off x="6938" y="2335"/>
            <a:ext cx="200" cy="238"/>
          </p:xfrm>
          <a:graphic>
            <a:graphicData uri="http://schemas.openxmlformats.org/presentationml/2006/ole">
              <mc:AlternateContent xmlns:mc="http://schemas.openxmlformats.org/markup-compatibility/2006">
                <mc:Choice xmlns:v="urn:schemas-microsoft-com:vml" Requires="v">
                  <p:oleObj spid="_x0000_s38" name="" r:id="rId18" imgW="139700" imgH="165100" progId="Equation.KSEE3">
                    <p:embed/>
                  </p:oleObj>
                </mc:Choice>
                <mc:Fallback>
                  <p:oleObj name="" r:id="rId18" imgW="139700" imgH="165100" progId="Equation.KSEE3">
                    <p:embed/>
                    <p:pic>
                      <p:nvPicPr>
                        <p:cNvPr id="0" name="图片 1024"/>
                        <p:cNvPicPr/>
                        <p:nvPr/>
                      </p:nvPicPr>
                      <p:blipFill>
                        <a:blip r:embed="rId19"/>
                        <a:stretch>
                          <a:fillRect/>
                        </a:stretch>
                      </p:blipFill>
                      <p:spPr>
                        <a:xfrm>
                          <a:off x="6938" y="2335"/>
                          <a:ext cx="200" cy="238"/>
                        </a:xfrm>
                        <a:prstGeom prst="rect">
                          <a:avLst/>
                        </a:prstGeom>
                      </p:spPr>
                    </p:pic>
                  </p:oleObj>
                </mc:Fallback>
              </mc:AlternateContent>
            </a:graphicData>
          </a:graphic>
        </p:graphicFrame>
        <p:graphicFrame>
          <p:nvGraphicFramePr>
            <p:cNvPr id="43" name="对象 42">
              <a:hlinkClick r:id="" action="ppaction://ole?verb="/>
            </p:cNvPr>
            <p:cNvGraphicFramePr>
              <a:graphicFrameLocks noChangeAspect="1"/>
            </p:cNvGraphicFramePr>
            <p:nvPr/>
          </p:nvGraphicFramePr>
          <p:xfrm>
            <a:off x="7597" y="4110"/>
            <a:ext cx="435" cy="243"/>
          </p:xfrm>
          <a:graphic>
            <a:graphicData uri="http://schemas.openxmlformats.org/presentationml/2006/ole">
              <mc:AlternateContent xmlns:mc="http://schemas.openxmlformats.org/markup-compatibility/2006">
                <mc:Choice xmlns:v="urn:schemas-microsoft-com:vml" Requires="v">
                  <p:oleObj spid="_x0000_s44" name="" r:id="rId20" imgW="368300" imgH="203200" progId="Equation.KSEE3">
                    <p:embed/>
                  </p:oleObj>
                </mc:Choice>
                <mc:Fallback>
                  <p:oleObj name="" r:id="rId20" imgW="368300" imgH="203200" progId="Equation.KSEE3">
                    <p:embed/>
                    <p:pic>
                      <p:nvPicPr>
                        <p:cNvPr id="0" name="图片 1024"/>
                        <p:cNvPicPr/>
                        <p:nvPr/>
                      </p:nvPicPr>
                      <p:blipFill>
                        <a:blip r:embed="rId21"/>
                        <a:stretch>
                          <a:fillRect/>
                        </a:stretch>
                      </p:blipFill>
                      <p:spPr>
                        <a:xfrm>
                          <a:off x="7597" y="4110"/>
                          <a:ext cx="435" cy="243"/>
                        </a:xfrm>
                        <a:prstGeom prst="rect">
                          <a:avLst/>
                        </a:prstGeom>
                      </p:spPr>
                    </p:pic>
                  </p:oleObj>
                </mc:Fallback>
              </mc:AlternateContent>
            </a:graphicData>
          </a:graphic>
        </p:graphicFrame>
        <p:graphicFrame>
          <p:nvGraphicFramePr>
            <p:cNvPr id="47" name="对象 46">
              <a:hlinkClick r:id="" action="ppaction://ole?verb="/>
            </p:cNvPr>
            <p:cNvGraphicFramePr>
              <a:graphicFrameLocks noChangeAspect="1"/>
            </p:cNvGraphicFramePr>
            <p:nvPr/>
          </p:nvGraphicFramePr>
          <p:xfrm>
            <a:off x="7393" y="3199"/>
            <a:ext cx="552" cy="305"/>
          </p:xfrm>
          <a:graphic>
            <a:graphicData uri="http://schemas.openxmlformats.org/presentationml/2006/ole">
              <mc:AlternateContent xmlns:mc="http://schemas.openxmlformats.org/markup-compatibility/2006">
                <mc:Choice xmlns:v="urn:schemas-microsoft-com:vml" Requires="v">
                  <p:oleObj spid="_x0000_s48" name="" r:id="rId22" imgW="419100" imgH="228600" progId="Equation.KSEE3">
                    <p:embed/>
                  </p:oleObj>
                </mc:Choice>
                <mc:Fallback>
                  <p:oleObj name="" r:id="rId22" imgW="419100" imgH="228600" progId="Equation.KSEE3">
                    <p:embed/>
                    <p:pic>
                      <p:nvPicPr>
                        <p:cNvPr id="0" name="图片 1024"/>
                        <p:cNvPicPr/>
                        <p:nvPr/>
                      </p:nvPicPr>
                      <p:blipFill>
                        <a:blip r:embed="rId23"/>
                        <a:stretch>
                          <a:fillRect/>
                        </a:stretch>
                      </p:blipFill>
                      <p:spPr>
                        <a:xfrm>
                          <a:off x="7393" y="3199"/>
                          <a:ext cx="552" cy="305"/>
                        </a:xfrm>
                        <a:prstGeom prst="rect">
                          <a:avLst/>
                        </a:prstGeom>
                      </p:spPr>
                    </p:pic>
                  </p:oleObj>
                </mc:Fallback>
              </mc:AlternateContent>
            </a:graphicData>
          </a:graphic>
        </p:graphicFrame>
        <p:sp>
          <p:nvSpPr>
            <p:cNvPr id="53" name="弧形 52"/>
            <p:cNvSpPr/>
            <p:nvPr/>
          </p:nvSpPr>
          <p:spPr>
            <a:xfrm>
              <a:off x="6430" y="3688"/>
              <a:ext cx="1701" cy="1701"/>
            </a:xfrm>
            <a:prstGeom prst="arc">
              <a:avLst>
                <a:gd name="adj1" fmla="val 18149469"/>
                <a:gd name="adj2" fmla="val 343603"/>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55" name="直接连接符 54"/>
            <p:cNvCxnSpPr>
              <a:stCxn id="53" idx="0"/>
            </p:cNvCxnSpPr>
            <p:nvPr/>
          </p:nvCxnSpPr>
          <p:spPr>
            <a:xfrm flipV="1">
              <a:off x="7737" y="3104"/>
              <a:ext cx="401" cy="717"/>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79" name="对象 78">
              <a:hlinkClick r:id="" action="ppaction://ole?verb="/>
            </p:cNvPr>
            <p:cNvGraphicFramePr>
              <a:graphicFrameLocks noChangeAspect="1"/>
            </p:cNvGraphicFramePr>
            <p:nvPr/>
          </p:nvGraphicFramePr>
          <p:xfrm>
            <a:off x="8313" y="4680"/>
            <a:ext cx="435" cy="243"/>
          </p:xfrm>
          <a:graphic>
            <a:graphicData uri="http://schemas.openxmlformats.org/presentationml/2006/ole">
              <mc:AlternateContent xmlns:mc="http://schemas.openxmlformats.org/markup-compatibility/2006">
                <mc:Choice xmlns:v="urn:schemas-microsoft-com:vml" Requires="v">
                  <p:oleObj spid="_x0000_s80" name="" r:id="rId24" imgW="368300" imgH="203200" progId="Equation.KSEE3">
                    <p:embed/>
                  </p:oleObj>
                </mc:Choice>
                <mc:Fallback>
                  <p:oleObj name="" r:id="rId24" imgW="368300" imgH="203200" progId="Equation.KSEE3">
                    <p:embed/>
                    <p:pic>
                      <p:nvPicPr>
                        <p:cNvPr id="0" name="图片 1024"/>
                        <p:cNvPicPr/>
                        <p:nvPr/>
                      </p:nvPicPr>
                      <p:blipFill>
                        <a:blip r:embed="rId21"/>
                        <a:stretch>
                          <a:fillRect/>
                        </a:stretch>
                      </p:blipFill>
                      <p:spPr>
                        <a:xfrm>
                          <a:off x="8313" y="4680"/>
                          <a:ext cx="435" cy="243"/>
                        </a:xfrm>
                        <a:prstGeom prst="rect">
                          <a:avLst/>
                        </a:prstGeom>
                      </p:spPr>
                    </p:pic>
                  </p:oleObj>
                </mc:Fallback>
              </mc:AlternateContent>
            </a:graphicData>
          </a:graphic>
        </p:graphicFrame>
        <p:graphicFrame>
          <p:nvGraphicFramePr>
            <p:cNvPr id="81" name="对象 80">
              <a:hlinkClick r:id="" action="ppaction://ole?verb="/>
            </p:cNvPr>
            <p:cNvGraphicFramePr>
              <a:graphicFrameLocks noChangeAspect="1"/>
            </p:cNvGraphicFramePr>
            <p:nvPr/>
          </p:nvGraphicFramePr>
          <p:xfrm>
            <a:off x="8863" y="3629"/>
            <a:ext cx="435" cy="243"/>
          </p:xfrm>
          <a:graphic>
            <a:graphicData uri="http://schemas.openxmlformats.org/presentationml/2006/ole">
              <mc:AlternateContent xmlns:mc="http://schemas.openxmlformats.org/markup-compatibility/2006">
                <mc:Choice xmlns:v="urn:schemas-microsoft-com:vml" Requires="v">
                  <p:oleObj spid="_x0000_s82" name="" r:id="rId25" imgW="368300" imgH="203200" progId="Equation.KSEE3">
                    <p:embed/>
                  </p:oleObj>
                </mc:Choice>
                <mc:Fallback>
                  <p:oleObj name="" r:id="rId25" imgW="368300" imgH="203200" progId="Equation.KSEE3">
                    <p:embed/>
                    <p:pic>
                      <p:nvPicPr>
                        <p:cNvPr id="0" name="图片 1024"/>
                        <p:cNvPicPr/>
                        <p:nvPr/>
                      </p:nvPicPr>
                      <p:blipFill>
                        <a:blip r:embed="rId21"/>
                        <a:stretch>
                          <a:fillRect/>
                        </a:stretch>
                      </p:blipFill>
                      <p:spPr>
                        <a:xfrm>
                          <a:off x="8863" y="3629"/>
                          <a:ext cx="435" cy="243"/>
                        </a:xfrm>
                        <a:prstGeom prst="rect">
                          <a:avLst/>
                        </a:prstGeom>
                      </p:spPr>
                    </p:pic>
                  </p:oleObj>
                </mc:Fallback>
              </mc:AlternateContent>
            </a:graphicData>
          </a:graphic>
        </p:graphicFrame>
        <p:graphicFrame>
          <p:nvGraphicFramePr>
            <p:cNvPr id="83" name="对象 82">
              <a:hlinkClick r:id="" action="ppaction://ole?verb="/>
            </p:cNvPr>
            <p:cNvGraphicFramePr>
              <a:graphicFrameLocks noChangeAspect="1"/>
            </p:cNvGraphicFramePr>
            <p:nvPr/>
          </p:nvGraphicFramePr>
          <p:xfrm>
            <a:off x="7365" y="4453"/>
            <a:ext cx="125" cy="176"/>
          </p:xfrm>
          <a:graphic>
            <a:graphicData uri="http://schemas.openxmlformats.org/presentationml/2006/ole">
              <mc:AlternateContent xmlns:mc="http://schemas.openxmlformats.org/markup-compatibility/2006">
                <mc:Choice xmlns:v="urn:schemas-microsoft-com:vml" Requires="v">
                  <p:oleObj spid="_x0000_s84" name="" r:id="rId26" imgW="127000" imgH="177165" progId="Equation.KSEE3">
                    <p:embed/>
                  </p:oleObj>
                </mc:Choice>
                <mc:Fallback>
                  <p:oleObj name="" r:id="rId26" imgW="127000" imgH="177165" progId="Equation.KSEE3">
                    <p:embed/>
                    <p:pic>
                      <p:nvPicPr>
                        <p:cNvPr id="0" name="图片 1024"/>
                        <p:cNvPicPr/>
                        <p:nvPr/>
                      </p:nvPicPr>
                      <p:blipFill>
                        <a:blip r:embed="rId27"/>
                        <a:stretch>
                          <a:fillRect/>
                        </a:stretch>
                      </p:blipFill>
                      <p:spPr>
                        <a:xfrm>
                          <a:off x="7365" y="4453"/>
                          <a:ext cx="125" cy="176"/>
                        </a:xfrm>
                        <a:prstGeom prst="rect">
                          <a:avLst/>
                        </a:prstGeom>
                      </p:spPr>
                    </p:pic>
                  </p:oleObj>
                </mc:Fallback>
              </mc:AlternateContent>
            </a:graphicData>
          </a:graphic>
        </p:graphicFrame>
        <p:graphicFrame>
          <p:nvGraphicFramePr>
            <p:cNvPr id="85" name="对象 84">
              <a:hlinkClick r:id="" action="ppaction://ole?verb="/>
            </p:cNvPr>
            <p:cNvGraphicFramePr>
              <a:graphicFrameLocks noChangeAspect="1"/>
            </p:cNvGraphicFramePr>
            <p:nvPr/>
          </p:nvGraphicFramePr>
          <p:xfrm>
            <a:off x="7946" y="2361"/>
            <a:ext cx="595" cy="290"/>
          </p:xfrm>
          <a:graphic>
            <a:graphicData uri="http://schemas.openxmlformats.org/presentationml/2006/ole">
              <mc:AlternateContent xmlns:mc="http://schemas.openxmlformats.org/markup-compatibility/2006">
                <mc:Choice xmlns:v="urn:schemas-microsoft-com:vml" Requires="v">
                  <p:oleObj spid="_x0000_s86" name="" r:id="rId28" imgW="419100" imgH="203200" progId="Equation.KSEE3">
                    <p:embed/>
                  </p:oleObj>
                </mc:Choice>
                <mc:Fallback>
                  <p:oleObj name="" r:id="rId28" imgW="419100" imgH="203200" progId="Equation.KSEE3">
                    <p:embed/>
                    <p:pic>
                      <p:nvPicPr>
                        <p:cNvPr id="0" name="图片 1024"/>
                        <p:cNvPicPr/>
                        <p:nvPr/>
                      </p:nvPicPr>
                      <p:blipFill>
                        <a:blip r:embed="rId29"/>
                        <a:stretch>
                          <a:fillRect/>
                        </a:stretch>
                      </p:blipFill>
                      <p:spPr>
                        <a:xfrm>
                          <a:off x="7946" y="2361"/>
                          <a:ext cx="595" cy="290"/>
                        </a:xfrm>
                        <a:prstGeom prst="rect">
                          <a:avLst/>
                        </a:prstGeom>
                      </p:spPr>
                    </p:pic>
                  </p:oleObj>
                </mc:Fallback>
              </mc:AlternateContent>
            </a:graphicData>
          </a:graphic>
        </p:graphicFrame>
        <p:graphicFrame>
          <p:nvGraphicFramePr>
            <p:cNvPr id="89" name="对象 88">
              <a:hlinkClick r:id="" action="ppaction://ole?verb="/>
            </p:cNvPr>
            <p:cNvGraphicFramePr>
              <a:graphicFrameLocks noChangeAspect="1"/>
            </p:cNvGraphicFramePr>
            <p:nvPr/>
          </p:nvGraphicFramePr>
          <p:xfrm>
            <a:off x="8036" y="4671"/>
            <a:ext cx="120" cy="135"/>
          </p:xfrm>
          <a:graphic>
            <a:graphicData uri="http://schemas.openxmlformats.org/presentationml/2006/ole">
              <mc:AlternateContent xmlns:mc="http://schemas.openxmlformats.org/markup-compatibility/2006">
                <mc:Choice xmlns:v="urn:schemas-microsoft-com:vml" Requires="v">
                  <p:oleObj spid="_x0000_s90" name="" r:id="rId30" imgW="127000" imgH="139700" progId="Equation.KSEE3">
                    <p:embed/>
                  </p:oleObj>
                </mc:Choice>
                <mc:Fallback>
                  <p:oleObj name="" r:id="rId30" imgW="127000" imgH="139700" progId="Equation.KSEE3">
                    <p:embed/>
                    <p:pic>
                      <p:nvPicPr>
                        <p:cNvPr id="0" name="图片 1024"/>
                        <p:cNvPicPr/>
                        <p:nvPr/>
                      </p:nvPicPr>
                      <p:blipFill>
                        <a:blip r:embed="rId31"/>
                        <a:stretch>
                          <a:fillRect/>
                        </a:stretch>
                      </p:blipFill>
                      <p:spPr>
                        <a:xfrm>
                          <a:off x="8036" y="4671"/>
                          <a:ext cx="120" cy="135"/>
                        </a:xfrm>
                        <a:prstGeom prst="rect">
                          <a:avLst/>
                        </a:prstGeom>
                      </p:spPr>
                    </p:pic>
                  </p:oleObj>
                </mc:Fallback>
              </mc:AlternateContent>
            </a:graphicData>
          </a:graphic>
        </p:graphicFrame>
        <p:graphicFrame>
          <p:nvGraphicFramePr>
            <p:cNvPr id="91" name="对象 90">
              <a:hlinkClick r:id="" action="ppaction://ole?verb="/>
            </p:cNvPr>
            <p:cNvGraphicFramePr>
              <a:graphicFrameLocks noChangeAspect="1"/>
            </p:cNvGraphicFramePr>
            <p:nvPr/>
          </p:nvGraphicFramePr>
          <p:xfrm>
            <a:off x="8930" y="4656"/>
            <a:ext cx="120" cy="166"/>
          </p:xfrm>
          <a:graphic>
            <a:graphicData uri="http://schemas.openxmlformats.org/presentationml/2006/ole">
              <mc:AlternateContent xmlns:mc="http://schemas.openxmlformats.org/markup-compatibility/2006">
                <mc:Choice xmlns:v="urn:schemas-microsoft-com:vml" Requires="v">
                  <p:oleObj spid="_x0000_s92" name="" r:id="rId32" imgW="127000" imgH="177165" progId="Equation.KSEE3">
                    <p:embed/>
                  </p:oleObj>
                </mc:Choice>
                <mc:Fallback>
                  <p:oleObj name="" r:id="rId32" imgW="127000" imgH="177165" progId="Equation.KSEE3">
                    <p:embed/>
                    <p:pic>
                      <p:nvPicPr>
                        <p:cNvPr id="0" name="图片 1024"/>
                        <p:cNvPicPr/>
                        <p:nvPr/>
                      </p:nvPicPr>
                      <p:blipFill>
                        <a:blip r:embed="rId33"/>
                        <a:stretch>
                          <a:fillRect/>
                        </a:stretch>
                      </p:blipFill>
                      <p:spPr>
                        <a:xfrm>
                          <a:off x="8930" y="4656"/>
                          <a:ext cx="120" cy="166"/>
                        </a:xfrm>
                        <a:prstGeom prst="rect">
                          <a:avLst/>
                        </a:prstGeom>
                      </p:spPr>
                    </p:pic>
                  </p:oleObj>
                </mc:Fallback>
              </mc:AlternateContent>
            </a:graphicData>
          </a:graphic>
        </p:graphicFrame>
      </p:grpSp>
      <p:grpSp>
        <p:nvGrpSpPr>
          <p:cNvPr id="103" name="组合 102"/>
          <p:cNvGrpSpPr/>
          <p:nvPr/>
        </p:nvGrpSpPr>
        <p:grpSpPr>
          <a:xfrm>
            <a:off x="6382386" y="2967990"/>
            <a:ext cx="1744027" cy="1722438"/>
            <a:chOff x="6758" y="6895"/>
            <a:chExt cx="2746" cy="2713"/>
          </a:xfrm>
        </p:grpSpPr>
        <p:cxnSp>
          <p:nvCxnSpPr>
            <p:cNvPr id="56" name="直接箭头连接符 55"/>
            <p:cNvCxnSpPr/>
            <p:nvPr/>
          </p:nvCxnSpPr>
          <p:spPr>
            <a:xfrm flipH="1" flipV="1">
              <a:off x="7047" y="6955"/>
              <a:ext cx="0" cy="2268"/>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57" name="直接箭头连接符 56"/>
            <p:cNvCxnSpPr/>
            <p:nvPr/>
          </p:nvCxnSpPr>
          <p:spPr>
            <a:xfrm flipV="1">
              <a:off x="7040" y="9230"/>
              <a:ext cx="2268" cy="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graphicFrame>
          <p:nvGraphicFramePr>
            <p:cNvPr id="58" name="对象 57">
              <a:hlinkClick r:id="" action="ppaction://ole?verb="/>
            </p:cNvPr>
            <p:cNvGraphicFramePr>
              <a:graphicFrameLocks noChangeAspect="1"/>
            </p:cNvGraphicFramePr>
            <p:nvPr/>
          </p:nvGraphicFramePr>
          <p:xfrm>
            <a:off x="7491" y="9275"/>
            <a:ext cx="314" cy="210"/>
          </p:xfrm>
          <a:graphic>
            <a:graphicData uri="http://schemas.openxmlformats.org/presentationml/2006/ole">
              <mc:AlternateContent xmlns:mc="http://schemas.openxmlformats.org/markup-compatibility/2006">
                <mc:Choice xmlns:v="urn:schemas-microsoft-com:vml" Requires="v">
                  <p:oleObj spid="_x0000_s59" name="" r:id="rId34" imgW="266700" imgH="177165" progId="Equation.KSEE3">
                    <p:embed/>
                  </p:oleObj>
                </mc:Choice>
                <mc:Fallback>
                  <p:oleObj name="" r:id="rId34" imgW="266700" imgH="177165" progId="Equation.KSEE3">
                    <p:embed/>
                    <p:pic>
                      <p:nvPicPr>
                        <p:cNvPr id="0" name="图片 1024"/>
                        <p:cNvPicPr/>
                        <p:nvPr/>
                      </p:nvPicPr>
                      <p:blipFill>
                        <a:blip r:embed="rId35"/>
                        <a:stretch>
                          <a:fillRect/>
                        </a:stretch>
                      </p:blipFill>
                      <p:spPr>
                        <a:xfrm>
                          <a:off x="7491" y="9275"/>
                          <a:ext cx="314" cy="210"/>
                        </a:xfrm>
                        <a:prstGeom prst="rect">
                          <a:avLst/>
                        </a:prstGeom>
                      </p:spPr>
                    </p:pic>
                  </p:oleObj>
                </mc:Fallback>
              </mc:AlternateContent>
            </a:graphicData>
          </a:graphic>
        </p:graphicFrame>
        <p:graphicFrame>
          <p:nvGraphicFramePr>
            <p:cNvPr id="62" name="对象 61">
              <a:hlinkClick r:id="" action="ppaction://ole?verb="/>
            </p:cNvPr>
            <p:cNvGraphicFramePr>
              <a:graphicFrameLocks noChangeAspect="1"/>
            </p:cNvGraphicFramePr>
            <p:nvPr/>
          </p:nvGraphicFramePr>
          <p:xfrm>
            <a:off x="9202" y="9265"/>
            <a:ext cx="182" cy="202"/>
          </p:xfrm>
          <a:graphic>
            <a:graphicData uri="http://schemas.openxmlformats.org/presentationml/2006/ole">
              <mc:AlternateContent xmlns:mc="http://schemas.openxmlformats.org/markup-compatibility/2006">
                <mc:Choice xmlns:v="urn:schemas-microsoft-com:vml" Requires="v">
                  <p:oleObj spid="_x0000_s63" name="" r:id="rId36" imgW="127000" imgH="139700" progId="Equation.KSEE3">
                    <p:embed/>
                  </p:oleObj>
                </mc:Choice>
                <mc:Fallback>
                  <p:oleObj name="" r:id="rId36" imgW="127000" imgH="139700" progId="Equation.KSEE3">
                    <p:embed/>
                    <p:pic>
                      <p:nvPicPr>
                        <p:cNvPr id="0" name="图片 1024"/>
                        <p:cNvPicPr/>
                        <p:nvPr/>
                      </p:nvPicPr>
                      <p:blipFill>
                        <a:blip r:embed="rId37"/>
                        <a:stretch>
                          <a:fillRect/>
                        </a:stretch>
                      </p:blipFill>
                      <p:spPr>
                        <a:xfrm>
                          <a:off x="9202" y="9265"/>
                          <a:ext cx="182" cy="202"/>
                        </a:xfrm>
                        <a:prstGeom prst="rect">
                          <a:avLst/>
                        </a:prstGeom>
                      </p:spPr>
                    </p:pic>
                  </p:oleObj>
                </mc:Fallback>
              </mc:AlternateContent>
            </a:graphicData>
          </a:graphic>
        </p:graphicFrame>
        <p:graphicFrame>
          <p:nvGraphicFramePr>
            <p:cNvPr id="64" name="对象 63">
              <a:hlinkClick r:id="" action="ppaction://ole?verb="/>
            </p:cNvPr>
            <p:cNvGraphicFramePr>
              <a:graphicFrameLocks noChangeAspect="1"/>
            </p:cNvGraphicFramePr>
            <p:nvPr/>
          </p:nvGraphicFramePr>
          <p:xfrm>
            <a:off x="6758" y="6895"/>
            <a:ext cx="164" cy="202"/>
          </p:xfrm>
          <a:graphic>
            <a:graphicData uri="http://schemas.openxmlformats.org/presentationml/2006/ole">
              <mc:AlternateContent xmlns:mc="http://schemas.openxmlformats.org/markup-compatibility/2006">
                <mc:Choice xmlns:v="urn:schemas-microsoft-com:vml" Requires="v">
                  <p:oleObj spid="_x0000_s65" name="" r:id="rId38" imgW="114300" imgH="139700" progId="Equation.KSEE3">
                    <p:embed/>
                  </p:oleObj>
                </mc:Choice>
                <mc:Fallback>
                  <p:oleObj name="" r:id="rId38" imgW="114300" imgH="139700" progId="Equation.KSEE3">
                    <p:embed/>
                    <p:pic>
                      <p:nvPicPr>
                        <p:cNvPr id="0" name="图片 1024"/>
                        <p:cNvPicPr/>
                        <p:nvPr/>
                      </p:nvPicPr>
                      <p:blipFill>
                        <a:blip r:embed="rId39"/>
                        <a:stretch>
                          <a:fillRect/>
                        </a:stretch>
                      </p:blipFill>
                      <p:spPr>
                        <a:xfrm>
                          <a:off x="6758" y="6895"/>
                          <a:ext cx="164" cy="202"/>
                        </a:xfrm>
                        <a:prstGeom prst="rect">
                          <a:avLst/>
                        </a:prstGeom>
                      </p:spPr>
                    </p:pic>
                  </p:oleObj>
                </mc:Fallback>
              </mc:AlternateContent>
            </a:graphicData>
          </a:graphic>
        </p:graphicFrame>
        <p:graphicFrame>
          <p:nvGraphicFramePr>
            <p:cNvPr id="66" name="对象 65">
              <a:hlinkClick r:id="" action="ppaction://ole?verb="/>
            </p:cNvPr>
            <p:cNvGraphicFramePr>
              <a:graphicFrameLocks noChangeAspect="1"/>
            </p:cNvGraphicFramePr>
            <p:nvPr/>
          </p:nvGraphicFramePr>
          <p:xfrm>
            <a:off x="8035" y="9315"/>
            <a:ext cx="525" cy="293"/>
          </p:xfrm>
          <a:graphic>
            <a:graphicData uri="http://schemas.openxmlformats.org/presentationml/2006/ole">
              <mc:AlternateContent xmlns:mc="http://schemas.openxmlformats.org/markup-compatibility/2006">
                <mc:Choice xmlns:v="urn:schemas-microsoft-com:vml" Requires="v">
                  <p:oleObj spid="_x0000_s67" name="" r:id="rId40" imgW="368300" imgH="203200" progId="Equation.KSEE3">
                    <p:embed/>
                  </p:oleObj>
                </mc:Choice>
                <mc:Fallback>
                  <p:oleObj name="" r:id="rId40" imgW="368300" imgH="203200" progId="Equation.KSEE3">
                    <p:embed/>
                    <p:pic>
                      <p:nvPicPr>
                        <p:cNvPr id="0" name="图片 1024"/>
                        <p:cNvPicPr/>
                        <p:nvPr/>
                      </p:nvPicPr>
                      <p:blipFill>
                        <a:blip r:embed="rId21"/>
                        <a:stretch>
                          <a:fillRect/>
                        </a:stretch>
                      </p:blipFill>
                      <p:spPr>
                        <a:xfrm>
                          <a:off x="8035" y="9315"/>
                          <a:ext cx="525" cy="293"/>
                        </a:xfrm>
                        <a:prstGeom prst="rect">
                          <a:avLst/>
                        </a:prstGeom>
                      </p:spPr>
                    </p:pic>
                  </p:oleObj>
                </mc:Fallback>
              </mc:AlternateContent>
            </a:graphicData>
          </a:graphic>
        </p:graphicFrame>
        <p:graphicFrame>
          <p:nvGraphicFramePr>
            <p:cNvPr id="68" name="对象 67">
              <a:hlinkClick r:id="" action="ppaction://ole?verb="/>
            </p:cNvPr>
            <p:cNvGraphicFramePr>
              <a:graphicFrameLocks noChangeAspect="1"/>
            </p:cNvGraphicFramePr>
            <p:nvPr/>
          </p:nvGraphicFramePr>
          <p:xfrm>
            <a:off x="8980" y="8365"/>
            <a:ext cx="525" cy="293"/>
          </p:xfrm>
          <a:graphic>
            <a:graphicData uri="http://schemas.openxmlformats.org/presentationml/2006/ole">
              <mc:AlternateContent xmlns:mc="http://schemas.openxmlformats.org/markup-compatibility/2006">
                <mc:Choice xmlns:v="urn:schemas-microsoft-com:vml" Requires="v">
                  <p:oleObj spid="_x0000_s69" name="" r:id="rId41" imgW="368300" imgH="203200" progId="Equation.KSEE3">
                    <p:embed/>
                  </p:oleObj>
                </mc:Choice>
                <mc:Fallback>
                  <p:oleObj name="" r:id="rId41" imgW="368300" imgH="203200" progId="Equation.KSEE3">
                    <p:embed/>
                    <p:pic>
                      <p:nvPicPr>
                        <p:cNvPr id="0" name="图片 1024"/>
                        <p:cNvPicPr/>
                        <p:nvPr/>
                      </p:nvPicPr>
                      <p:blipFill>
                        <a:blip r:embed="rId42"/>
                        <a:stretch>
                          <a:fillRect/>
                        </a:stretch>
                      </p:blipFill>
                      <p:spPr>
                        <a:xfrm>
                          <a:off x="8980" y="8365"/>
                          <a:ext cx="525" cy="293"/>
                        </a:xfrm>
                        <a:prstGeom prst="rect">
                          <a:avLst/>
                        </a:prstGeom>
                      </p:spPr>
                    </p:pic>
                  </p:oleObj>
                </mc:Fallback>
              </mc:AlternateContent>
            </a:graphicData>
          </a:graphic>
        </p:graphicFrame>
        <p:graphicFrame>
          <p:nvGraphicFramePr>
            <p:cNvPr id="70" name="对象 69">
              <a:hlinkClick r:id="" action="ppaction://ole?verb="/>
            </p:cNvPr>
            <p:cNvGraphicFramePr>
              <a:graphicFrameLocks noChangeAspect="1"/>
            </p:cNvGraphicFramePr>
            <p:nvPr/>
          </p:nvGraphicFramePr>
          <p:xfrm>
            <a:off x="7074" y="8365"/>
            <a:ext cx="525" cy="293"/>
          </p:xfrm>
          <a:graphic>
            <a:graphicData uri="http://schemas.openxmlformats.org/presentationml/2006/ole">
              <mc:AlternateContent xmlns:mc="http://schemas.openxmlformats.org/markup-compatibility/2006">
                <mc:Choice xmlns:v="urn:schemas-microsoft-com:vml" Requires="v">
                  <p:oleObj spid="_x0000_s71" name="" r:id="rId43" imgW="368300" imgH="203200" progId="Equation.KSEE3">
                    <p:embed/>
                  </p:oleObj>
                </mc:Choice>
                <mc:Fallback>
                  <p:oleObj name="" r:id="rId43" imgW="368300" imgH="203200" progId="Equation.KSEE3">
                    <p:embed/>
                    <p:pic>
                      <p:nvPicPr>
                        <p:cNvPr id="0" name="图片 1024"/>
                        <p:cNvPicPr/>
                        <p:nvPr/>
                      </p:nvPicPr>
                      <p:blipFill>
                        <a:blip r:embed="rId21"/>
                        <a:stretch>
                          <a:fillRect/>
                        </a:stretch>
                      </p:blipFill>
                      <p:spPr>
                        <a:xfrm>
                          <a:off x="7074" y="8365"/>
                          <a:ext cx="525" cy="293"/>
                        </a:xfrm>
                        <a:prstGeom prst="rect">
                          <a:avLst/>
                        </a:prstGeom>
                      </p:spPr>
                    </p:pic>
                  </p:oleObj>
                </mc:Fallback>
              </mc:AlternateContent>
            </a:graphicData>
          </a:graphic>
        </p:graphicFrame>
        <p:cxnSp>
          <p:nvCxnSpPr>
            <p:cNvPr id="72" name="直接连接符 71"/>
            <p:cNvCxnSpPr/>
            <p:nvPr/>
          </p:nvCxnSpPr>
          <p:spPr>
            <a:xfrm>
              <a:off x="7593" y="7793"/>
              <a:ext cx="1315" cy="0"/>
            </a:xfrm>
            <a:prstGeom prst="line">
              <a:avLst/>
            </a:prstGeom>
          </p:spPr>
          <p:style>
            <a:lnRef idx="2">
              <a:schemeClr val="accent1"/>
            </a:lnRef>
            <a:fillRef idx="0">
              <a:srgbClr val="FFFFFF"/>
            </a:fillRef>
            <a:effectRef idx="0">
              <a:srgbClr val="FFFFFF"/>
            </a:effectRef>
            <a:fontRef idx="minor">
              <a:schemeClr val="tx1"/>
            </a:fontRef>
          </p:style>
        </p:cxnSp>
        <p:cxnSp>
          <p:nvCxnSpPr>
            <p:cNvPr id="73" name="直接连接符 72"/>
            <p:cNvCxnSpPr/>
            <p:nvPr/>
          </p:nvCxnSpPr>
          <p:spPr>
            <a:xfrm flipH="1" flipV="1">
              <a:off x="8903" y="7782"/>
              <a:ext cx="1" cy="1449"/>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74" name="对象 73">
              <a:hlinkClick r:id="" action="ppaction://ole?verb="/>
            </p:cNvPr>
            <p:cNvGraphicFramePr>
              <a:graphicFrameLocks noChangeAspect="1"/>
            </p:cNvGraphicFramePr>
            <p:nvPr/>
          </p:nvGraphicFramePr>
          <p:xfrm>
            <a:off x="7889" y="7391"/>
            <a:ext cx="598" cy="330"/>
          </p:xfrm>
          <a:graphic>
            <a:graphicData uri="http://schemas.openxmlformats.org/presentationml/2006/ole">
              <mc:AlternateContent xmlns:mc="http://schemas.openxmlformats.org/markup-compatibility/2006">
                <mc:Choice xmlns:v="urn:schemas-microsoft-com:vml" Requires="v">
                  <p:oleObj spid="_x0000_s75" name="" r:id="rId44" imgW="419100" imgH="228600" progId="Equation.KSEE3">
                    <p:embed/>
                  </p:oleObj>
                </mc:Choice>
                <mc:Fallback>
                  <p:oleObj name="" r:id="rId44" imgW="419100" imgH="228600" progId="Equation.KSEE3">
                    <p:embed/>
                    <p:pic>
                      <p:nvPicPr>
                        <p:cNvPr id="0" name="图片 1024"/>
                        <p:cNvPicPr/>
                        <p:nvPr/>
                      </p:nvPicPr>
                      <p:blipFill>
                        <a:blip r:embed="rId23"/>
                        <a:stretch>
                          <a:fillRect/>
                        </a:stretch>
                      </p:blipFill>
                      <p:spPr>
                        <a:xfrm>
                          <a:off x="7889" y="7391"/>
                          <a:ext cx="598" cy="330"/>
                        </a:xfrm>
                        <a:prstGeom prst="rect">
                          <a:avLst/>
                        </a:prstGeom>
                      </p:spPr>
                    </p:pic>
                  </p:oleObj>
                </mc:Fallback>
              </mc:AlternateContent>
            </a:graphicData>
          </a:graphic>
        </p:graphicFrame>
        <p:graphicFrame>
          <p:nvGraphicFramePr>
            <p:cNvPr id="95" name="对象 94">
              <a:hlinkClick r:id="" action="ppaction://ole?verb="/>
            </p:cNvPr>
            <p:cNvGraphicFramePr>
              <a:graphicFrameLocks noChangeAspect="1"/>
            </p:cNvGraphicFramePr>
            <p:nvPr/>
          </p:nvGraphicFramePr>
          <p:xfrm>
            <a:off x="7751" y="6904"/>
            <a:ext cx="650" cy="291"/>
          </p:xfrm>
          <a:graphic>
            <a:graphicData uri="http://schemas.openxmlformats.org/presentationml/2006/ole">
              <mc:AlternateContent xmlns:mc="http://schemas.openxmlformats.org/markup-compatibility/2006">
                <mc:Choice xmlns:v="urn:schemas-microsoft-com:vml" Requires="v">
                  <p:oleObj spid="_x0000_s96" name="" r:id="rId45" imgW="457200" imgH="203200" progId="Equation.KSEE3">
                    <p:embed/>
                  </p:oleObj>
                </mc:Choice>
                <mc:Fallback>
                  <p:oleObj name="" r:id="rId45" imgW="457200" imgH="203200" progId="Equation.KSEE3">
                    <p:embed/>
                    <p:pic>
                      <p:nvPicPr>
                        <p:cNvPr id="0" name="图片 1024"/>
                        <p:cNvPicPr/>
                        <p:nvPr/>
                      </p:nvPicPr>
                      <p:blipFill>
                        <a:blip r:embed="rId46"/>
                        <a:stretch>
                          <a:fillRect/>
                        </a:stretch>
                      </p:blipFill>
                      <p:spPr>
                        <a:xfrm>
                          <a:off x="7751" y="6904"/>
                          <a:ext cx="650" cy="291"/>
                        </a:xfrm>
                        <a:prstGeom prst="rect">
                          <a:avLst/>
                        </a:prstGeom>
                      </p:spPr>
                    </p:pic>
                  </p:oleObj>
                </mc:Fallback>
              </mc:AlternateContent>
            </a:graphicData>
          </a:graphic>
        </p:graphicFrame>
        <p:cxnSp>
          <p:nvCxnSpPr>
            <p:cNvPr id="97" name="直接连接符 96"/>
            <p:cNvCxnSpPr/>
            <p:nvPr/>
          </p:nvCxnSpPr>
          <p:spPr>
            <a:xfrm flipH="1" flipV="1">
              <a:off x="7598" y="7786"/>
              <a:ext cx="1" cy="1449"/>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98" name="对象 97">
              <a:hlinkClick r:id="" action="ppaction://ole?verb="/>
            </p:cNvPr>
            <p:cNvGraphicFramePr>
              <a:graphicFrameLocks noChangeAspect="1"/>
            </p:cNvGraphicFramePr>
            <p:nvPr/>
          </p:nvGraphicFramePr>
          <p:xfrm>
            <a:off x="8790" y="9281"/>
            <a:ext cx="304" cy="204"/>
          </p:xfrm>
          <a:graphic>
            <a:graphicData uri="http://schemas.openxmlformats.org/presentationml/2006/ole">
              <mc:AlternateContent xmlns:mc="http://schemas.openxmlformats.org/markup-compatibility/2006">
                <mc:Choice xmlns:v="urn:schemas-microsoft-com:vml" Requires="v">
                  <p:oleObj spid="_x0000_s99" name="" r:id="rId47" imgW="266700" imgH="177165" progId="Equation.KSEE3">
                    <p:embed/>
                  </p:oleObj>
                </mc:Choice>
                <mc:Fallback>
                  <p:oleObj name="" r:id="rId47" imgW="266700" imgH="177165" progId="Equation.KSEE3">
                    <p:embed/>
                    <p:pic>
                      <p:nvPicPr>
                        <p:cNvPr id="0" name="图片 1024"/>
                        <p:cNvPicPr/>
                        <p:nvPr/>
                      </p:nvPicPr>
                      <p:blipFill>
                        <a:blip r:embed="rId48"/>
                        <a:stretch>
                          <a:fillRect/>
                        </a:stretch>
                      </p:blipFill>
                      <p:spPr>
                        <a:xfrm>
                          <a:off x="8790" y="9281"/>
                          <a:ext cx="304" cy="204"/>
                        </a:xfrm>
                        <a:prstGeom prst="rect">
                          <a:avLst/>
                        </a:prstGeom>
                      </p:spPr>
                    </p:pic>
                  </p:oleObj>
                </mc:Fallback>
              </mc:AlternateContent>
            </a:graphicData>
          </a:graphic>
        </p:graphicFrame>
        <p:cxnSp>
          <p:nvCxnSpPr>
            <p:cNvPr id="100" name="直接连接符 99"/>
            <p:cNvCxnSpPr/>
            <p:nvPr/>
          </p:nvCxnSpPr>
          <p:spPr>
            <a:xfrm flipV="1">
              <a:off x="7053" y="7792"/>
              <a:ext cx="537" cy="0"/>
            </a:xfrm>
            <a:prstGeom prst="line">
              <a:avLst/>
            </a:prstGeom>
            <a:ln w="9525">
              <a:prstDash val="dash"/>
            </a:ln>
          </p:spPr>
          <p:style>
            <a:lnRef idx="2">
              <a:schemeClr val="accent1"/>
            </a:lnRef>
            <a:fillRef idx="0">
              <a:srgbClr val="FFFFFF"/>
            </a:fillRef>
            <a:effectRef idx="0">
              <a:srgbClr val="FFFFFF"/>
            </a:effectRef>
            <a:fontRef idx="minor">
              <a:schemeClr val="tx1"/>
            </a:fontRef>
          </p:style>
        </p:cxnSp>
        <p:graphicFrame>
          <p:nvGraphicFramePr>
            <p:cNvPr id="101" name="对象 100">
              <a:hlinkClick r:id="" action="ppaction://ole?verb="/>
            </p:cNvPr>
            <p:cNvGraphicFramePr>
              <a:graphicFrameLocks noChangeAspect="1"/>
            </p:cNvGraphicFramePr>
            <p:nvPr/>
          </p:nvGraphicFramePr>
          <p:xfrm>
            <a:off x="6768" y="7684"/>
            <a:ext cx="145" cy="204"/>
          </p:xfrm>
          <a:graphic>
            <a:graphicData uri="http://schemas.openxmlformats.org/presentationml/2006/ole">
              <mc:AlternateContent xmlns:mc="http://schemas.openxmlformats.org/markup-compatibility/2006">
                <mc:Choice xmlns:v="urn:schemas-microsoft-com:vml" Requires="v">
                  <p:oleObj spid="_x0000_s102" name="" r:id="rId49" imgW="127000" imgH="177165" progId="Equation.KSEE3">
                    <p:embed/>
                  </p:oleObj>
                </mc:Choice>
                <mc:Fallback>
                  <p:oleObj name="" r:id="rId49" imgW="127000" imgH="177165" progId="Equation.KSEE3">
                    <p:embed/>
                    <p:pic>
                      <p:nvPicPr>
                        <p:cNvPr id="0" name="图片 1024"/>
                        <p:cNvPicPr/>
                        <p:nvPr/>
                      </p:nvPicPr>
                      <p:blipFill>
                        <a:blip r:embed="rId50"/>
                        <a:stretch>
                          <a:fillRect/>
                        </a:stretch>
                      </p:blipFill>
                      <p:spPr>
                        <a:xfrm>
                          <a:off x="6768" y="7684"/>
                          <a:ext cx="145" cy="204"/>
                        </a:xfrm>
                        <a:prstGeom prst="rect">
                          <a:avLst/>
                        </a:prstGeom>
                      </p:spPr>
                    </p:pic>
                  </p:oleObj>
                </mc:Fallback>
              </mc:AlternateContent>
            </a:graphicData>
          </a:graphic>
        </p:graphicFrame>
      </p:grpSp>
      <p:grpSp>
        <p:nvGrpSpPr>
          <p:cNvPr id="160" name="组合 159"/>
          <p:cNvGrpSpPr/>
          <p:nvPr/>
        </p:nvGrpSpPr>
        <p:grpSpPr>
          <a:xfrm>
            <a:off x="6153150" y="4845050"/>
            <a:ext cx="1915160" cy="1809750"/>
            <a:chOff x="7109" y="7931"/>
            <a:chExt cx="3016" cy="2850"/>
          </a:xfrm>
        </p:grpSpPr>
        <p:cxnSp>
          <p:nvCxnSpPr>
            <p:cNvPr id="132" name="直接箭头连接符 131"/>
            <p:cNvCxnSpPr/>
            <p:nvPr/>
          </p:nvCxnSpPr>
          <p:spPr>
            <a:xfrm flipH="1" flipV="1">
              <a:off x="7759" y="8018"/>
              <a:ext cx="0" cy="2268"/>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cxnSp>
          <p:nvCxnSpPr>
            <p:cNvPr id="133" name="直接箭头连接符 132"/>
            <p:cNvCxnSpPr/>
            <p:nvPr/>
          </p:nvCxnSpPr>
          <p:spPr>
            <a:xfrm flipV="1">
              <a:off x="7752" y="10293"/>
              <a:ext cx="2268" cy="0"/>
            </a:xfrm>
            <a:prstGeom prst="straightConnector1">
              <a:avLst/>
            </a:prstGeom>
            <a:ln w="12700">
              <a:solidFill>
                <a:schemeClr val="tx1"/>
              </a:solidFill>
              <a:tailEnd type="arrow"/>
            </a:ln>
          </p:spPr>
          <p:style>
            <a:lnRef idx="2">
              <a:schemeClr val="accent1"/>
            </a:lnRef>
            <a:fillRef idx="0">
              <a:srgbClr val="FFFFFF"/>
            </a:fillRef>
            <a:effectRef idx="0">
              <a:srgbClr val="FFFFFF"/>
            </a:effectRef>
            <a:fontRef idx="minor">
              <a:schemeClr val="tx1"/>
            </a:fontRef>
          </p:style>
        </p:cxnSp>
        <p:graphicFrame>
          <p:nvGraphicFramePr>
            <p:cNvPr id="136" name="对象 135">
              <a:hlinkClick r:id="" action="ppaction://ole?verb="/>
            </p:cNvPr>
            <p:cNvGraphicFramePr>
              <a:graphicFrameLocks noChangeAspect="1"/>
            </p:cNvGraphicFramePr>
            <p:nvPr/>
          </p:nvGraphicFramePr>
          <p:xfrm>
            <a:off x="9888" y="10301"/>
            <a:ext cx="237" cy="257"/>
          </p:xfrm>
          <a:graphic>
            <a:graphicData uri="http://schemas.openxmlformats.org/presentationml/2006/ole">
              <mc:AlternateContent xmlns:mc="http://schemas.openxmlformats.org/markup-compatibility/2006">
                <mc:Choice xmlns:v="urn:schemas-microsoft-com:vml" Requires="v">
                  <p:oleObj spid="_x0000_s137" name="" r:id="rId51" imgW="165100" imgH="177165" progId="Equation.KSEE3">
                    <p:embed/>
                  </p:oleObj>
                </mc:Choice>
                <mc:Fallback>
                  <p:oleObj name="" r:id="rId51" imgW="165100" imgH="177165" progId="Equation.KSEE3">
                    <p:embed/>
                    <p:pic>
                      <p:nvPicPr>
                        <p:cNvPr id="0" name="图片 1024"/>
                        <p:cNvPicPr/>
                        <p:nvPr/>
                      </p:nvPicPr>
                      <p:blipFill>
                        <a:blip r:embed="rId52"/>
                        <a:stretch>
                          <a:fillRect/>
                        </a:stretch>
                      </p:blipFill>
                      <p:spPr>
                        <a:xfrm>
                          <a:off x="9888" y="10301"/>
                          <a:ext cx="237" cy="257"/>
                        </a:xfrm>
                        <a:prstGeom prst="rect">
                          <a:avLst/>
                        </a:prstGeom>
                      </p:spPr>
                    </p:pic>
                  </p:oleObj>
                </mc:Fallback>
              </mc:AlternateContent>
            </a:graphicData>
          </a:graphic>
        </p:graphicFrame>
        <p:graphicFrame>
          <p:nvGraphicFramePr>
            <p:cNvPr id="138" name="对象 137">
              <a:hlinkClick r:id="" action="ppaction://ole?verb="/>
            </p:cNvPr>
            <p:cNvGraphicFramePr>
              <a:graphicFrameLocks noChangeAspect="1"/>
            </p:cNvGraphicFramePr>
            <p:nvPr/>
          </p:nvGraphicFramePr>
          <p:xfrm>
            <a:off x="7446" y="7931"/>
            <a:ext cx="187" cy="233"/>
          </p:xfrm>
          <a:graphic>
            <a:graphicData uri="http://schemas.openxmlformats.org/presentationml/2006/ole">
              <mc:AlternateContent xmlns:mc="http://schemas.openxmlformats.org/markup-compatibility/2006">
                <mc:Choice xmlns:v="urn:schemas-microsoft-com:vml" Requires="v">
                  <p:oleObj spid="_x0000_s139" name="" r:id="rId53" imgW="104140" imgH="128270" progId="Equation.KSEE3">
                    <p:embed/>
                  </p:oleObj>
                </mc:Choice>
                <mc:Fallback>
                  <p:oleObj name="" r:id="rId53" imgW="104140" imgH="128270" progId="Equation.KSEE3">
                    <p:embed/>
                    <p:pic>
                      <p:nvPicPr>
                        <p:cNvPr id="0" name="图片 1024"/>
                        <p:cNvPicPr/>
                        <p:nvPr/>
                      </p:nvPicPr>
                      <p:blipFill>
                        <a:blip r:embed="rId54"/>
                        <a:stretch>
                          <a:fillRect/>
                        </a:stretch>
                      </p:blipFill>
                      <p:spPr>
                        <a:xfrm>
                          <a:off x="7446" y="7931"/>
                          <a:ext cx="187" cy="233"/>
                        </a:xfrm>
                        <a:prstGeom prst="rect">
                          <a:avLst/>
                        </a:prstGeom>
                      </p:spPr>
                    </p:pic>
                  </p:oleObj>
                </mc:Fallback>
              </mc:AlternateContent>
            </a:graphicData>
          </a:graphic>
        </p:graphicFrame>
        <p:graphicFrame>
          <p:nvGraphicFramePr>
            <p:cNvPr id="140" name="对象 139">
              <a:hlinkClick r:id="" action="ppaction://ole?verb="/>
            </p:cNvPr>
            <p:cNvGraphicFramePr>
              <a:graphicFrameLocks noChangeAspect="1"/>
            </p:cNvGraphicFramePr>
            <p:nvPr/>
          </p:nvGraphicFramePr>
          <p:xfrm>
            <a:off x="8201" y="10367"/>
            <a:ext cx="525" cy="293"/>
          </p:xfrm>
          <a:graphic>
            <a:graphicData uri="http://schemas.openxmlformats.org/presentationml/2006/ole">
              <mc:AlternateContent xmlns:mc="http://schemas.openxmlformats.org/markup-compatibility/2006">
                <mc:Choice xmlns:v="urn:schemas-microsoft-com:vml" Requires="v">
                  <p:oleObj spid="_x0000_s141" name="" r:id="rId55" imgW="368300" imgH="203200" progId="Equation.KSEE3">
                    <p:embed/>
                  </p:oleObj>
                </mc:Choice>
                <mc:Fallback>
                  <p:oleObj name="" r:id="rId55" imgW="368300" imgH="203200" progId="Equation.KSEE3">
                    <p:embed/>
                    <p:pic>
                      <p:nvPicPr>
                        <p:cNvPr id="0" name="图片 1024"/>
                        <p:cNvPicPr/>
                        <p:nvPr/>
                      </p:nvPicPr>
                      <p:blipFill>
                        <a:blip r:embed="rId21"/>
                        <a:stretch>
                          <a:fillRect/>
                        </a:stretch>
                      </p:blipFill>
                      <p:spPr>
                        <a:xfrm>
                          <a:off x="8201" y="10367"/>
                          <a:ext cx="525" cy="293"/>
                        </a:xfrm>
                        <a:prstGeom prst="rect">
                          <a:avLst/>
                        </a:prstGeom>
                      </p:spPr>
                    </p:pic>
                  </p:oleObj>
                </mc:Fallback>
              </mc:AlternateContent>
            </a:graphicData>
          </a:graphic>
        </p:graphicFrame>
        <p:graphicFrame>
          <p:nvGraphicFramePr>
            <p:cNvPr id="142" name="对象 141">
              <a:hlinkClick r:id="" action="ppaction://ole?verb="/>
            </p:cNvPr>
            <p:cNvGraphicFramePr>
              <a:graphicFrameLocks noChangeAspect="1"/>
            </p:cNvGraphicFramePr>
            <p:nvPr/>
          </p:nvGraphicFramePr>
          <p:xfrm>
            <a:off x="9123" y="9428"/>
            <a:ext cx="525" cy="293"/>
          </p:xfrm>
          <a:graphic>
            <a:graphicData uri="http://schemas.openxmlformats.org/presentationml/2006/ole">
              <mc:AlternateContent xmlns:mc="http://schemas.openxmlformats.org/markup-compatibility/2006">
                <mc:Choice xmlns:v="urn:schemas-microsoft-com:vml" Requires="v">
                  <p:oleObj spid="_x0000_s143" name="" r:id="rId56" imgW="368300" imgH="203200" progId="Equation.KSEE3">
                    <p:embed/>
                  </p:oleObj>
                </mc:Choice>
                <mc:Fallback>
                  <p:oleObj name="" r:id="rId56" imgW="368300" imgH="203200" progId="Equation.KSEE3">
                    <p:embed/>
                    <p:pic>
                      <p:nvPicPr>
                        <p:cNvPr id="0" name="图片 1024"/>
                        <p:cNvPicPr/>
                        <p:nvPr/>
                      </p:nvPicPr>
                      <p:blipFill>
                        <a:blip r:embed="rId42"/>
                        <a:stretch>
                          <a:fillRect/>
                        </a:stretch>
                      </p:blipFill>
                      <p:spPr>
                        <a:xfrm>
                          <a:off x="9123" y="9428"/>
                          <a:ext cx="525" cy="293"/>
                        </a:xfrm>
                        <a:prstGeom prst="rect">
                          <a:avLst/>
                        </a:prstGeom>
                      </p:spPr>
                    </p:pic>
                  </p:oleObj>
                </mc:Fallback>
              </mc:AlternateContent>
            </a:graphicData>
          </a:graphic>
        </p:graphicFrame>
        <p:cxnSp>
          <p:nvCxnSpPr>
            <p:cNvPr id="146" name="直接连接符 145"/>
            <p:cNvCxnSpPr/>
            <p:nvPr/>
          </p:nvCxnSpPr>
          <p:spPr>
            <a:xfrm>
              <a:off x="7759" y="8845"/>
              <a:ext cx="1315" cy="0"/>
            </a:xfrm>
            <a:prstGeom prst="line">
              <a:avLst/>
            </a:prstGeom>
          </p:spPr>
          <p:style>
            <a:lnRef idx="2">
              <a:schemeClr val="accent1"/>
            </a:lnRef>
            <a:fillRef idx="0">
              <a:srgbClr val="FFFFFF"/>
            </a:fillRef>
            <a:effectRef idx="0">
              <a:srgbClr val="FFFFFF"/>
            </a:effectRef>
            <a:fontRef idx="minor">
              <a:schemeClr val="tx1"/>
            </a:fontRef>
          </p:style>
        </p:cxnSp>
        <p:cxnSp>
          <p:nvCxnSpPr>
            <p:cNvPr id="147" name="直接连接符 146"/>
            <p:cNvCxnSpPr/>
            <p:nvPr/>
          </p:nvCxnSpPr>
          <p:spPr>
            <a:xfrm flipH="1" flipV="1">
              <a:off x="9069" y="8834"/>
              <a:ext cx="1" cy="1449"/>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148" name="对象 147">
              <a:hlinkClick r:id="" action="ppaction://ole?verb="/>
            </p:cNvPr>
            <p:cNvGraphicFramePr>
              <a:graphicFrameLocks noChangeAspect="1"/>
            </p:cNvGraphicFramePr>
            <p:nvPr/>
          </p:nvGraphicFramePr>
          <p:xfrm>
            <a:off x="8055" y="8443"/>
            <a:ext cx="598" cy="330"/>
          </p:xfrm>
          <a:graphic>
            <a:graphicData uri="http://schemas.openxmlformats.org/presentationml/2006/ole">
              <mc:AlternateContent xmlns:mc="http://schemas.openxmlformats.org/markup-compatibility/2006">
                <mc:Choice xmlns:v="urn:schemas-microsoft-com:vml" Requires="v">
                  <p:oleObj spid="_x0000_s149" name="" r:id="rId57" imgW="419100" imgH="228600" progId="Equation.KSEE3">
                    <p:embed/>
                  </p:oleObj>
                </mc:Choice>
                <mc:Fallback>
                  <p:oleObj name="" r:id="rId57" imgW="419100" imgH="228600" progId="Equation.KSEE3">
                    <p:embed/>
                    <p:pic>
                      <p:nvPicPr>
                        <p:cNvPr id="0" name="图片 1024"/>
                        <p:cNvPicPr/>
                        <p:nvPr/>
                      </p:nvPicPr>
                      <p:blipFill>
                        <a:blip r:embed="rId23"/>
                        <a:stretch>
                          <a:fillRect/>
                        </a:stretch>
                      </p:blipFill>
                      <p:spPr>
                        <a:xfrm>
                          <a:off x="8055" y="8443"/>
                          <a:ext cx="598" cy="330"/>
                        </a:xfrm>
                        <a:prstGeom prst="rect">
                          <a:avLst/>
                        </a:prstGeom>
                      </p:spPr>
                    </p:pic>
                  </p:oleObj>
                </mc:Fallback>
              </mc:AlternateContent>
            </a:graphicData>
          </a:graphic>
        </p:graphicFrame>
        <p:graphicFrame>
          <p:nvGraphicFramePr>
            <p:cNvPr id="150" name="对象 149">
              <a:hlinkClick r:id="" action="ppaction://ole?verb="/>
            </p:cNvPr>
            <p:cNvGraphicFramePr>
              <a:graphicFrameLocks noChangeAspect="1"/>
            </p:cNvGraphicFramePr>
            <p:nvPr/>
          </p:nvGraphicFramePr>
          <p:xfrm>
            <a:off x="8436" y="7967"/>
            <a:ext cx="706" cy="292"/>
          </p:xfrm>
          <a:graphic>
            <a:graphicData uri="http://schemas.openxmlformats.org/presentationml/2006/ole">
              <mc:AlternateContent xmlns:mc="http://schemas.openxmlformats.org/markup-compatibility/2006">
                <mc:Choice xmlns:v="urn:schemas-microsoft-com:vml" Requires="v">
                  <p:oleObj spid="_x0000_s151" name="" r:id="rId58" imgW="495300" imgH="203200" progId="Equation.KSEE3">
                    <p:embed/>
                  </p:oleObj>
                </mc:Choice>
                <mc:Fallback>
                  <p:oleObj name="" r:id="rId58" imgW="495300" imgH="203200" progId="Equation.KSEE3">
                    <p:embed/>
                    <p:pic>
                      <p:nvPicPr>
                        <p:cNvPr id="0" name="图片 1024"/>
                        <p:cNvPicPr/>
                        <p:nvPr/>
                      </p:nvPicPr>
                      <p:blipFill>
                        <a:blip r:embed="rId59"/>
                        <a:stretch>
                          <a:fillRect/>
                        </a:stretch>
                      </p:blipFill>
                      <p:spPr>
                        <a:xfrm>
                          <a:off x="8436" y="7967"/>
                          <a:ext cx="706" cy="292"/>
                        </a:xfrm>
                        <a:prstGeom prst="rect">
                          <a:avLst/>
                        </a:prstGeom>
                      </p:spPr>
                    </p:pic>
                  </p:oleObj>
                </mc:Fallback>
              </mc:AlternateContent>
            </a:graphicData>
          </a:graphic>
        </p:graphicFrame>
        <p:graphicFrame>
          <p:nvGraphicFramePr>
            <p:cNvPr id="153" name="对象 152">
              <a:hlinkClick r:id="" action="ppaction://ole?verb="/>
            </p:cNvPr>
            <p:cNvGraphicFramePr>
              <a:graphicFrameLocks noChangeAspect="1"/>
            </p:cNvGraphicFramePr>
            <p:nvPr/>
          </p:nvGraphicFramePr>
          <p:xfrm>
            <a:off x="8880" y="10343"/>
            <a:ext cx="419" cy="438"/>
          </p:xfrm>
          <a:graphic>
            <a:graphicData uri="http://schemas.openxmlformats.org/presentationml/2006/ole">
              <mc:AlternateContent xmlns:mc="http://schemas.openxmlformats.org/markup-compatibility/2006">
                <mc:Choice xmlns:v="urn:schemas-microsoft-com:vml" Requires="v">
                  <p:oleObj spid="_x0000_s154" name="" r:id="rId60" imgW="419100" imgH="431800" progId="Equation.KSEE3">
                    <p:embed/>
                  </p:oleObj>
                </mc:Choice>
                <mc:Fallback>
                  <p:oleObj name="" r:id="rId60" imgW="419100" imgH="431800" progId="Equation.KSEE3">
                    <p:embed/>
                    <p:pic>
                      <p:nvPicPr>
                        <p:cNvPr id="0" name="图片 1024"/>
                        <p:cNvPicPr/>
                        <p:nvPr/>
                      </p:nvPicPr>
                      <p:blipFill>
                        <a:blip r:embed="rId61"/>
                        <a:stretch>
                          <a:fillRect/>
                        </a:stretch>
                      </p:blipFill>
                      <p:spPr>
                        <a:xfrm>
                          <a:off x="8880" y="10343"/>
                          <a:ext cx="419" cy="438"/>
                        </a:xfrm>
                        <a:prstGeom prst="rect">
                          <a:avLst/>
                        </a:prstGeom>
                      </p:spPr>
                    </p:pic>
                  </p:oleObj>
                </mc:Fallback>
              </mc:AlternateContent>
            </a:graphicData>
          </a:graphic>
        </p:graphicFrame>
        <p:graphicFrame>
          <p:nvGraphicFramePr>
            <p:cNvPr id="156" name="对象 155">
              <a:hlinkClick r:id="" action="ppaction://ole?verb="/>
            </p:cNvPr>
            <p:cNvGraphicFramePr>
              <a:graphicFrameLocks noChangeAspect="1"/>
            </p:cNvGraphicFramePr>
            <p:nvPr/>
          </p:nvGraphicFramePr>
          <p:xfrm>
            <a:off x="7480" y="8747"/>
            <a:ext cx="145" cy="204"/>
          </p:xfrm>
          <a:graphic>
            <a:graphicData uri="http://schemas.openxmlformats.org/presentationml/2006/ole">
              <mc:AlternateContent xmlns:mc="http://schemas.openxmlformats.org/markup-compatibility/2006">
                <mc:Choice xmlns:v="urn:schemas-microsoft-com:vml" Requires="v">
                  <p:oleObj spid="_x0000_s157" name="" r:id="rId62" imgW="127000" imgH="177165" progId="Equation.KSEE3">
                    <p:embed/>
                  </p:oleObj>
                </mc:Choice>
                <mc:Fallback>
                  <p:oleObj name="" r:id="rId62" imgW="127000" imgH="177165" progId="Equation.KSEE3">
                    <p:embed/>
                    <p:pic>
                      <p:nvPicPr>
                        <p:cNvPr id="0" name="图片 1024"/>
                        <p:cNvPicPr/>
                        <p:nvPr/>
                      </p:nvPicPr>
                      <p:blipFill>
                        <a:blip r:embed="rId50"/>
                        <a:stretch>
                          <a:fillRect/>
                        </a:stretch>
                      </p:blipFill>
                      <p:spPr>
                        <a:xfrm>
                          <a:off x="7480" y="8747"/>
                          <a:ext cx="145" cy="204"/>
                        </a:xfrm>
                        <a:prstGeom prst="rect">
                          <a:avLst/>
                        </a:prstGeom>
                      </p:spPr>
                    </p:pic>
                  </p:oleObj>
                </mc:Fallback>
              </mc:AlternateContent>
            </a:graphicData>
          </a:graphic>
        </p:graphicFrame>
        <p:graphicFrame>
          <p:nvGraphicFramePr>
            <p:cNvPr id="158" name="对象 157">
              <a:hlinkClick r:id="" action="ppaction://ole?verb="/>
            </p:cNvPr>
            <p:cNvGraphicFramePr>
              <a:graphicFrameLocks noChangeAspect="1"/>
            </p:cNvGraphicFramePr>
            <p:nvPr/>
          </p:nvGraphicFramePr>
          <p:xfrm>
            <a:off x="7109" y="9428"/>
            <a:ext cx="525" cy="293"/>
          </p:xfrm>
          <a:graphic>
            <a:graphicData uri="http://schemas.openxmlformats.org/presentationml/2006/ole">
              <mc:AlternateContent xmlns:mc="http://schemas.openxmlformats.org/markup-compatibility/2006">
                <mc:Choice xmlns:v="urn:schemas-microsoft-com:vml" Requires="v">
                  <p:oleObj spid="_x0000_s159" name="" r:id="rId63" imgW="368300" imgH="203200" progId="Equation.KSEE3">
                    <p:embed/>
                  </p:oleObj>
                </mc:Choice>
                <mc:Fallback>
                  <p:oleObj name="" r:id="rId63" imgW="368300" imgH="203200" progId="Equation.KSEE3">
                    <p:embed/>
                    <p:pic>
                      <p:nvPicPr>
                        <p:cNvPr id="0" name="图片 1024"/>
                        <p:cNvPicPr/>
                        <p:nvPr/>
                      </p:nvPicPr>
                      <p:blipFill>
                        <a:blip r:embed="rId21"/>
                        <a:stretch>
                          <a:fillRect/>
                        </a:stretch>
                      </p:blipFill>
                      <p:spPr>
                        <a:xfrm>
                          <a:off x="7109" y="9428"/>
                          <a:ext cx="525" cy="293"/>
                        </a:xfrm>
                        <a:prstGeom prst="rect">
                          <a:avLst/>
                        </a:prstGeom>
                      </p:spPr>
                    </p:pic>
                  </p:oleObj>
                </mc:Fallback>
              </mc:AlternateContent>
            </a:graphicData>
          </a:graphic>
        </p:graphicFrame>
      </p:grpSp>
      <p:graphicFrame>
        <p:nvGraphicFramePr>
          <p:cNvPr id="161" name="对象 160">
            <a:hlinkClick r:id="" action="ppaction://ole?verb="/>
          </p:cNvPr>
          <p:cNvGraphicFramePr>
            <a:graphicFrameLocks noChangeAspect="1"/>
          </p:cNvGraphicFramePr>
          <p:nvPr/>
        </p:nvGraphicFramePr>
        <p:xfrm>
          <a:off x="521018" y="2146300"/>
          <a:ext cx="5146040" cy="409575"/>
        </p:xfrm>
        <a:graphic>
          <a:graphicData uri="http://schemas.openxmlformats.org/presentationml/2006/ole">
            <mc:AlternateContent xmlns:mc="http://schemas.openxmlformats.org/markup-compatibility/2006">
              <mc:Choice xmlns:v="urn:schemas-microsoft-com:vml" Requires="v">
                <p:oleObj spid="_x0000_s162" name="" r:id="rId64" imgW="5854700" imgH="457200" progId="Equation.KSEE3">
                  <p:embed/>
                </p:oleObj>
              </mc:Choice>
              <mc:Fallback>
                <p:oleObj name="" r:id="rId64" imgW="5854700" imgH="457200" progId="Equation.KSEE3">
                  <p:embed/>
                  <p:pic>
                    <p:nvPicPr>
                      <p:cNvPr id="0" name="图片 1024"/>
                      <p:cNvPicPr/>
                      <p:nvPr/>
                    </p:nvPicPr>
                    <p:blipFill>
                      <a:blip r:embed="rId65"/>
                      <a:stretch>
                        <a:fillRect/>
                      </a:stretch>
                    </p:blipFill>
                    <p:spPr>
                      <a:xfrm>
                        <a:off x="521018" y="2146300"/>
                        <a:ext cx="5146040" cy="409575"/>
                      </a:xfrm>
                      <a:prstGeom prst="rect">
                        <a:avLst/>
                      </a:prstGeom>
                    </p:spPr>
                  </p:pic>
                </p:oleObj>
              </mc:Fallback>
            </mc:AlternateContent>
          </a:graphicData>
        </a:graphic>
      </p:graphicFrame>
      <p:sp>
        <p:nvSpPr>
          <p:cNvPr id="165" name="文本框 164"/>
          <p:cNvSpPr txBox="1"/>
          <p:nvPr/>
        </p:nvSpPr>
        <p:spPr>
          <a:xfrm>
            <a:off x="407670" y="1694180"/>
            <a:ext cx="3046095" cy="398780"/>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endParaRPr lang="zh-CN" altLang="en-US" sz="1000">
              <a:solidFill>
                <a:schemeClr val="tx1"/>
              </a:solidFill>
              <a:latin typeface="微软雅黑" panose="020B0503020204020204" charset="-122"/>
              <a:ea typeface="微软雅黑" panose="020B0503020204020204" charset="-122"/>
            </a:endParaRPr>
          </a:p>
          <a:p>
            <a:r>
              <a:rPr lang="en-US" altLang="zh-CN" sz="1000">
                <a:solidFill>
                  <a:srgbClr val="FF0000"/>
                </a:solidFill>
                <a:latin typeface="微软雅黑" panose="020B0503020204020204" charset="-122"/>
                <a:ea typeface="微软雅黑" panose="020B0503020204020204" charset="-122"/>
              </a:rPr>
              <a:t>① </a:t>
            </a:r>
            <a:r>
              <a:rPr lang="zh-CN" altLang="en-US" sz="1000">
                <a:solidFill>
                  <a:srgbClr val="FF0000"/>
                </a:solidFill>
                <a:sym typeface="+mn-ea"/>
              </a:rPr>
              <a:t>选择解析函数将原区域映射为简单</a:t>
            </a:r>
            <a:r>
              <a:rPr lang="zh-CN" altLang="en-US" sz="1000">
                <a:solidFill>
                  <a:srgbClr val="FF0000"/>
                </a:solidFill>
                <a:sym typeface="+mn-ea"/>
              </a:rPr>
              <a:t>区域</a:t>
            </a:r>
            <a:endParaRPr lang="zh-CN" altLang="en-US" sz="1000">
              <a:solidFill>
                <a:srgbClr val="FF0000"/>
              </a:solidFill>
              <a:sym typeface="+mn-ea"/>
            </a:endParaRPr>
          </a:p>
        </p:txBody>
      </p:sp>
      <p:sp>
        <p:nvSpPr>
          <p:cNvPr id="166" name="文本框 165"/>
          <p:cNvSpPr txBox="1"/>
          <p:nvPr/>
        </p:nvSpPr>
        <p:spPr>
          <a:xfrm>
            <a:off x="407670" y="2638425"/>
            <a:ext cx="3322320" cy="245110"/>
          </a:xfrm>
          <a:prstGeom prst="rect">
            <a:avLst/>
          </a:prstGeom>
          <a:noFill/>
        </p:spPr>
        <p:txBody>
          <a:bodyPr wrap="square" rtlCol="0">
            <a:spAutoFit/>
          </a:bodyPr>
          <a:p>
            <a:r>
              <a:rPr lang="en-US" altLang="zh-CN" sz="1000">
                <a:solidFill>
                  <a:srgbClr val="FF0000"/>
                </a:solidFill>
                <a:latin typeface="微软雅黑" panose="020B0503020204020204" charset="-122"/>
                <a:ea typeface="微软雅黑" panose="020B0503020204020204" charset="-122"/>
              </a:rPr>
              <a:t>② </a:t>
            </a:r>
            <a:r>
              <a:rPr lang="zh-CN" altLang="en-US" sz="1000">
                <a:solidFill>
                  <a:srgbClr val="FF0000"/>
                </a:solidFill>
                <a:sym typeface="+mn-ea"/>
              </a:rPr>
              <a:t>在简单区域中求解</a:t>
            </a:r>
            <a:r>
              <a:rPr lang="zh-CN" altLang="en-US" sz="1000">
                <a:solidFill>
                  <a:srgbClr val="FF0000"/>
                </a:solidFill>
                <a:sym typeface="+mn-ea"/>
              </a:rPr>
              <a:t>方程</a:t>
            </a:r>
            <a:endParaRPr lang="zh-CN" altLang="en-US" sz="1000">
              <a:solidFill>
                <a:srgbClr val="FF0000"/>
              </a:solidFill>
              <a:sym typeface="+mn-ea"/>
            </a:endParaRPr>
          </a:p>
        </p:txBody>
      </p:sp>
      <p:graphicFrame>
        <p:nvGraphicFramePr>
          <p:cNvPr id="167" name="对象 166">
            <a:hlinkClick r:id="" action="ppaction://ole?verb="/>
          </p:cNvPr>
          <p:cNvGraphicFramePr>
            <a:graphicFrameLocks noChangeAspect="1"/>
          </p:cNvGraphicFramePr>
          <p:nvPr/>
        </p:nvGraphicFramePr>
        <p:xfrm>
          <a:off x="513080" y="2876868"/>
          <a:ext cx="5170805" cy="1435100"/>
        </p:xfrm>
        <a:graphic>
          <a:graphicData uri="http://schemas.openxmlformats.org/presentationml/2006/ole">
            <mc:AlternateContent xmlns:mc="http://schemas.openxmlformats.org/markup-compatibility/2006">
              <mc:Choice xmlns:v="urn:schemas-microsoft-com:vml" Requires="v">
                <p:oleObj spid="_x0000_s168" name="" r:id="rId66" imgW="5880100" imgH="1600200" progId="Equation.KSEE3">
                  <p:embed/>
                </p:oleObj>
              </mc:Choice>
              <mc:Fallback>
                <p:oleObj name="" r:id="rId66" imgW="5880100" imgH="1600200" progId="Equation.KSEE3">
                  <p:embed/>
                  <p:pic>
                    <p:nvPicPr>
                      <p:cNvPr id="0" name="图片 1024"/>
                      <p:cNvPicPr/>
                      <p:nvPr/>
                    </p:nvPicPr>
                    <p:blipFill>
                      <a:blip r:embed="rId67"/>
                      <a:stretch>
                        <a:fillRect/>
                      </a:stretch>
                    </p:blipFill>
                    <p:spPr>
                      <a:xfrm>
                        <a:off x="513080" y="2876868"/>
                        <a:ext cx="5170805" cy="1435100"/>
                      </a:xfrm>
                      <a:prstGeom prst="rect">
                        <a:avLst/>
                      </a:prstGeom>
                    </p:spPr>
                  </p:pic>
                </p:oleObj>
              </mc:Fallback>
            </mc:AlternateContent>
          </a:graphicData>
        </a:graphic>
      </p:graphicFrame>
      <p:sp>
        <p:nvSpPr>
          <p:cNvPr id="170" name="文本框 169"/>
          <p:cNvSpPr txBox="1"/>
          <p:nvPr/>
        </p:nvSpPr>
        <p:spPr>
          <a:xfrm>
            <a:off x="445135" y="4483735"/>
            <a:ext cx="3008630" cy="245110"/>
          </a:xfrm>
          <a:prstGeom prst="rect">
            <a:avLst/>
          </a:prstGeom>
          <a:noFill/>
        </p:spPr>
        <p:txBody>
          <a:bodyPr wrap="square" rtlCol="0">
            <a:spAutoFit/>
          </a:bodyPr>
          <a:p>
            <a:pPr algn="l">
              <a:buClrTx/>
              <a:buSzTx/>
              <a:buFontTx/>
            </a:pPr>
            <a:r>
              <a:rPr lang="en-US" altLang="zh-CN" sz="1000">
                <a:solidFill>
                  <a:srgbClr val="FF0000"/>
                </a:solidFill>
                <a:latin typeface="微软雅黑" panose="020B0503020204020204" charset="-122"/>
                <a:ea typeface="微软雅黑" panose="020B0503020204020204" charset="-122"/>
              </a:rPr>
              <a:t>③ </a:t>
            </a:r>
            <a:r>
              <a:rPr lang="zh-CN" altLang="en-US" sz="1000">
                <a:solidFill>
                  <a:srgbClr val="FF0000"/>
                </a:solidFill>
                <a:sym typeface="+mn-ea"/>
              </a:rPr>
              <a:t>将结</a:t>
            </a:r>
            <a:r>
              <a:rPr lang="zh-CN" altLang="en-US" sz="1000">
                <a:solidFill>
                  <a:srgbClr val="FF0000"/>
                </a:solidFill>
              </a:rPr>
              <a:t>果</a:t>
            </a:r>
            <a:r>
              <a:rPr lang="zh-CN" altLang="en-US" sz="1000">
                <a:solidFill>
                  <a:srgbClr val="FF0000"/>
                </a:solidFill>
                <a:sym typeface="+mn-ea"/>
              </a:rPr>
              <a:t>逆变换回原空间，</a:t>
            </a:r>
            <a:r>
              <a:rPr lang="zh-CN" altLang="en-US" sz="1000">
                <a:solidFill>
                  <a:srgbClr val="FF0000"/>
                </a:solidFill>
                <a:sym typeface="+mn-ea"/>
              </a:rPr>
              <a:t>从而得到原问题的解</a:t>
            </a:r>
            <a:endParaRPr lang="zh-CN" altLang="en-US" sz="1000">
              <a:solidFill>
                <a:srgbClr val="FF0000"/>
              </a:solidFill>
              <a:sym typeface="+mn-ea"/>
            </a:endParaRPr>
          </a:p>
        </p:txBody>
      </p:sp>
      <p:graphicFrame>
        <p:nvGraphicFramePr>
          <p:cNvPr id="171" name="对象 170">
            <a:hlinkClick r:id="" action="ppaction://ole?verb="/>
          </p:cNvPr>
          <p:cNvGraphicFramePr>
            <a:graphicFrameLocks noChangeAspect="1"/>
          </p:cNvGraphicFramePr>
          <p:nvPr/>
        </p:nvGraphicFramePr>
        <p:xfrm>
          <a:off x="546100" y="4757738"/>
          <a:ext cx="5428615" cy="1663700"/>
        </p:xfrm>
        <a:graphic>
          <a:graphicData uri="http://schemas.openxmlformats.org/presentationml/2006/ole">
            <mc:AlternateContent xmlns:mc="http://schemas.openxmlformats.org/markup-compatibility/2006">
              <mc:Choice xmlns:v="urn:schemas-microsoft-com:vml" Requires="v">
                <p:oleObj spid="_x0000_s172" name="" r:id="rId68" imgW="6172200" imgH="1854200" progId="Equation.KSEE3">
                  <p:embed/>
                </p:oleObj>
              </mc:Choice>
              <mc:Fallback>
                <p:oleObj name="" r:id="rId68" imgW="6172200" imgH="1854200" progId="Equation.KSEE3">
                  <p:embed/>
                  <p:pic>
                    <p:nvPicPr>
                      <p:cNvPr id="0" name="图片 1024"/>
                      <p:cNvPicPr/>
                      <p:nvPr/>
                    </p:nvPicPr>
                    <p:blipFill>
                      <a:blip r:embed="rId69"/>
                      <a:stretch>
                        <a:fillRect/>
                      </a:stretch>
                    </p:blipFill>
                    <p:spPr>
                      <a:xfrm>
                        <a:off x="546100" y="4757738"/>
                        <a:ext cx="5428615" cy="1663700"/>
                      </a:xfrm>
                      <a:prstGeom prst="rect">
                        <a:avLst/>
                      </a:prstGeom>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78367" y="138876"/>
            <a:ext cx="2214880" cy="398780"/>
          </a:xfrm>
          <a:prstGeom prst="rect">
            <a:avLst/>
          </a:prstGeom>
          <a:noFill/>
        </p:spPr>
        <p:txBody>
          <a:bodyPr wrap="none" rtlCol="0">
            <a:spAutoFit/>
          </a:bodyPr>
          <a:lstStyle/>
          <a:p>
            <a:pPr algn="l"/>
            <a:r>
              <a:rPr lang="zh-CN" altLang="en-US" sz="2000" dirty="0"/>
              <a:t>二、静电场</a:t>
            </a:r>
            <a:r>
              <a:rPr lang="en-US" altLang="zh-CN" sz="2000" dirty="0"/>
              <a:t>—</a:t>
            </a:r>
            <a:r>
              <a:rPr lang="zh-CN" altLang="en-US" sz="2000" dirty="0"/>
              <a:t>其他</a:t>
            </a:r>
            <a:endParaRPr lang="zh-CN" altLang="en-US" sz="2000" dirty="0"/>
          </a:p>
        </p:txBody>
      </p:sp>
      <p:graphicFrame>
        <p:nvGraphicFramePr>
          <p:cNvPr id="36" name="对象 35">
            <a:hlinkClick r:id="" action="ppaction://ole?verb="/>
          </p:cNvPr>
          <p:cNvGraphicFramePr>
            <a:graphicFrameLocks noChangeAspect="1"/>
          </p:cNvGraphicFramePr>
          <p:nvPr/>
        </p:nvGraphicFramePr>
        <p:xfrm>
          <a:off x="927735" y="1066165"/>
          <a:ext cx="2048510" cy="521335"/>
        </p:xfrm>
        <a:graphic>
          <a:graphicData uri="http://schemas.openxmlformats.org/presentationml/2006/ole">
            <mc:AlternateContent xmlns:mc="http://schemas.openxmlformats.org/markup-compatibility/2006">
              <mc:Choice xmlns:v="urn:schemas-microsoft-com:vml" Requires="v">
                <p:oleObj spid="_x0000_s37" name="" r:id="rId1" imgW="1777365" imgH="444500" progId="Equation.KSEE3">
                  <p:embed/>
                </p:oleObj>
              </mc:Choice>
              <mc:Fallback>
                <p:oleObj name="" r:id="rId1" imgW="1777365" imgH="444500" progId="Equation.KSEE3">
                  <p:embed/>
                  <p:pic>
                    <p:nvPicPr>
                      <p:cNvPr id="0" name="图片 1024"/>
                      <p:cNvPicPr/>
                      <p:nvPr/>
                    </p:nvPicPr>
                    <p:blipFill>
                      <a:blip r:embed="rId2"/>
                      <a:stretch>
                        <a:fillRect/>
                      </a:stretch>
                    </p:blipFill>
                    <p:spPr>
                      <a:xfrm>
                        <a:off x="927735" y="1066165"/>
                        <a:ext cx="2048510" cy="521335"/>
                      </a:xfrm>
                      <a:prstGeom prst="rect">
                        <a:avLst/>
                      </a:prstGeom>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927418" y="1870393"/>
          <a:ext cx="790575" cy="238760"/>
        </p:xfrm>
        <a:graphic>
          <a:graphicData uri="http://schemas.openxmlformats.org/presentationml/2006/ole">
            <mc:AlternateContent xmlns:mc="http://schemas.openxmlformats.org/markup-compatibility/2006">
              <mc:Choice xmlns:v="urn:schemas-microsoft-com:vml" Requires="v">
                <p:oleObj spid="_x0000_s6" name="" r:id="rId3" imgW="685800" imgH="203200" progId="Equation.KSEE3">
                  <p:embed/>
                </p:oleObj>
              </mc:Choice>
              <mc:Fallback>
                <p:oleObj name="" r:id="rId3" imgW="685800" imgH="203200" progId="Equation.KSEE3">
                  <p:embed/>
                  <p:pic>
                    <p:nvPicPr>
                      <p:cNvPr id="0" name="图片 1024"/>
                      <p:cNvPicPr/>
                      <p:nvPr/>
                    </p:nvPicPr>
                    <p:blipFill>
                      <a:blip r:embed="rId4"/>
                      <a:stretch>
                        <a:fillRect/>
                      </a:stretch>
                    </p:blipFill>
                    <p:spPr>
                      <a:xfrm>
                        <a:off x="927418" y="1870393"/>
                        <a:ext cx="790575" cy="238760"/>
                      </a:xfrm>
                      <a:prstGeom prst="rect">
                        <a:avLst/>
                      </a:prstGeom>
                    </p:spPr>
                  </p:pic>
                </p:oleObj>
              </mc:Fallback>
            </mc:AlternateContent>
          </a:graphicData>
        </a:graphic>
      </p:graphicFrame>
      <p:pic>
        <p:nvPicPr>
          <p:cNvPr id="12" name="图片 11"/>
          <p:cNvPicPr>
            <a:picLocks noChangeAspect="1"/>
          </p:cNvPicPr>
          <p:nvPr/>
        </p:nvPicPr>
        <p:blipFill>
          <a:blip r:embed="rId5"/>
          <a:stretch>
            <a:fillRect/>
          </a:stretch>
        </p:blipFill>
        <p:spPr>
          <a:xfrm rot="60000">
            <a:off x="8013065" y="1252220"/>
            <a:ext cx="2275205" cy="2021205"/>
          </a:xfrm>
          <a:prstGeom prst="rect">
            <a:avLst/>
          </a:prstGeom>
        </p:spPr>
      </p:pic>
      <p:graphicFrame>
        <p:nvGraphicFramePr>
          <p:cNvPr id="13" name="对象 12">
            <a:hlinkClick r:id="" action="ppaction://ole?verb="/>
          </p:cNvPr>
          <p:cNvGraphicFramePr>
            <a:graphicFrameLocks noChangeAspect="1"/>
          </p:cNvGraphicFramePr>
          <p:nvPr/>
        </p:nvGraphicFramePr>
        <p:xfrm>
          <a:off x="1069340" y="2181860"/>
          <a:ext cx="6447155" cy="1278255"/>
        </p:xfrm>
        <a:graphic>
          <a:graphicData uri="http://schemas.openxmlformats.org/presentationml/2006/ole">
            <mc:AlternateContent xmlns:mc="http://schemas.openxmlformats.org/markup-compatibility/2006">
              <mc:Choice xmlns:v="urn:schemas-microsoft-com:vml" Requires="v">
                <p:oleObj spid="_x0000_s14" name="" r:id="rId6" imgW="6858000" imgH="1333500" progId="Equation.KSEE3">
                  <p:embed/>
                </p:oleObj>
              </mc:Choice>
              <mc:Fallback>
                <p:oleObj name="" r:id="rId6" imgW="6858000" imgH="1333500" progId="Equation.KSEE3">
                  <p:embed/>
                  <p:pic>
                    <p:nvPicPr>
                      <p:cNvPr id="0" name="图片 1024"/>
                      <p:cNvPicPr/>
                      <p:nvPr/>
                    </p:nvPicPr>
                    <p:blipFill>
                      <a:blip r:embed="rId7"/>
                      <a:stretch>
                        <a:fillRect/>
                      </a:stretch>
                    </p:blipFill>
                    <p:spPr>
                      <a:xfrm>
                        <a:off x="1069340" y="2181860"/>
                        <a:ext cx="6447155" cy="1278255"/>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927418" y="3734753"/>
          <a:ext cx="454025" cy="238760"/>
        </p:xfrm>
        <a:graphic>
          <a:graphicData uri="http://schemas.openxmlformats.org/presentationml/2006/ole">
            <mc:AlternateContent xmlns:mc="http://schemas.openxmlformats.org/markup-compatibility/2006">
              <mc:Choice xmlns:v="urn:schemas-microsoft-com:vml" Requires="v">
                <p:oleObj spid="_x0000_s16" name="" r:id="rId8" imgW="393700" imgH="203200" progId="Equation.KSEE3">
                  <p:embed/>
                </p:oleObj>
              </mc:Choice>
              <mc:Fallback>
                <p:oleObj name="" r:id="rId8" imgW="393700" imgH="203200" progId="Equation.KSEE3">
                  <p:embed/>
                  <p:pic>
                    <p:nvPicPr>
                      <p:cNvPr id="0" name="图片 1024"/>
                      <p:cNvPicPr/>
                      <p:nvPr/>
                    </p:nvPicPr>
                    <p:blipFill>
                      <a:blip r:embed="rId9"/>
                      <a:stretch>
                        <a:fillRect/>
                      </a:stretch>
                    </p:blipFill>
                    <p:spPr>
                      <a:xfrm>
                        <a:off x="927418" y="3734753"/>
                        <a:ext cx="454025" cy="238760"/>
                      </a:xfrm>
                      <a:prstGeom prst="rect">
                        <a:avLst/>
                      </a:prstGeom>
                    </p:spPr>
                  </p:pic>
                </p:oleObj>
              </mc:Fallback>
            </mc:AlternateContent>
          </a:graphicData>
        </a:graphic>
      </p:graphicFrame>
      <p:pic>
        <p:nvPicPr>
          <p:cNvPr id="18" name="图片 17"/>
          <p:cNvPicPr>
            <a:picLocks noChangeAspect="1"/>
          </p:cNvPicPr>
          <p:nvPr/>
        </p:nvPicPr>
        <p:blipFill>
          <a:blip r:embed="rId10"/>
          <a:srcRect l="42372" t="1963" r="1006" b="3714"/>
          <a:stretch>
            <a:fillRect/>
          </a:stretch>
        </p:blipFill>
        <p:spPr>
          <a:xfrm>
            <a:off x="9775825" y="4218940"/>
            <a:ext cx="2056130" cy="1584960"/>
          </a:xfrm>
          <a:prstGeom prst="rect">
            <a:avLst/>
          </a:prstGeom>
        </p:spPr>
      </p:pic>
      <p:pic>
        <p:nvPicPr>
          <p:cNvPr id="19" name="图片 18"/>
          <p:cNvPicPr>
            <a:picLocks noChangeAspect="1"/>
          </p:cNvPicPr>
          <p:nvPr/>
        </p:nvPicPr>
        <p:blipFill>
          <a:blip r:embed="rId11"/>
          <a:stretch>
            <a:fillRect/>
          </a:stretch>
        </p:blipFill>
        <p:spPr>
          <a:xfrm>
            <a:off x="7679055" y="3460115"/>
            <a:ext cx="2000250" cy="1842135"/>
          </a:xfrm>
          <a:prstGeom prst="rect">
            <a:avLst/>
          </a:prstGeom>
        </p:spPr>
      </p:pic>
      <p:graphicFrame>
        <p:nvGraphicFramePr>
          <p:cNvPr id="20" name="对象 19">
            <a:hlinkClick r:id="" action="ppaction://ole?verb="/>
          </p:cNvPr>
          <p:cNvGraphicFramePr>
            <a:graphicFrameLocks noChangeAspect="1"/>
          </p:cNvGraphicFramePr>
          <p:nvPr/>
        </p:nvGraphicFramePr>
        <p:xfrm>
          <a:off x="1069340" y="4069715"/>
          <a:ext cx="6115685" cy="1572895"/>
        </p:xfrm>
        <a:graphic>
          <a:graphicData uri="http://schemas.openxmlformats.org/presentationml/2006/ole">
            <mc:AlternateContent xmlns:mc="http://schemas.openxmlformats.org/markup-compatibility/2006">
              <mc:Choice xmlns:v="urn:schemas-microsoft-com:vml" Requires="v">
                <p:oleObj spid="_x0000_s21" name="" r:id="rId12" imgW="6502400" imgH="1638300" progId="Equation.KSEE3">
                  <p:embed/>
                </p:oleObj>
              </mc:Choice>
              <mc:Fallback>
                <p:oleObj name="" r:id="rId12" imgW="6502400" imgH="1638300" progId="Equation.KSEE3">
                  <p:embed/>
                  <p:pic>
                    <p:nvPicPr>
                      <p:cNvPr id="0" name="图片 1024"/>
                      <p:cNvPicPr/>
                      <p:nvPr/>
                    </p:nvPicPr>
                    <p:blipFill>
                      <a:blip r:embed="rId13"/>
                      <a:stretch>
                        <a:fillRect/>
                      </a:stretch>
                    </p:blipFill>
                    <p:spPr>
                      <a:xfrm>
                        <a:off x="1069340" y="4069715"/>
                        <a:ext cx="6115685" cy="1572895"/>
                      </a:xfrm>
                      <a:prstGeom prst="rect">
                        <a:avLst/>
                      </a:prstGeom>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1275715" y="1362075"/>
            <a:ext cx="9144000" cy="10267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dirty="0">
                <a:sym typeface="+mn-ea"/>
              </a:rPr>
              <a:t>三、恒定电流场、静磁场</a:t>
            </a:r>
            <a:endParaRPr lang="zh-CN" sz="3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8000" y="355812"/>
            <a:ext cx="3992880" cy="398780"/>
          </a:xfrm>
          <a:prstGeom prst="rect">
            <a:avLst/>
          </a:prstGeom>
          <a:noFill/>
        </p:spPr>
        <p:txBody>
          <a:bodyPr wrap="none" rtlCol="0">
            <a:spAutoFit/>
          </a:bodyPr>
          <a:lstStyle/>
          <a:p>
            <a:r>
              <a:rPr lang="zh-CN" altLang="en-US" sz="2000" dirty="0"/>
              <a:t>三、恒定电流场</a:t>
            </a:r>
            <a:r>
              <a:rPr lang="en-US" altLang="zh-CN" sz="2000" dirty="0"/>
              <a:t>—</a:t>
            </a:r>
            <a:r>
              <a:rPr lang="zh-CN" altLang="en-US" sz="2000" dirty="0"/>
              <a:t>真空中的电流</a:t>
            </a:r>
            <a:r>
              <a:rPr lang="zh-CN" altLang="en-US" sz="2000" dirty="0"/>
              <a:t>场</a:t>
            </a:r>
            <a:endParaRPr lang="zh-CN" altLang="en-US" sz="2000" dirty="0"/>
          </a:p>
        </p:txBody>
      </p:sp>
      <p:graphicFrame>
        <p:nvGraphicFramePr>
          <p:cNvPr id="25" name="对象 24">
            <a:hlinkClick r:id="" action="ppaction://ole?verb="/>
          </p:cNvPr>
          <p:cNvGraphicFramePr>
            <a:graphicFrameLocks noChangeAspect="1"/>
          </p:cNvGraphicFramePr>
          <p:nvPr/>
        </p:nvGraphicFramePr>
        <p:xfrm>
          <a:off x="821690" y="1089343"/>
          <a:ext cx="8253730" cy="2439035"/>
        </p:xfrm>
        <a:graphic>
          <a:graphicData uri="http://schemas.openxmlformats.org/presentationml/2006/ole">
            <mc:AlternateContent xmlns:mc="http://schemas.openxmlformats.org/markup-compatibility/2006">
              <mc:Choice xmlns:v="urn:schemas-microsoft-com:vml" Requires="v">
                <p:oleObj spid="_x0000_s6" name="" r:id="rId1" imgW="7860665" imgH="2311400" progId="Equation.KSEE3">
                  <p:embed/>
                </p:oleObj>
              </mc:Choice>
              <mc:Fallback>
                <p:oleObj name="" r:id="rId1" imgW="7860665" imgH="2311400" progId="Equation.KSEE3">
                  <p:embed/>
                  <p:pic>
                    <p:nvPicPr>
                      <p:cNvPr id="0" name="图片 1024"/>
                      <p:cNvPicPr/>
                      <p:nvPr/>
                    </p:nvPicPr>
                    <p:blipFill>
                      <a:blip r:embed="rId2"/>
                      <a:stretch>
                        <a:fillRect/>
                      </a:stretch>
                    </p:blipFill>
                    <p:spPr>
                      <a:xfrm>
                        <a:off x="821690" y="1089343"/>
                        <a:ext cx="8253730" cy="2439035"/>
                      </a:xfrm>
                      <a:prstGeom prst="rect">
                        <a:avLst/>
                      </a:prstGeom>
                    </p:spPr>
                  </p:pic>
                </p:oleObj>
              </mc:Fallback>
            </mc:AlternateContent>
          </a:graphicData>
        </a:graphic>
      </p:graphicFrame>
      <p:grpSp>
        <p:nvGrpSpPr>
          <p:cNvPr id="5" name="组合 4"/>
          <p:cNvGrpSpPr/>
          <p:nvPr/>
        </p:nvGrpSpPr>
        <p:grpSpPr>
          <a:xfrm>
            <a:off x="9914890" y="989330"/>
            <a:ext cx="555625" cy="1551940"/>
            <a:chOff x="3989" y="5671"/>
            <a:chExt cx="875" cy="2444"/>
          </a:xfrm>
        </p:grpSpPr>
        <p:sp>
          <p:nvSpPr>
            <p:cNvPr id="7" name="椭圆 6"/>
            <p:cNvSpPr/>
            <p:nvPr/>
          </p:nvSpPr>
          <p:spPr>
            <a:xfrm>
              <a:off x="4156" y="5765"/>
              <a:ext cx="708" cy="2088"/>
            </a:xfrm>
            <a:prstGeom prst="ellips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8" name="图片 7"/>
            <p:cNvPicPr>
              <a:picLocks noChangeAspect="1"/>
            </p:cNvPicPr>
            <p:nvPr/>
          </p:nvPicPr>
          <p:blipFill>
            <a:blip r:embed="rId3"/>
            <a:stretch>
              <a:fillRect/>
            </a:stretch>
          </p:blipFill>
          <p:spPr>
            <a:xfrm>
              <a:off x="3989" y="5671"/>
              <a:ext cx="490" cy="2445"/>
            </a:xfrm>
            <a:prstGeom prst="rect">
              <a:avLst/>
            </a:prstGeom>
          </p:spPr>
        </p:pic>
      </p:grpSp>
      <p:graphicFrame>
        <p:nvGraphicFramePr>
          <p:cNvPr id="9" name="对象 8">
            <a:hlinkClick r:id="" action="ppaction://ole?verb="/>
          </p:cNvPr>
          <p:cNvGraphicFramePr>
            <a:graphicFrameLocks noChangeAspect="1"/>
          </p:cNvGraphicFramePr>
          <p:nvPr/>
        </p:nvGraphicFramePr>
        <p:xfrm>
          <a:off x="10200005" y="723900"/>
          <a:ext cx="177800" cy="231140"/>
        </p:xfrm>
        <a:graphic>
          <a:graphicData uri="http://schemas.openxmlformats.org/presentationml/2006/ole">
            <mc:AlternateContent xmlns:mc="http://schemas.openxmlformats.org/markup-compatibility/2006">
              <mc:Choice xmlns:v="urn:schemas-microsoft-com:vml" Requires="v">
                <p:oleObj spid="_x0000_s10" name="" r:id="rId4" imgW="127000" imgH="165100" progId="Equation.KSEE3">
                  <p:embed/>
                </p:oleObj>
              </mc:Choice>
              <mc:Fallback>
                <p:oleObj name="" r:id="rId4" imgW="127000" imgH="165100" progId="Equation.KSEE3">
                  <p:embed/>
                  <p:pic>
                    <p:nvPicPr>
                      <p:cNvPr id="0" name="图片 1024"/>
                      <p:cNvPicPr/>
                      <p:nvPr/>
                    </p:nvPicPr>
                    <p:blipFill>
                      <a:blip r:embed="rId5"/>
                      <a:stretch>
                        <a:fillRect/>
                      </a:stretch>
                    </p:blipFill>
                    <p:spPr>
                      <a:xfrm>
                        <a:off x="10200005" y="723900"/>
                        <a:ext cx="177800" cy="231140"/>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10625138" y="1535114"/>
          <a:ext cx="166370" cy="257175"/>
        </p:xfrm>
        <a:graphic>
          <a:graphicData uri="http://schemas.openxmlformats.org/presentationml/2006/ole">
            <mc:AlternateContent xmlns:mc="http://schemas.openxmlformats.org/markup-compatibility/2006">
              <mc:Choice xmlns:v="urn:schemas-microsoft-com:vml" Requires="v">
                <p:oleObj spid="_x0000_s21" name="" r:id="rId6" imgW="139700" imgH="215900" progId="Equation.KSEE3">
                  <p:embed/>
                </p:oleObj>
              </mc:Choice>
              <mc:Fallback>
                <p:oleObj name="" r:id="rId6" imgW="139700" imgH="215900" progId="Equation.KSEE3">
                  <p:embed/>
                  <p:pic>
                    <p:nvPicPr>
                      <p:cNvPr id="0" name="图片 1024"/>
                      <p:cNvPicPr/>
                      <p:nvPr/>
                    </p:nvPicPr>
                    <p:blipFill>
                      <a:blip r:embed="rId7"/>
                      <a:stretch>
                        <a:fillRect/>
                      </a:stretch>
                    </p:blipFill>
                    <p:spPr>
                      <a:xfrm>
                        <a:off x="10625138" y="1535114"/>
                        <a:ext cx="166370" cy="257175"/>
                      </a:xfrm>
                      <a:prstGeom prst="rect">
                        <a:avLst/>
                      </a:prstGeom>
                    </p:spPr>
                  </p:pic>
                </p:oleObj>
              </mc:Fallback>
            </mc:AlternateContent>
          </a:graphicData>
        </a:graphic>
      </p:graphicFrame>
      <p:sp>
        <p:nvSpPr>
          <p:cNvPr id="11" name="椭圆 10"/>
          <p:cNvSpPr/>
          <p:nvPr/>
        </p:nvSpPr>
        <p:spPr>
          <a:xfrm>
            <a:off x="10279380" y="1645285"/>
            <a:ext cx="36000" cy="3600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4" name="直接箭头连接符 13"/>
          <p:cNvCxnSpPr/>
          <p:nvPr/>
        </p:nvCxnSpPr>
        <p:spPr>
          <a:xfrm>
            <a:off x="10305415" y="1662430"/>
            <a:ext cx="2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sp>
        <p:nvSpPr>
          <p:cNvPr id="27" name="椭圆 26"/>
          <p:cNvSpPr/>
          <p:nvPr/>
        </p:nvSpPr>
        <p:spPr>
          <a:xfrm>
            <a:off x="10226040" y="1935480"/>
            <a:ext cx="36000" cy="3600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8" name="直接箭头连接符 27"/>
          <p:cNvCxnSpPr/>
          <p:nvPr/>
        </p:nvCxnSpPr>
        <p:spPr>
          <a:xfrm>
            <a:off x="10252075" y="1952625"/>
            <a:ext cx="2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sp>
        <p:nvSpPr>
          <p:cNvPr id="29" name="椭圆 28"/>
          <p:cNvSpPr/>
          <p:nvPr/>
        </p:nvSpPr>
        <p:spPr>
          <a:xfrm>
            <a:off x="10092055" y="1423670"/>
            <a:ext cx="36000" cy="3600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0" name="直接箭头连接符 29"/>
          <p:cNvCxnSpPr/>
          <p:nvPr/>
        </p:nvCxnSpPr>
        <p:spPr>
          <a:xfrm>
            <a:off x="10118090" y="1440815"/>
            <a:ext cx="2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sp>
        <p:nvSpPr>
          <p:cNvPr id="31" name="椭圆 30"/>
          <p:cNvSpPr/>
          <p:nvPr/>
        </p:nvSpPr>
        <p:spPr>
          <a:xfrm>
            <a:off x="10066020" y="1789430"/>
            <a:ext cx="36000" cy="36000"/>
          </a:xfrm>
          <a:prstGeom prst="ellipse">
            <a:avLst/>
          </a:prstGeom>
          <a:solidFill>
            <a:schemeClr val="tx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2" name="直接箭头连接符 31"/>
          <p:cNvCxnSpPr/>
          <p:nvPr/>
        </p:nvCxnSpPr>
        <p:spPr>
          <a:xfrm>
            <a:off x="10092055" y="1806575"/>
            <a:ext cx="2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3" name="直接连接符 2"/>
          <p:cNvCxnSpPr/>
          <p:nvPr/>
        </p:nvCxnSpPr>
        <p:spPr>
          <a:xfrm>
            <a:off x="9429750" y="2378710"/>
            <a:ext cx="177927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2" name="直接连接符 1"/>
          <p:cNvCxnSpPr/>
          <p:nvPr/>
        </p:nvCxnSpPr>
        <p:spPr>
          <a:xfrm>
            <a:off x="9354185" y="1039495"/>
            <a:ext cx="177927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9121775" y="728345"/>
            <a:ext cx="2973705" cy="1656715"/>
          </a:xfrm>
          <a:prstGeom prst="rect">
            <a:avLst/>
          </a:prstGeom>
        </p:spPr>
      </p:pic>
      <p:sp>
        <p:nvSpPr>
          <p:cNvPr id="4" name="文本框 3"/>
          <p:cNvSpPr txBox="1"/>
          <p:nvPr/>
        </p:nvSpPr>
        <p:spPr>
          <a:xfrm>
            <a:off x="508000" y="334222"/>
            <a:ext cx="3992880" cy="398780"/>
          </a:xfrm>
          <a:prstGeom prst="rect">
            <a:avLst/>
          </a:prstGeom>
          <a:noFill/>
        </p:spPr>
        <p:txBody>
          <a:bodyPr wrap="none" rtlCol="0">
            <a:spAutoFit/>
          </a:bodyPr>
          <a:lstStyle/>
          <a:p>
            <a:pPr algn="l"/>
            <a:r>
              <a:rPr lang="zh-CN" altLang="en-US" sz="2000" dirty="0"/>
              <a:t>三、恒定电流场</a:t>
            </a:r>
            <a:r>
              <a:rPr lang="en-US" altLang="zh-CN" sz="2000" dirty="0">
                <a:sym typeface="+mn-ea"/>
              </a:rPr>
              <a:t>—</a:t>
            </a:r>
            <a:r>
              <a:rPr lang="zh-CN" altLang="en-US" sz="2000" dirty="0">
                <a:sym typeface="+mn-ea"/>
              </a:rPr>
              <a:t>介质中的电流</a:t>
            </a:r>
            <a:r>
              <a:rPr lang="zh-CN" altLang="en-US" sz="2000" dirty="0">
                <a:sym typeface="+mn-ea"/>
              </a:rPr>
              <a:t>场</a:t>
            </a:r>
            <a:endParaRPr lang="zh-CN" altLang="en-US" sz="2000" dirty="0">
              <a:sym typeface="+mn-ea"/>
            </a:endParaRPr>
          </a:p>
        </p:txBody>
      </p:sp>
      <p:graphicFrame>
        <p:nvGraphicFramePr>
          <p:cNvPr id="25" name="对象 24">
            <a:hlinkClick r:id="" action="ppaction://ole?verb="/>
          </p:cNvPr>
          <p:cNvGraphicFramePr>
            <a:graphicFrameLocks noChangeAspect="1"/>
          </p:cNvGraphicFramePr>
          <p:nvPr/>
        </p:nvGraphicFramePr>
        <p:xfrm>
          <a:off x="653415" y="794385"/>
          <a:ext cx="8470900" cy="1905000"/>
        </p:xfrm>
        <a:graphic>
          <a:graphicData uri="http://schemas.openxmlformats.org/presentationml/2006/ole">
            <mc:AlternateContent xmlns:mc="http://schemas.openxmlformats.org/markup-compatibility/2006">
              <mc:Choice xmlns:v="urn:schemas-microsoft-com:vml" Requires="v">
                <p:oleObj spid="_x0000_s6" name="" r:id="rId2" imgW="8470900" imgH="1905000" progId="Equation.KSEE3">
                  <p:embed/>
                </p:oleObj>
              </mc:Choice>
              <mc:Fallback>
                <p:oleObj name="" r:id="rId2" imgW="8470900" imgH="1905000" progId="Equation.KSEE3">
                  <p:embed/>
                  <p:pic>
                    <p:nvPicPr>
                      <p:cNvPr id="0" name="图片 1024"/>
                      <p:cNvPicPr/>
                      <p:nvPr/>
                    </p:nvPicPr>
                    <p:blipFill>
                      <a:blip r:embed="rId3"/>
                      <a:stretch>
                        <a:fillRect/>
                      </a:stretch>
                    </p:blipFill>
                    <p:spPr>
                      <a:xfrm>
                        <a:off x="653415" y="794385"/>
                        <a:ext cx="8470900" cy="1905000"/>
                      </a:xfrm>
                      <a:prstGeom prst="rect">
                        <a:avLst/>
                      </a:prstGeom>
                    </p:spPr>
                  </p:pic>
                </p:oleObj>
              </mc:Fallback>
            </mc:AlternateContent>
          </a:graphicData>
        </a:graphic>
      </p:graphicFrame>
      <p:pic>
        <p:nvPicPr>
          <p:cNvPr id="35" name="图片 34"/>
          <p:cNvPicPr>
            <a:picLocks noChangeAspect="1"/>
          </p:cNvPicPr>
          <p:nvPr/>
        </p:nvPicPr>
        <p:blipFill>
          <a:blip r:embed="rId4"/>
          <a:stretch>
            <a:fillRect/>
          </a:stretch>
        </p:blipFill>
        <p:spPr>
          <a:xfrm flipH="1">
            <a:off x="3420110" y="2829560"/>
            <a:ext cx="1338580" cy="2658110"/>
          </a:xfrm>
          <a:prstGeom prst="rect">
            <a:avLst/>
          </a:prstGeom>
        </p:spPr>
      </p:pic>
      <p:graphicFrame>
        <p:nvGraphicFramePr>
          <p:cNvPr id="86" name="对象 85">
            <a:hlinkClick r:id="" action="ppaction://ole?verb="/>
          </p:cNvPr>
          <p:cNvGraphicFramePr>
            <a:graphicFrameLocks noChangeAspect="1"/>
          </p:cNvGraphicFramePr>
          <p:nvPr/>
        </p:nvGraphicFramePr>
        <p:xfrm>
          <a:off x="4894580" y="5340350"/>
          <a:ext cx="957580" cy="281305"/>
        </p:xfrm>
        <a:graphic>
          <a:graphicData uri="http://schemas.openxmlformats.org/presentationml/2006/ole">
            <mc:AlternateContent xmlns:mc="http://schemas.openxmlformats.org/markup-compatibility/2006">
              <mc:Choice xmlns:v="urn:schemas-microsoft-com:vml" Requires="v">
                <p:oleObj spid="_x0000_s87" name="" r:id="rId5" imgW="736600" imgH="215900" progId="Equation.KSEE3">
                  <p:embed/>
                </p:oleObj>
              </mc:Choice>
              <mc:Fallback>
                <p:oleObj name="" r:id="rId5" imgW="736600" imgH="215900" progId="Equation.KSEE3">
                  <p:embed/>
                  <p:pic>
                    <p:nvPicPr>
                      <p:cNvPr id="0" name="图片 1024"/>
                      <p:cNvPicPr/>
                      <p:nvPr/>
                    </p:nvPicPr>
                    <p:blipFill>
                      <a:blip r:embed="rId6"/>
                      <a:stretch>
                        <a:fillRect/>
                      </a:stretch>
                    </p:blipFill>
                    <p:spPr>
                      <a:xfrm>
                        <a:off x="4894580" y="5340350"/>
                        <a:ext cx="957580" cy="281305"/>
                      </a:xfrm>
                      <a:prstGeom prst="rect">
                        <a:avLst/>
                      </a:prstGeom>
                    </p:spPr>
                  </p:pic>
                </p:oleObj>
              </mc:Fallback>
            </mc:AlternateContent>
          </a:graphicData>
        </a:graphic>
      </p:graphicFrame>
      <p:graphicFrame>
        <p:nvGraphicFramePr>
          <p:cNvPr id="88" name="对象 87">
            <a:hlinkClick r:id="" action="ppaction://ole?verb="/>
          </p:cNvPr>
          <p:cNvGraphicFramePr>
            <a:graphicFrameLocks noChangeAspect="1"/>
          </p:cNvGraphicFramePr>
          <p:nvPr/>
        </p:nvGraphicFramePr>
        <p:xfrm>
          <a:off x="4918075" y="3960813"/>
          <a:ext cx="937260" cy="291465"/>
        </p:xfrm>
        <a:graphic>
          <a:graphicData uri="http://schemas.openxmlformats.org/presentationml/2006/ole">
            <mc:AlternateContent xmlns:mc="http://schemas.openxmlformats.org/markup-compatibility/2006">
              <mc:Choice xmlns:v="urn:schemas-microsoft-com:vml" Requires="v">
                <p:oleObj spid="_x0000_s89" name="" r:id="rId7" imgW="736600" imgH="228600" progId="Equation.KSEE3">
                  <p:embed/>
                </p:oleObj>
              </mc:Choice>
              <mc:Fallback>
                <p:oleObj name="" r:id="rId7" imgW="736600" imgH="228600" progId="Equation.KSEE3">
                  <p:embed/>
                  <p:pic>
                    <p:nvPicPr>
                      <p:cNvPr id="0" name="图片 1024"/>
                      <p:cNvPicPr/>
                      <p:nvPr/>
                    </p:nvPicPr>
                    <p:blipFill>
                      <a:blip r:embed="rId8"/>
                      <a:stretch>
                        <a:fillRect/>
                      </a:stretch>
                    </p:blipFill>
                    <p:spPr>
                      <a:xfrm>
                        <a:off x="4918075" y="3960813"/>
                        <a:ext cx="937260" cy="291465"/>
                      </a:xfrm>
                      <a:prstGeom prst="rect">
                        <a:avLst/>
                      </a:prstGeom>
                    </p:spPr>
                  </p:pic>
                </p:oleObj>
              </mc:Fallback>
            </mc:AlternateContent>
          </a:graphicData>
        </a:graphic>
      </p:graphicFrame>
      <p:graphicFrame>
        <p:nvGraphicFramePr>
          <p:cNvPr id="90" name="对象 89">
            <a:hlinkClick r:id="" action="ppaction://ole?verb="/>
          </p:cNvPr>
          <p:cNvGraphicFramePr>
            <a:graphicFrameLocks noChangeAspect="1"/>
          </p:cNvGraphicFramePr>
          <p:nvPr/>
        </p:nvGraphicFramePr>
        <p:xfrm>
          <a:off x="5048250" y="2762250"/>
          <a:ext cx="571500" cy="286385"/>
        </p:xfrm>
        <a:graphic>
          <a:graphicData uri="http://schemas.openxmlformats.org/presentationml/2006/ole">
            <mc:AlternateContent xmlns:mc="http://schemas.openxmlformats.org/markup-compatibility/2006">
              <mc:Choice xmlns:v="urn:schemas-microsoft-com:vml" Requires="v">
                <p:oleObj spid="_x0000_s91" name="" r:id="rId9" imgW="431800" imgH="215900" progId="Equation.KSEE3">
                  <p:embed/>
                </p:oleObj>
              </mc:Choice>
              <mc:Fallback>
                <p:oleObj name="" r:id="rId9" imgW="431800" imgH="215900" progId="Equation.KSEE3">
                  <p:embed/>
                  <p:pic>
                    <p:nvPicPr>
                      <p:cNvPr id="0" name="图片 1024"/>
                      <p:cNvPicPr/>
                      <p:nvPr/>
                    </p:nvPicPr>
                    <p:blipFill>
                      <a:blip r:embed="rId10"/>
                      <a:stretch>
                        <a:fillRect/>
                      </a:stretch>
                    </p:blipFill>
                    <p:spPr>
                      <a:xfrm>
                        <a:off x="5048250" y="2762250"/>
                        <a:ext cx="571500" cy="286385"/>
                      </a:xfrm>
                      <a:prstGeom prst="rect">
                        <a:avLst/>
                      </a:prstGeom>
                    </p:spPr>
                  </p:pic>
                </p:oleObj>
              </mc:Fallback>
            </mc:AlternateContent>
          </a:graphicData>
        </a:graphic>
      </p:graphicFrame>
      <p:cxnSp>
        <p:nvCxnSpPr>
          <p:cNvPr id="95" name="直接箭头连接符 94"/>
          <p:cNvCxnSpPr/>
          <p:nvPr/>
        </p:nvCxnSpPr>
        <p:spPr>
          <a:xfrm>
            <a:off x="5326380" y="4280535"/>
            <a:ext cx="0" cy="104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96" name="对象 95">
            <a:hlinkClick r:id="" action="ppaction://ole?verb="/>
          </p:cNvPr>
          <p:cNvGraphicFramePr>
            <a:graphicFrameLocks noChangeAspect="1"/>
          </p:cNvGraphicFramePr>
          <p:nvPr/>
        </p:nvGraphicFramePr>
        <p:xfrm>
          <a:off x="3902393" y="4512628"/>
          <a:ext cx="1363345" cy="448945"/>
        </p:xfrm>
        <a:graphic>
          <a:graphicData uri="http://schemas.openxmlformats.org/presentationml/2006/ole">
            <mc:AlternateContent xmlns:mc="http://schemas.openxmlformats.org/markup-compatibility/2006">
              <mc:Choice xmlns:v="urn:schemas-microsoft-com:vml" Requires="v">
                <p:oleObj spid="_x0000_s97" name="" r:id="rId11" imgW="1397000" imgH="457200" progId="Equation.KSEE3">
                  <p:embed/>
                </p:oleObj>
              </mc:Choice>
              <mc:Fallback>
                <p:oleObj name="" r:id="rId11" imgW="1397000" imgH="457200" progId="Equation.KSEE3">
                  <p:embed/>
                  <p:pic>
                    <p:nvPicPr>
                      <p:cNvPr id="0" name="图片 1024"/>
                      <p:cNvPicPr/>
                      <p:nvPr/>
                    </p:nvPicPr>
                    <p:blipFill>
                      <a:blip r:embed="rId12">
                        <a:duotone>
                          <a:schemeClr val="accent2">
                            <a:shade val="45000"/>
                            <a:satMod val="135000"/>
                          </a:schemeClr>
                          <a:prstClr val="white"/>
                        </a:duotone>
                      </a:blip>
                      <a:stretch>
                        <a:fillRect/>
                      </a:stretch>
                    </p:blipFill>
                    <p:spPr>
                      <a:xfrm>
                        <a:off x="3902393" y="4512628"/>
                        <a:ext cx="1363345" cy="448945"/>
                      </a:xfrm>
                      <a:prstGeom prst="rect">
                        <a:avLst/>
                      </a:prstGeom>
                    </p:spPr>
                  </p:pic>
                </p:oleObj>
              </mc:Fallback>
            </mc:AlternateContent>
          </a:graphicData>
        </a:graphic>
      </p:graphicFrame>
      <p:cxnSp>
        <p:nvCxnSpPr>
          <p:cNvPr id="99" name="直接箭头连接符 98"/>
          <p:cNvCxnSpPr/>
          <p:nvPr/>
        </p:nvCxnSpPr>
        <p:spPr>
          <a:xfrm>
            <a:off x="5321300" y="3052445"/>
            <a:ext cx="5080" cy="87566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2" name="对象 101">
            <a:hlinkClick r:id="" action="ppaction://ole?verb="/>
          </p:cNvPr>
          <p:cNvGraphicFramePr>
            <a:graphicFrameLocks noChangeAspect="1"/>
          </p:cNvGraphicFramePr>
          <p:nvPr/>
        </p:nvGraphicFramePr>
        <p:xfrm>
          <a:off x="4494530" y="3377248"/>
          <a:ext cx="667385" cy="267335"/>
        </p:xfrm>
        <a:graphic>
          <a:graphicData uri="http://schemas.openxmlformats.org/presentationml/2006/ole">
            <mc:AlternateContent xmlns:mc="http://schemas.openxmlformats.org/markup-compatibility/2006">
              <mc:Choice xmlns:v="urn:schemas-microsoft-com:vml" Requires="v">
                <p:oleObj spid="_x0000_s103" name="" r:id="rId13" imgW="609600" imgH="241300" progId="Equation.KSEE3">
                  <p:embed/>
                </p:oleObj>
              </mc:Choice>
              <mc:Fallback>
                <p:oleObj name="" r:id="rId13" imgW="609600" imgH="241300" progId="Equation.KSEE3">
                  <p:embed/>
                  <p:pic>
                    <p:nvPicPr>
                      <p:cNvPr id="0" name="图片 1024"/>
                      <p:cNvPicPr/>
                      <p:nvPr/>
                    </p:nvPicPr>
                    <p:blipFill>
                      <a:blip r:embed="rId14"/>
                      <a:stretch>
                        <a:fillRect/>
                      </a:stretch>
                    </p:blipFill>
                    <p:spPr>
                      <a:xfrm>
                        <a:off x="4494530" y="3377248"/>
                        <a:ext cx="667385" cy="267335"/>
                      </a:xfrm>
                      <a:prstGeom prst="rect">
                        <a:avLst/>
                      </a:prstGeom>
                    </p:spPr>
                  </p:pic>
                </p:oleObj>
              </mc:Fallback>
            </mc:AlternateContent>
          </a:graphicData>
        </a:graphic>
      </p:graphicFrame>
      <p:graphicFrame>
        <p:nvGraphicFramePr>
          <p:cNvPr id="109" name="对象 108">
            <a:hlinkClick r:id="" action="ppaction://ole?verb="/>
          </p:cNvPr>
          <p:cNvGraphicFramePr>
            <a:graphicFrameLocks noChangeAspect="1"/>
          </p:cNvGraphicFramePr>
          <p:nvPr/>
        </p:nvGraphicFramePr>
        <p:xfrm>
          <a:off x="1586231" y="3252470"/>
          <a:ext cx="1990725" cy="285750"/>
        </p:xfrm>
        <a:graphic>
          <a:graphicData uri="http://schemas.openxmlformats.org/presentationml/2006/ole">
            <mc:AlternateContent xmlns:mc="http://schemas.openxmlformats.org/markup-compatibility/2006">
              <mc:Choice xmlns:v="urn:schemas-microsoft-com:vml" Requires="v">
                <p:oleObj spid="_x0000_s110" name="" r:id="rId15" imgW="1600200" imgH="228600" progId="Equation.KSEE3">
                  <p:embed/>
                </p:oleObj>
              </mc:Choice>
              <mc:Fallback>
                <p:oleObj name="" r:id="rId15" imgW="1600200" imgH="228600" progId="Equation.KSEE3">
                  <p:embed/>
                  <p:pic>
                    <p:nvPicPr>
                      <p:cNvPr id="0" name="图片 1024"/>
                      <p:cNvPicPr/>
                      <p:nvPr/>
                    </p:nvPicPr>
                    <p:blipFill>
                      <a:blip r:embed="rId16">
                        <a:duotone>
                          <a:schemeClr val="accent4">
                            <a:shade val="45000"/>
                            <a:satMod val="135000"/>
                          </a:schemeClr>
                          <a:prstClr val="white"/>
                        </a:duotone>
                      </a:blip>
                      <a:stretch>
                        <a:fillRect/>
                      </a:stretch>
                    </p:blipFill>
                    <p:spPr>
                      <a:xfrm>
                        <a:off x="1586231" y="3252470"/>
                        <a:ext cx="1990725" cy="28575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3510915" y="4003040"/>
          <a:ext cx="1205865" cy="226060"/>
        </p:xfrm>
        <a:graphic>
          <a:graphicData uri="http://schemas.openxmlformats.org/presentationml/2006/ole">
            <mc:AlternateContent xmlns:mc="http://schemas.openxmlformats.org/markup-compatibility/2006">
              <mc:Choice xmlns:v="urn:schemas-microsoft-com:vml" Requires="v">
                <p:oleObj spid="_x0000_s17" name="" r:id="rId17" imgW="1219200" imgH="228600" progId="Equation.KSEE3">
                  <p:embed/>
                </p:oleObj>
              </mc:Choice>
              <mc:Fallback>
                <p:oleObj name="" r:id="rId17" imgW="1219200" imgH="228600" progId="Equation.KSEE3">
                  <p:embed/>
                  <p:pic>
                    <p:nvPicPr>
                      <p:cNvPr id="0" name="图片 1024"/>
                      <p:cNvPicPr/>
                      <p:nvPr/>
                    </p:nvPicPr>
                    <p:blipFill>
                      <a:blip r:embed="rId18">
                        <a:duotone>
                          <a:schemeClr val="accent1">
                            <a:shade val="45000"/>
                            <a:satMod val="135000"/>
                          </a:schemeClr>
                          <a:prstClr val="white"/>
                        </a:duotone>
                      </a:blip>
                      <a:stretch>
                        <a:fillRect/>
                      </a:stretch>
                    </p:blipFill>
                    <p:spPr>
                      <a:xfrm>
                        <a:off x="3510915" y="4003040"/>
                        <a:ext cx="1205865" cy="226060"/>
                      </a:xfrm>
                      <a:prstGeom prst="rect">
                        <a:avLst/>
                      </a:prstGeom>
                    </p:spPr>
                  </p:pic>
                </p:oleObj>
              </mc:Fallback>
            </mc:AlternateContent>
          </a:graphicData>
        </a:graphic>
      </p:graphicFrame>
      <p:cxnSp>
        <p:nvCxnSpPr>
          <p:cNvPr id="27" name="直接连接符 26"/>
          <p:cNvCxnSpPr/>
          <p:nvPr/>
        </p:nvCxnSpPr>
        <p:spPr>
          <a:xfrm>
            <a:off x="2198370" y="3568065"/>
            <a:ext cx="0" cy="360000"/>
          </a:xfrm>
          <a:prstGeom prst="line">
            <a:avLst/>
          </a:prstGeom>
          <a:ln>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rot="16200000">
            <a:off x="4805412" y="4026168"/>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graphicFrame>
        <p:nvGraphicFramePr>
          <p:cNvPr id="29" name="对象 28">
            <a:hlinkClick r:id="" action="ppaction://ole?verb="/>
          </p:cNvPr>
          <p:cNvGraphicFramePr>
            <a:graphicFrameLocks noChangeAspect="1"/>
          </p:cNvGraphicFramePr>
          <p:nvPr/>
        </p:nvGraphicFramePr>
        <p:xfrm>
          <a:off x="7745730" y="5328920"/>
          <a:ext cx="894080" cy="282575"/>
        </p:xfrm>
        <a:graphic>
          <a:graphicData uri="http://schemas.openxmlformats.org/presentationml/2006/ole">
            <mc:AlternateContent xmlns:mc="http://schemas.openxmlformats.org/markup-compatibility/2006">
              <mc:Choice xmlns:v="urn:schemas-microsoft-com:vml" Requires="v">
                <p:oleObj spid="_x0000_s30" name="" r:id="rId19" imgW="723900" imgH="228600" progId="Equation.KSEE3">
                  <p:embed/>
                </p:oleObj>
              </mc:Choice>
              <mc:Fallback>
                <p:oleObj name="" r:id="rId19" imgW="723900" imgH="228600" progId="Equation.KSEE3">
                  <p:embed/>
                  <p:pic>
                    <p:nvPicPr>
                      <p:cNvPr id="0" name="图片 1024"/>
                      <p:cNvPicPr/>
                      <p:nvPr/>
                    </p:nvPicPr>
                    <p:blipFill>
                      <a:blip r:embed="rId20"/>
                      <a:stretch>
                        <a:fillRect/>
                      </a:stretch>
                    </p:blipFill>
                    <p:spPr>
                      <a:xfrm>
                        <a:off x="7745730" y="5328920"/>
                        <a:ext cx="894080" cy="282575"/>
                      </a:xfrm>
                      <a:prstGeom prst="rect">
                        <a:avLst/>
                      </a:prstGeom>
                    </p:spPr>
                  </p:pic>
                </p:oleObj>
              </mc:Fallback>
            </mc:AlternateContent>
          </a:graphicData>
        </a:graphic>
      </p:graphicFrame>
      <p:graphicFrame>
        <p:nvGraphicFramePr>
          <p:cNvPr id="36" name="对象 35">
            <a:hlinkClick r:id="" action="ppaction://ole?verb="/>
          </p:cNvPr>
          <p:cNvGraphicFramePr>
            <a:graphicFrameLocks noChangeAspect="1"/>
          </p:cNvGraphicFramePr>
          <p:nvPr/>
        </p:nvGraphicFramePr>
        <p:xfrm>
          <a:off x="5862955" y="5575935"/>
          <a:ext cx="1924685" cy="549275"/>
        </p:xfrm>
        <a:graphic>
          <a:graphicData uri="http://schemas.openxmlformats.org/presentationml/2006/ole">
            <mc:AlternateContent xmlns:mc="http://schemas.openxmlformats.org/markup-compatibility/2006">
              <mc:Choice xmlns:v="urn:schemas-microsoft-com:vml" Requires="v">
                <p:oleObj spid="_x0000_s37" name="" r:id="rId21" imgW="2133600" imgH="609600" progId="Equation.KSEE3">
                  <p:embed/>
                </p:oleObj>
              </mc:Choice>
              <mc:Fallback>
                <p:oleObj name="" r:id="rId21" imgW="2133600" imgH="609600" progId="Equation.KSEE3">
                  <p:embed/>
                  <p:pic>
                    <p:nvPicPr>
                      <p:cNvPr id="0" name="图片 1024"/>
                      <p:cNvPicPr/>
                      <p:nvPr/>
                    </p:nvPicPr>
                    <p:blipFill>
                      <a:blip r:embed="rId22"/>
                      <a:stretch>
                        <a:fillRect/>
                      </a:stretch>
                    </p:blipFill>
                    <p:spPr>
                      <a:xfrm>
                        <a:off x="5862955" y="5575935"/>
                        <a:ext cx="1924685" cy="549275"/>
                      </a:xfrm>
                      <a:prstGeom prst="rect">
                        <a:avLst/>
                      </a:prstGeom>
                    </p:spPr>
                  </p:pic>
                </p:oleObj>
              </mc:Fallback>
            </mc:AlternateContent>
          </a:graphicData>
        </a:graphic>
      </p:graphicFrame>
      <p:cxnSp>
        <p:nvCxnSpPr>
          <p:cNvPr id="38" name="直接箭头连接符 37"/>
          <p:cNvCxnSpPr/>
          <p:nvPr/>
        </p:nvCxnSpPr>
        <p:spPr>
          <a:xfrm flipH="1">
            <a:off x="5852160" y="5506085"/>
            <a:ext cx="1800000" cy="0"/>
          </a:xfrm>
          <a:prstGeom prst="straightConnector1">
            <a:avLst/>
          </a:prstGeom>
          <a:ln>
            <a:solidFill>
              <a:schemeClr val="tx1"/>
            </a:solidFill>
            <a:headEnd type="none"/>
            <a:tailEnd type="stealth"/>
          </a:ln>
        </p:spPr>
        <p:style>
          <a:lnRef idx="2">
            <a:schemeClr val="accent1"/>
          </a:lnRef>
          <a:fillRef idx="0">
            <a:srgbClr val="FFFFFF"/>
          </a:fillRef>
          <a:effectRef idx="0">
            <a:srgbClr val="FFFFFF"/>
          </a:effectRef>
          <a:fontRef idx="minor">
            <a:schemeClr val="tx1"/>
          </a:fontRef>
        </p:style>
      </p:cxnSp>
      <p:cxnSp>
        <p:nvCxnSpPr>
          <p:cNvPr id="39" name="直接箭头连接符 38"/>
          <p:cNvCxnSpPr/>
          <p:nvPr/>
        </p:nvCxnSpPr>
        <p:spPr>
          <a:xfrm>
            <a:off x="5894070" y="4134485"/>
            <a:ext cx="2167890" cy="1040130"/>
          </a:xfrm>
          <a:prstGeom prst="straightConnector1">
            <a:avLst/>
          </a:prstGeom>
          <a:ln>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graphicFrame>
        <p:nvGraphicFramePr>
          <p:cNvPr id="42" name="对象 41">
            <a:hlinkClick r:id="" action="ppaction://ole?verb="/>
          </p:cNvPr>
          <p:cNvGraphicFramePr>
            <a:graphicFrameLocks noChangeAspect="1"/>
          </p:cNvGraphicFramePr>
          <p:nvPr/>
        </p:nvGraphicFramePr>
        <p:xfrm>
          <a:off x="5894070" y="4631055"/>
          <a:ext cx="1434465" cy="466725"/>
        </p:xfrm>
        <a:graphic>
          <a:graphicData uri="http://schemas.openxmlformats.org/presentationml/2006/ole">
            <mc:AlternateContent xmlns:mc="http://schemas.openxmlformats.org/markup-compatibility/2006">
              <mc:Choice xmlns:v="urn:schemas-microsoft-com:vml" Requires="v">
                <p:oleObj spid="_x0000_s43" name="" r:id="rId23" imgW="1498600" imgH="482600" progId="Equation.KSEE3">
                  <p:embed/>
                </p:oleObj>
              </mc:Choice>
              <mc:Fallback>
                <p:oleObj name="" r:id="rId23" imgW="1498600" imgH="482600" progId="Equation.KSEE3">
                  <p:embed/>
                  <p:pic>
                    <p:nvPicPr>
                      <p:cNvPr id="0" name="图片 1024"/>
                      <p:cNvPicPr/>
                      <p:nvPr/>
                    </p:nvPicPr>
                    <p:blipFill>
                      <a:blip r:embed="rId24">
                        <a:duotone>
                          <a:schemeClr val="accent1">
                            <a:shade val="45000"/>
                            <a:satMod val="135000"/>
                          </a:schemeClr>
                          <a:prstClr val="white"/>
                        </a:duotone>
                      </a:blip>
                      <a:stretch>
                        <a:fillRect/>
                      </a:stretch>
                    </p:blipFill>
                    <p:spPr>
                      <a:xfrm>
                        <a:off x="5894070" y="4631055"/>
                        <a:ext cx="1434465" cy="466725"/>
                      </a:xfrm>
                      <a:prstGeom prst="rect">
                        <a:avLst/>
                      </a:prstGeom>
                      <a:ln>
                        <a:noFill/>
                      </a:ln>
                    </p:spPr>
                  </p:pic>
                </p:oleObj>
              </mc:Fallback>
            </mc:AlternateContent>
          </a:graphicData>
        </a:graphic>
      </p:graphicFrame>
      <p:graphicFrame>
        <p:nvGraphicFramePr>
          <p:cNvPr id="44" name="对象 43">
            <a:hlinkClick r:id="" action="ppaction://ole?verb="/>
          </p:cNvPr>
          <p:cNvGraphicFramePr>
            <a:graphicFrameLocks noChangeAspect="1"/>
          </p:cNvGraphicFramePr>
          <p:nvPr/>
        </p:nvGraphicFramePr>
        <p:xfrm>
          <a:off x="245745" y="4003040"/>
          <a:ext cx="3171825" cy="869950"/>
        </p:xfrm>
        <a:graphic>
          <a:graphicData uri="http://schemas.openxmlformats.org/presentationml/2006/ole">
            <mc:AlternateContent xmlns:mc="http://schemas.openxmlformats.org/markup-compatibility/2006">
              <mc:Choice xmlns:v="urn:schemas-microsoft-com:vml" Requires="v">
                <p:oleObj spid="_x0000_s45" name="" r:id="rId25" imgW="3708400" imgH="1016000" progId="Equation.KSEE3">
                  <p:embed/>
                </p:oleObj>
              </mc:Choice>
              <mc:Fallback>
                <p:oleObj name="" r:id="rId25" imgW="3708400" imgH="1016000" progId="Equation.KSEE3">
                  <p:embed/>
                  <p:pic>
                    <p:nvPicPr>
                      <p:cNvPr id="0" name="图片 1024"/>
                      <p:cNvPicPr/>
                      <p:nvPr/>
                    </p:nvPicPr>
                    <p:blipFill>
                      <a:blip r:embed="rId26"/>
                      <a:stretch>
                        <a:fillRect/>
                      </a:stretch>
                    </p:blipFill>
                    <p:spPr>
                      <a:xfrm>
                        <a:off x="245745" y="4003040"/>
                        <a:ext cx="3171825" cy="869950"/>
                      </a:xfrm>
                      <a:prstGeom prst="rect">
                        <a:avLst/>
                      </a:prstGeom>
                    </p:spPr>
                  </p:pic>
                </p:oleObj>
              </mc:Fallback>
            </mc:AlternateContent>
          </a:graphicData>
        </a:graphic>
      </p:graphicFrame>
      <p:graphicFrame>
        <p:nvGraphicFramePr>
          <p:cNvPr id="47" name="对象 46">
            <a:hlinkClick r:id="" action="ppaction://ole?verb="/>
          </p:cNvPr>
          <p:cNvGraphicFramePr>
            <a:graphicFrameLocks noChangeAspect="1"/>
          </p:cNvGraphicFramePr>
          <p:nvPr/>
        </p:nvGraphicFramePr>
        <p:xfrm>
          <a:off x="8739505" y="2820035"/>
          <a:ext cx="3094990" cy="1692910"/>
        </p:xfrm>
        <a:graphic>
          <a:graphicData uri="http://schemas.openxmlformats.org/presentationml/2006/ole">
            <mc:AlternateContent xmlns:mc="http://schemas.openxmlformats.org/markup-compatibility/2006">
              <mc:Choice xmlns:v="urn:schemas-microsoft-com:vml" Requires="v">
                <p:oleObj spid="_x0000_s48" name="" r:id="rId27" imgW="3543300" imgH="1930400" progId="Equation.KSEE3">
                  <p:embed/>
                </p:oleObj>
              </mc:Choice>
              <mc:Fallback>
                <p:oleObj name="" r:id="rId27" imgW="3543300" imgH="1930400" progId="Equation.KSEE3">
                  <p:embed/>
                  <p:pic>
                    <p:nvPicPr>
                      <p:cNvPr id="0" name="图片 1024"/>
                      <p:cNvPicPr/>
                      <p:nvPr/>
                    </p:nvPicPr>
                    <p:blipFill>
                      <a:blip r:embed="rId28"/>
                      <a:stretch>
                        <a:fillRect/>
                      </a:stretch>
                    </p:blipFill>
                    <p:spPr>
                      <a:xfrm>
                        <a:off x="8739505" y="2820035"/>
                        <a:ext cx="3094990" cy="1692910"/>
                      </a:xfrm>
                      <a:prstGeom prst="rect">
                        <a:avLst/>
                      </a:prstGeom>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8000" y="334222"/>
            <a:ext cx="3992880" cy="398780"/>
          </a:xfrm>
          <a:prstGeom prst="rect">
            <a:avLst/>
          </a:prstGeom>
          <a:noFill/>
        </p:spPr>
        <p:txBody>
          <a:bodyPr wrap="none" rtlCol="0">
            <a:spAutoFit/>
          </a:bodyPr>
          <a:lstStyle/>
          <a:p>
            <a:pPr algn="l"/>
            <a:r>
              <a:rPr lang="zh-CN" altLang="en-US" sz="2000" dirty="0"/>
              <a:t>三、恒定电流场</a:t>
            </a:r>
            <a:r>
              <a:rPr lang="en-US" altLang="zh-CN" sz="2000" dirty="0">
                <a:sym typeface="+mn-ea"/>
              </a:rPr>
              <a:t>—</a:t>
            </a:r>
            <a:r>
              <a:rPr lang="zh-CN" altLang="en-US" sz="2000" dirty="0">
                <a:sym typeface="+mn-ea"/>
              </a:rPr>
              <a:t>介质中的电流</a:t>
            </a:r>
            <a:r>
              <a:rPr lang="zh-CN" altLang="en-US" sz="2000" dirty="0">
                <a:sym typeface="+mn-ea"/>
              </a:rPr>
              <a:t>场</a:t>
            </a:r>
            <a:endParaRPr lang="zh-CN" altLang="en-US" sz="2000" dirty="0">
              <a:sym typeface="+mn-ea"/>
            </a:endParaRPr>
          </a:p>
        </p:txBody>
      </p:sp>
      <p:graphicFrame>
        <p:nvGraphicFramePr>
          <p:cNvPr id="40" name="对象 39">
            <a:hlinkClick r:id="" action="ppaction://ole?verb="/>
          </p:cNvPr>
          <p:cNvGraphicFramePr>
            <a:graphicFrameLocks noChangeAspect="1"/>
          </p:cNvGraphicFramePr>
          <p:nvPr/>
        </p:nvGraphicFramePr>
        <p:xfrm>
          <a:off x="1096010" y="1378585"/>
          <a:ext cx="5473700" cy="1854200"/>
        </p:xfrm>
        <a:graphic>
          <a:graphicData uri="http://schemas.openxmlformats.org/presentationml/2006/ole">
            <mc:AlternateContent xmlns:mc="http://schemas.openxmlformats.org/markup-compatibility/2006">
              <mc:Choice xmlns:v="urn:schemas-microsoft-com:vml" Requires="v">
                <p:oleObj spid="_x0000_s41" name="" r:id="rId1" imgW="5473700" imgH="1854200" progId="Equation.KSEE3">
                  <p:embed/>
                </p:oleObj>
              </mc:Choice>
              <mc:Fallback>
                <p:oleObj name="" r:id="rId1" imgW="5473700" imgH="1854200" progId="Equation.KSEE3">
                  <p:embed/>
                  <p:pic>
                    <p:nvPicPr>
                      <p:cNvPr id="0" name="图片 1024"/>
                      <p:cNvPicPr/>
                      <p:nvPr/>
                    </p:nvPicPr>
                    <p:blipFill>
                      <a:blip r:embed="rId2"/>
                      <a:stretch>
                        <a:fillRect/>
                      </a:stretch>
                    </p:blipFill>
                    <p:spPr>
                      <a:xfrm>
                        <a:off x="1096010" y="1378585"/>
                        <a:ext cx="5473700" cy="1854200"/>
                      </a:xfrm>
                      <a:prstGeom prst="rect">
                        <a:avLst/>
                      </a:prstGeom>
                    </p:spPr>
                  </p:pic>
                </p:oleObj>
              </mc:Fallback>
            </mc:AlternateContent>
          </a:graphicData>
        </a:graphic>
      </p:graphicFrame>
      <p:sp>
        <p:nvSpPr>
          <p:cNvPr id="2" name="文本框 1"/>
          <p:cNvSpPr txBox="1"/>
          <p:nvPr/>
        </p:nvSpPr>
        <p:spPr>
          <a:xfrm>
            <a:off x="1021715" y="963295"/>
            <a:ext cx="2681605" cy="337185"/>
          </a:xfrm>
          <a:prstGeom prst="rect">
            <a:avLst/>
          </a:prstGeom>
          <a:noFill/>
        </p:spPr>
        <p:txBody>
          <a:bodyPr wrap="square" rtlCol="0">
            <a:spAutoFit/>
          </a:bodyPr>
          <a:p>
            <a:r>
              <a:rPr lang="zh-CN" altLang="en-US" sz="1600"/>
              <a:t>导体中的恒定</a:t>
            </a:r>
            <a:r>
              <a:rPr lang="zh-CN" altLang="en-US" sz="1600"/>
              <a:t>电流场的计算</a:t>
            </a:r>
            <a:endParaRPr lang="zh-CN" altLang="en-US" sz="1600"/>
          </a:p>
        </p:txBody>
      </p:sp>
      <p:graphicFrame>
        <p:nvGraphicFramePr>
          <p:cNvPr id="3" name="对象 2">
            <a:hlinkClick r:id="" action="ppaction://ole?verb="/>
          </p:cNvPr>
          <p:cNvGraphicFramePr>
            <a:graphicFrameLocks noChangeAspect="1"/>
          </p:cNvGraphicFramePr>
          <p:nvPr/>
        </p:nvGraphicFramePr>
        <p:xfrm>
          <a:off x="1347788" y="1783080"/>
          <a:ext cx="5221605" cy="1118870"/>
        </p:xfrm>
        <a:graphic>
          <a:graphicData uri="http://schemas.openxmlformats.org/presentationml/2006/ole">
            <mc:AlternateContent xmlns:mc="http://schemas.openxmlformats.org/markup-compatibility/2006">
              <mc:Choice xmlns:v="urn:schemas-microsoft-com:vml" Requires="v">
                <p:oleObj spid="_x0000_s5" name="" r:id="rId3" imgW="6756400" imgH="1447800" progId="Equation.KSEE3">
                  <p:embed/>
                </p:oleObj>
              </mc:Choice>
              <mc:Fallback>
                <p:oleObj name="" r:id="rId3" imgW="6756400" imgH="1447800" progId="Equation.KSEE3">
                  <p:embed/>
                  <p:pic>
                    <p:nvPicPr>
                      <p:cNvPr id="0" name="图片 1024"/>
                      <p:cNvPicPr/>
                      <p:nvPr/>
                    </p:nvPicPr>
                    <p:blipFill>
                      <a:blip r:embed="rId4"/>
                      <a:stretch>
                        <a:fillRect/>
                      </a:stretch>
                    </p:blipFill>
                    <p:spPr>
                      <a:xfrm>
                        <a:off x="1347788" y="1783080"/>
                        <a:ext cx="5221605" cy="1118870"/>
                      </a:xfrm>
                      <a:prstGeom prst="rect">
                        <a:avLst/>
                      </a:prstGeom>
                    </p:spPr>
                  </p:pic>
                </p:oleObj>
              </mc:Fallback>
            </mc:AlternateContent>
          </a:graphicData>
        </a:graphic>
      </p:graphicFrame>
      <p:sp>
        <p:nvSpPr>
          <p:cNvPr id="6" name="文本框 5"/>
          <p:cNvSpPr txBox="1"/>
          <p:nvPr/>
        </p:nvSpPr>
        <p:spPr>
          <a:xfrm>
            <a:off x="1348105" y="3556000"/>
            <a:ext cx="4962525" cy="275590"/>
          </a:xfrm>
          <a:prstGeom prst="rect">
            <a:avLst/>
          </a:prstGeom>
          <a:noFill/>
        </p:spPr>
        <p:txBody>
          <a:bodyPr wrap="square" rtlCol="0">
            <a:spAutoFit/>
          </a:bodyPr>
          <a:p>
            <a:r>
              <a:rPr lang="zh-CN" altLang="en-US" sz="1200"/>
              <a:t>例：在一个圆柱导体的上下表面外加直流电源，求其内部</a:t>
            </a:r>
            <a:r>
              <a:rPr lang="zh-CN" altLang="en-US" sz="1200"/>
              <a:t>的电场和</a:t>
            </a:r>
            <a:r>
              <a:rPr lang="zh-CN" altLang="en-US" sz="1200"/>
              <a:t>电流</a:t>
            </a:r>
            <a:endParaRPr lang="zh-CN" altLang="en-US" sz="1200"/>
          </a:p>
        </p:txBody>
      </p:sp>
      <p:pic>
        <p:nvPicPr>
          <p:cNvPr id="8" name="图片 7"/>
          <p:cNvPicPr>
            <a:picLocks noChangeAspect="1"/>
          </p:cNvPicPr>
          <p:nvPr/>
        </p:nvPicPr>
        <p:blipFill>
          <a:blip r:embed="rId5"/>
          <a:stretch>
            <a:fillRect/>
          </a:stretch>
        </p:blipFill>
        <p:spPr>
          <a:xfrm>
            <a:off x="7002145" y="3469640"/>
            <a:ext cx="2839720" cy="2792730"/>
          </a:xfrm>
          <a:prstGeom prst="rect">
            <a:avLst/>
          </a:prstGeom>
        </p:spPr>
      </p:pic>
      <p:sp>
        <p:nvSpPr>
          <p:cNvPr id="35" name="文本框 34"/>
          <p:cNvSpPr txBox="1"/>
          <p:nvPr/>
        </p:nvSpPr>
        <p:spPr>
          <a:xfrm>
            <a:off x="1619885" y="3839845"/>
            <a:ext cx="4481195" cy="398780"/>
          </a:xfrm>
          <a:prstGeom prst="rect">
            <a:avLst/>
          </a:prstGeom>
          <a:noFill/>
        </p:spPr>
        <p:txBody>
          <a:bodyPr wrap="square" rtlCol="0">
            <a:spAutoFit/>
          </a:bodyPr>
          <a:p>
            <a:pPr algn="l">
              <a:buClrTx/>
              <a:buSzTx/>
              <a:buFontTx/>
            </a:pPr>
            <a:r>
              <a:rPr lang="en-US" altLang="zh-CN" sz="1000"/>
              <a:t>   </a:t>
            </a:r>
            <a:r>
              <a:rPr lang="zh-CN" altLang="en-US" sz="1000">
                <a:sym typeface="+mn-ea"/>
              </a:rPr>
              <a:t>一个实心的</a:t>
            </a:r>
            <a:r>
              <a:rPr lang="zh-CN" altLang="en-US" sz="1000"/>
              <a:t>圆柱导体半径为</a:t>
            </a:r>
            <a:r>
              <a:rPr lang="en-US" altLang="zh-CN" sz="1000"/>
              <a:t>a</a:t>
            </a:r>
            <a:r>
              <a:rPr lang="zh-CN" altLang="en-US" sz="1000"/>
              <a:t>，高为</a:t>
            </a:r>
            <a:r>
              <a:rPr lang="en-US" altLang="zh-CN" sz="1000"/>
              <a:t>L</a:t>
            </a:r>
            <a:r>
              <a:rPr lang="zh-CN" altLang="en-US" sz="1000"/>
              <a:t>，在其上下表面外接直流电源，其下表面电压为</a:t>
            </a:r>
            <a:r>
              <a:rPr lang="en-US" sz="1000">
                <a:sym typeface="+mn-ea"/>
              </a:rPr>
              <a:t>0</a:t>
            </a:r>
            <a:r>
              <a:rPr lang="zh-CN" altLang="en-US" sz="1000"/>
              <a:t>，上表面电压为</a:t>
            </a:r>
            <a:r>
              <a:rPr lang="en-US" sz="1000">
                <a:sym typeface="+mn-ea"/>
              </a:rPr>
              <a:t>V</a:t>
            </a:r>
            <a:r>
              <a:rPr lang="en-US" sz="1000" baseline="-25000">
                <a:sym typeface="+mn-ea"/>
              </a:rPr>
              <a:t>0</a:t>
            </a:r>
            <a:r>
              <a:rPr lang="zh-CN" altLang="en-US" sz="1000">
                <a:sym typeface="+mn-ea"/>
              </a:rPr>
              <a:t>，求圆柱导体内部的电位、电场和电流密度</a:t>
            </a:r>
            <a:r>
              <a:rPr lang="zh-CN" altLang="en-US" sz="1000">
                <a:sym typeface="+mn-ea"/>
              </a:rPr>
              <a:t>分布。</a:t>
            </a:r>
            <a:endParaRPr lang="zh-CN" altLang="en-US" sz="1000">
              <a:sym typeface="+mn-ea"/>
            </a:endParaRPr>
          </a:p>
        </p:txBody>
      </p:sp>
      <p:graphicFrame>
        <p:nvGraphicFramePr>
          <p:cNvPr id="36" name="对象 35">
            <a:hlinkClick r:id="" action="ppaction://ole?verb="/>
          </p:cNvPr>
          <p:cNvGraphicFramePr>
            <a:graphicFrameLocks noChangeAspect="1"/>
          </p:cNvGraphicFramePr>
          <p:nvPr/>
        </p:nvGraphicFramePr>
        <p:xfrm>
          <a:off x="1760538" y="4545966"/>
          <a:ext cx="4312920" cy="1716405"/>
        </p:xfrm>
        <a:graphic>
          <a:graphicData uri="http://schemas.openxmlformats.org/presentationml/2006/ole">
            <mc:AlternateContent xmlns:mc="http://schemas.openxmlformats.org/markup-compatibility/2006">
              <mc:Choice xmlns:v="urn:schemas-microsoft-com:vml" Requires="v">
                <p:oleObj spid="_x0000_s37" name="" r:id="rId6" imgW="4914900" imgH="1930400" progId="Equation.KSEE3">
                  <p:embed/>
                </p:oleObj>
              </mc:Choice>
              <mc:Fallback>
                <p:oleObj name="" r:id="rId6" imgW="4914900" imgH="1930400" progId="Equation.KSEE3">
                  <p:embed/>
                  <p:pic>
                    <p:nvPicPr>
                      <p:cNvPr id="0" name="图片 1024"/>
                      <p:cNvPicPr/>
                      <p:nvPr/>
                    </p:nvPicPr>
                    <p:blipFill>
                      <a:blip r:embed="rId7"/>
                      <a:stretch>
                        <a:fillRect/>
                      </a:stretch>
                    </p:blipFill>
                    <p:spPr>
                      <a:xfrm>
                        <a:off x="1760538" y="4545966"/>
                        <a:ext cx="4312920" cy="1716405"/>
                      </a:xfrm>
                      <a:prstGeom prst="rect">
                        <a:avLst/>
                      </a:prstGeom>
                    </p:spPr>
                  </p:pic>
                </p:oleObj>
              </mc:Fallback>
            </mc:AlternateContent>
          </a:graphicData>
        </a:graphic>
      </p:graphicFrame>
      <p:sp>
        <p:nvSpPr>
          <p:cNvPr id="46" name="文本框 45"/>
          <p:cNvSpPr txBox="1"/>
          <p:nvPr/>
        </p:nvSpPr>
        <p:spPr>
          <a:xfrm>
            <a:off x="1675765" y="4300220"/>
            <a:ext cx="619125" cy="275590"/>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stretch>
            <a:fillRect/>
          </a:stretch>
        </p:blipFill>
        <p:spPr>
          <a:xfrm>
            <a:off x="8688070" y="200660"/>
            <a:ext cx="2656205" cy="2479040"/>
          </a:xfrm>
          <a:prstGeom prst="rect">
            <a:avLst/>
          </a:prstGeom>
        </p:spPr>
      </p:pic>
      <p:sp>
        <p:nvSpPr>
          <p:cNvPr id="4" name="文本框 3"/>
          <p:cNvSpPr txBox="1"/>
          <p:nvPr/>
        </p:nvSpPr>
        <p:spPr>
          <a:xfrm>
            <a:off x="478367" y="386526"/>
            <a:ext cx="3484880" cy="398780"/>
          </a:xfrm>
          <a:prstGeom prst="rect">
            <a:avLst/>
          </a:prstGeom>
          <a:noFill/>
        </p:spPr>
        <p:txBody>
          <a:bodyPr wrap="none" rtlCol="0">
            <a:spAutoFit/>
          </a:bodyPr>
          <a:lstStyle/>
          <a:p>
            <a:pPr algn="l"/>
            <a:r>
              <a:rPr lang="zh-CN" altLang="en-US" sz="2000" dirty="0">
                <a:sym typeface="+mn-ea"/>
              </a:rPr>
              <a:t>三、</a:t>
            </a:r>
            <a:r>
              <a:rPr lang="zh-CN" altLang="en-US" sz="2000" dirty="0"/>
              <a:t>静磁场</a:t>
            </a:r>
            <a:r>
              <a:rPr lang="en-US" altLang="zh-CN" sz="2000" dirty="0"/>
              <a:t>—</a:t>
            </a:r>
            <a:r>
              <a:rPr lang="zh-CN" altLang="en-US" sz="2000" dirty="0"/>
              <a:t>真空中的静</a:t>
            </a:r>
            <a:r>
              <a:rPr lang="zh-CN" altLang="en-US" sz="2000" dirty="0"/>
              <a:t>磁场</a:t>
            </a:r>
            <a:endParaRPr lang="zh-CN" altLang="en-US" sz="2000" dirty="0"/>
          </a:p>
        </p:txBody>
      </p:sp>
      <p:sp>
        <p:nvSpPr>
          <p:cNvPr id="19" name="文本框 18"/>
          <p:cNvSpPr txBox="1"/>
          <p:nvPr/>
        </p:nvSpPr>
        <p:spPr>
          <a:xfrm>
            <a:off x="9959280" y="5884081"/>
            <a:ext cx="1249680" cy="275590"/>
          </a:xfrm>
          <a:prstGeom prst="rect">
            <a:avLst/>
          </a:prstGeom>
          <a:noFill/>
        </p:spPr>
        <p:txBody>
          <a:bodyPr wrap="none" rtlCol="0">
            <a:spAutoFit/>
          </a:bodyPr>
          <a:lstStyle/>
          <a:p>
            <a:r>
              <a:rPr lang="zh-CN" altLang="en-US" sz="1200" dirty="0"/>
              <a:t>直线电流的</a:t>
            </a:r>
            <a:r>
              <a:rPr lang="zh-CN" altLang="en-US" sz="1200" dirty="0"/>
              <a:t>磁场</a:t>
            </a:r>
            <a:endParaRPr lang="zh-CN" altLang="en-US" sz="1200" dirty="0"/>
          </a:p>
        </p:txBody>
      </p:sp>
      <p:graphicFrame>
        <p:nvGraphicFramePr>
          <p:cNvPr id="3" name="对象 2">
            <a:hlinkClick r:id="" action="ppaction://ole?verb="/>
          </p:cNvPr>
          <p:cNvGraphicFramePr>
            <a:graphicFrameLocks noChangeAspect="1"/>
          </p:cNvGraphicFramePr>
          <p:nvPr/>
        </p:nvGraphicFramePr>
        <p:xfrm>
          <a:off x="895985" y="1020445"/>
          <a:ext cx="7251700" cy="977900"/>
        </p:xfrm>
        <a:graphic>
          <a:graphicData uri="http://schemas.openxmlformats.org/presentationml/2006/ole">
            <mc:AlternateContent xmlns:mc="http://schemas.openxmlformats.org/markup-compatibility/2006">
              <mc:Choice xmlns:v="urn:schemas-microsoft-com:vml" Requires="v">
                <p:oleObj spid="_x0000_s6" name="" r:id="rId2" imgW="7251700" imgH="977900" progId="Equation.KSEE3">
                  <p:embed/>
                </p:oleObj>
              </mc:Choice>
              <mc:Fallback>
                <p:oleObj name="" r:id="rId2" imgW="7251700" imgH="977900" progId="Equation.KSEE3">
                  <p:embed/>
                  <p:pic>
                    <p:nvPicPr>
                      <p:cNvPr id="0" name="图片 1024"/>
                      <p:cNvPicPr/>
                      <p:nvPr/>
                    </p:nvPicPr>
                    <p:blipFill>
                      <a:blip r:embed="rId3"/>
                      <a:stretch>
                        <a:fillRect/>
                      </a:stretch>
                    </p:blipFill>
                    <p:spPr>
                      <a:xfrm>
                        <a:off x="895985" y="1020445"/>
                        <a:ext cx="7251700" cy="977900"/>
                      </a:xfrm>
                      <a:prstGeom prst="rect">
                        <a:avLst/>
                      </a:prstGeom>
                    </p:spPr>
                  </p:pic>
                </p:oleObj>
              </mc:Fallback>
            </mc:AlternateContent>
          </a:graphicData>
        </a:graphic>
      </p:graphicFrame>
      <p:pic>
        <p:nvPicPr>
          <p:cNvPr id="62" name="图片 61"/>
          <p:cNvPicPr>
            <a:picLocks noChangeAspect="1"/>
          </p:cNvPicPr>
          <p:nvPr/>
        </p:nvPicPr>
        <p:blipFill>
          <a:blip r:embed="rId4"/>
          <a:stretch>
            <a:fillRect/>
          </a:stretch>
        </p:blipFill>
        <p:spPr>
          <a:xfrm flipH="1" flipV="1">
            <a:off x="2556510" y="2364740"/>
            <a:ext cx="1620520" cy="3366770"/>
          </a:xfrm>
          <a:prstGeom prst="rect">
            <a:avLst/>
          </a:prstGeom>
        </p:spPr>
      </p:pic>
      <p:pic>
        <p:nvPicPr>
          <p:cNvPr id="61" name="图片 60"/>
          <p:cNvPicPr>
            <a:picLocks noChangeAspect="1"/>
          </p:cNvPicPr>
          <p:nvPr/>
        </p:nvPicPr>
        <p:blipFill>
          <a:blip r:embed="rId4"/>
          <a:stretch>
            <a:fillRect/>
          </a:stretch>
        </p:blipFill>
        <p:spPr>
          <a:xfrm>
            <a:off x="5777230" y="2364740"/>
            <a:ext cx="1620520" cy="3366770"/>
          </a:xfrm>
          <a:prstGeom prst="rect">
            <a:avLst/>
          </a:prstGeom>
        </p:spPr>
      </p:pic>
      <p:graphicFrame>
        <p:nvGraphicFramePr>
          <p:cNvPr id="7" name="对象 6">
            <a:hlinkClick r:id="" action="ppaction://ole?verb="/>
          </p:cNvPr>
          <p:cNvGraphicFramePr>
            <a:graphicFrameLocks noChangeAspect="1"/>
          </p:cNvGraphicFramePr>
          <p:nvPr/>
        </p:nvGraphicFramePr>
        <p:xfrm>
          <a:off x="4434841" y="5541010"/>
          <a:ext cx="1084580" cy="342900"/>
        </p:xfrm>
        <a:graphic>
          <a:graphicData uri="http://schemas.openxmlformats.org/presentationml/2006/ole">
            <mc:AlternateContent xmlns:mc="http://schemas.openxmlformats.org/markup-compatibility/2006">
              <mc:Choice xmlns:v="urn:schemas-microsoft-com:vml" Requires="v">
                <p:oleObj spid="_x0000_s8" name="" r:id="rId5" imgW="723900" imgH="228600" progId="Equation.KSEE3">
                  <p:embed/>
                </p:oleObj>
              </mc:Choice>
              <mc:Fallback>
                <p:oleObj name="" r:id="rId5" imgW="723900" imgH="228600" progId="Equation.KSEE3">
                  <p:embed/>
                  <p:pic>
                    <p:nvPicPr>
                      <p:cNvPr id="0" name="图片 1024"/>
                      <p:cNvPicPr/>
                      <p:nvPr/>
                    </p:nvPicPr>
                    <p:blipFill>
                      <a:blip r:embed="rId6"/>
                      <a:stretch>
                        <a:fillRect/>
                      </a:stretch>
                    </p:blipFill>
                    <p:spPr>
                      <a:xfrm>
                        <a:off x="4434841" y="5541010"/>
                        <a:ext cx="1084580" cy="34290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4352290" y="3858578"/>
          <a:ext cx="1415415" cy="359410"/>
        </p:xfrm>
        <a:graphic>
          <a:graphicData uri="http://schemas.openxmlformats.org/presentationml/2006/ole">
            <mc:AlternateContent xmlns:mc="http://schemas.openxmlformats.org/markup-compatibility/2006">
              <mc:Choice xmlns:v="urn:schemas-microsoft-com:vml" Requires="v">
                <p:oleObj spid="_x0000_s10" name="" r:id="rId7" imgW="901700" imgH="228600" progId="Equation.KSEE3">
                  <p:embed/>
                </p:oleObj>
              </mc:Choice>
              <mc:Fallback>
                <p:oleObj name="" r:id="rId7" imgW="901700" imgH="228600" progId="Equation.KSEE3">
                  <p:embed/>
                  <p:pic>
                    <p:nvPicPr>
                      <p:cNvPr id="0" name="图片 1024"/>
                      <p:cNvPicPr/>
                      <p:nvPr/>
                    </p:nvPicPr>
                    <p:blipFill>
                      <a:blip r:embed="rId8"/>
                      <a:stretch>
                        <a:fillRect/>
                      </a:stretch>
                    </p:blipFill>
                    <p:spPr>
                      <a:xfrm>
                        <a:off x="4352290" y="3858578"/>
                        <a:ext cx="1415415" cy="35941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4407535" y="2276793"/>
          <a:ext cx="1116965" cy="347980"/>
        </p:xfrm>
        <a:graphic>
          <a:graphicData uri="http://schemas.openxmlformats.org/presentationml/2006/ole">
            <mc:AlternateContent xmlns:mc="http://schemas.openxmlformats.org/markup-compatibility/2006">
              <mc:Choice xmlns:v="urn:schemas-microsoft-com:vml" Requires="v">
                <p:oleObj spid="_x0000_s12" name="" r:id="rId9" imgW="736600" imgH="228600" progId="Equation.KSEE3">
                  <p:embed/>
                </p:oleObj>
              </mc:Choice>
              <mc:Fallback>
                <p:oleObj name="" r:id="rId9" imgW="736600" imgH="228600" progId="Equation.KSEE3">
                  <p:embed/>
                  <p:pic>
                    <p:nvPicPr>
                      <p:cNvPr id="0" name="图片 1024"/>
                      <p:cNvPicPr/>
                      <p:nvPr/>
                    </p:nvPicPr>
                    <p:blipFill>
                      <a:blip r:embed="rId10"/>
                      <a:stretch>
                        <a:fillRect/>
                      </a:stretch>
                    </p:blipFill>
                    <p:spPr>
                      <a:xfrm>
                        <a:off x="4407535" y="2276793"/>
                        <a:ext cx="1116965" cy="347980"/>
                      </a:xfrm>
                      <a:prstGeom prst="rect">
                        <a:avLst/>
                      </a:prstGeom>
                    </p:spPr>
                  </p:pic>
                </p:oleObj>
              </mc:Fallback>
            </mc:AlternateContent>
          </a:graphicData>
        </a:graphic>
      </p:graphicFrame>
      <p:cxnSp>
        <p:nvCxnSpPr>
          <p:cNvPr id="31" name="直接箭头连接符 30"/>
          <p:cNvCxnSpPr/>
          <p:nvPr/>
        </p:nvCxnSpPr>
        <p:spPr>
          <a:xfrm flipV="1">
            <a:off x="4863465" y="425323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3" name="对象 32">
            <a:hlinkClick r:id="" action="ppaction://ole?verb="/>
          </p:cNvPr>
          <p:cNvGraphicFramePr>
            <a:graphicFrameLocks noChangeAspect="1"/>
          </p:cNvGraphicFramePr>
          <p:nvPr/>
        </p:nvGraphicFramePr>
        <p:xfrm>
          <a:off x="2929573" y="4498023"/>
          <a:ext cx="1844675" cy="516255"/>
        </p:xfrm>
        <a:graphic>
          <a:graphicData uri="http://schemas.openxmlformats.org/presentationml/2006/ole">
            <mc:AlternateContent xmlns:mc="http://schemas.openxmlformats.org/markup-compatibility/2006">
              <mc:Choice xmlns:v="urn:schemas-microsoft-com:vml" Requires="v">
                <p:oleObj spid="_x0000_s34" name="" r:id="rId11" imgW="1790700" imgH="495300" progId="Equation.KSEE3">
                  <p:embed/>
                </p:oleObj>
              </mc:Choice>
              <mc:Fallback>
                <p:oleObj name="" r:id="rId11" imgW="1790700" imgH="495300" progId="Equation.KSEE3">
                  <p:embed/>
                  <p:pic>
                    <p:nvPicPr>
                      <p:cNvPr id="0" name="图片 1024"/>
                      <p:cNvPicPr/>
                      <p:nvPr/>
                    </p:nvPicPr>
                    <p:blipFill>
                      <a:blip r:embed="rId12"/>
                      <a:stretch>
                        <a:fillRect/>
                      </a:stretch>
                    </p:blipFill>
                    <p:spPr>
                      <a:xfrm>
                        <a:off x="2929573" y="4498023"/>
                        <a:ext cx="1844675" cy="516255"/>
                      </a:xfrm>
                      <a:prstGeom prst="rect">
                        <a:avLst/>
                      </a:prstGeom>
                    </p:spPr>
                  </p:pic>
                </p:oleObj>
              </mc:Fallback>
            </mc:AlternateContent>
          </a:graphicData>
        </a:graphic>
      </p:graphicFrame>
      <p:cxnSp>
        <p:nvCxnSpPr>
          <p:cNvPr id="36" name="直接箭头连接符 35"/>
          <p:cNvCxnSpPr/>
          <p:nvPr/>
        </p:nvCxnSpPr>
        <p:spPr>
          <a:xfrm>
            <a:off x="5080000" y="428752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7" name="对象 36">
            <a:hlinkClick r:id="" action="ppaction://ole?verb="/>
          </p:cNvPr>
          <p:cNvGraphicFramePr>
            <a:graphicFrameLocks noChangeAspect="1"/>
          </p:cNvGraphicFramePr>
          <p:nvPr/>
        </p:nvGraphicFramePr>
        <p:xfrm>
          <a:off x="5187315" y="4523423"/>
          <a:ext cx="1849120" cy="462280"/>
        </p:xfrm>
        <a:graphic>
          <a:graphicData uri="http://schemas.openxmlformats.org/presentationml/2006/ole">
            <mc:AlternateContent xmlns:mc="http://schemas.openxmlformats.org/markup-compatibility/2006">
              <mc:Choice xmlns:v="urn:schemas-microsoft-com:vml" Requires="v">
                <p:oleObj spid="_x0000_s38" name="" r:id="rId13" imgW="1841500" imgH="457200" progId="Equation.KSEE3">
                  <p:embed/>
                </p:oleObj>
              </mc:Choice>
              <mc:Fallback>
                <p:oleObj name="" r:id="rId13" imgW="1841500" imgH="457200" progId="Equation.KSEE3">
                  <p:embed/>
                  <p:pic>
                    <p:nvPicPr>
                      <p:cNvPr id="0" name="图片 1024"/>
                      <p:cNvPicPr/>
                      <p:nvPr/>
                    </p:nvPicPr>
                    <p:blipFill>
                      <a:blip r:embed="rId14">
                        <a:duotone>
                          <a:schemeClr val="accent2">
                            <a:shade val="45000"/>
                            <a:satMod val="135000"/>
                          </a:schemeClr>
                          <a:prstClr val="white"/>
                        </a:duotone>
                      </a:blip>
                      <a:stretch>
                        <a:fillRect/>
                      </a:stretch>
                    </p:blipFill>
                    <p:spPr>
                      <a:xfrm>
                        <a:off x="5187315" y="4523423"/>
                        <a:ext cx="1849120" cy="462280"/>
                      </a:xfrm>
                      <a:prstGeom prst="rect">
                        <a:avLst/>
                      </a:prstGeom>
                    </p:spPr>
                  </p:pic>
                </p:oleObj>
              </mc:Fallback>
            </mc:AlternateContent>
          </a:graphicData>
        </a:graphic>
      </p:graphicFrame>
      <p:cxnSp>
        <p:nvCxnSpPr>
          <p:cNvPr id="39" name="直接箭头连接符 38"/>
          <p:cNvCxnSpPr/>
          <p:nvPr/>
        </p:nvCxnSpPr>
        <p:spPr>
          <a:xfrm flipV="1">
            <a:off x="4859655" y="264985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5076190" y="268414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41" name="对象 40">
            <a:hlinkClick r:id="" action="ppaction://ole?verb="/>
          </p:cNvPr>
          <p:cNvGraphicFramePr>
            <a:graphicFrameLocks noChangeAspect="1"/>
          </p:cNvGraphicFramePr>
          <p:nvPr/>
        </p:nvGraphicFramePr>
        <p:xfrm>
          <a:off x="3150235" y="2965450"/>
          <a:ext cx="1602740" cy="667385"/>
        </p:xfrm>
        <a:graphic>
          <a:graphicData uri="http://schemas.openxmlformats.org/presentationml/2006/ole">
            <mc:AlternateContent xmlns:mc="http://schemas.openxmlformats.org/markup-compatibility/2006">
              <mc:Choice xmlns:v="urn:schemas-microsoft-com:vml" Requires="v">
                <p:oleObj spid="_x0000_s42" name="" r:id="rId15" imgW="1714500" imgH="711200" progId="Equation.KSEE3">
                  <p:embed/>
                </p:oleObj>
              </mc:Choice>
              <mc:Fallback>
                <p:oleObj name="" r:id="rId15" imgW="1714500" imgH="711200" progId="Equation.KSEE3">
                  <p:embed/>
                  <p:pic>
                    <p:nvPicPr>
                      <p:cNvPr id="0" name="图片 1024"/>
                      <p:cNvPicPr/>
                      <p:nvPr/>
                    </p:nvPicPr>
                    <p:blipFill>
                      <a:blip r:embed="rId16"/>
                      <a:stretch>
                        <a:fillRect/>
                      </a:stretch>
                    </p:blipFill>
                    <p:spPr>
                      <a:xfrm>
                        <a:off x="3150235" y="2965450"/>
                        <a:ext cx="1602740" cy="667385"/>
                      </a:xfrm>
                      <a:prstGeom prst="rect">
                        <a:avLst/>
                      </a:prstGeom>
                    </p:spPr>
                  </p:pic>
                </p:oleObj>
              </mc:Fallback>
            </mc:AlternateContent>
          </a:graphicData>
        </a:graphic>
      </p:graphicFrame>
      <p:graphicFrame>
        <p:nvGraphicFramePr>
          <p:cNvPr id="43" name="对象 42">
            <a:hlinkClick r:id="" action="ppaction://ole?verb="/>
          </p:cNvPr>
          <p:cNvGraphicFramePr>
            <a:graphicFrameLocks noChangeAspect="1"/>
          </p:cNvGraphicFramePr>
          <p:nvPr/>
        </p:nvGraphicFramePr>
        <p:xfrm>
          <a:off x="5154295" y="2965450"/>
          <a:ext cx="1386840" cy="477520"/>
        </p:xfrm>
        <a:graphic>
          <a:graphicData uri="http://schemas.openxmlformats.org/presentationml/2006/ole">
            <mc:AlternateContent xmlns:mc="http://schemas.openxmlformats.org/markup-compatibility/2006">
              <mc:Choice xmlns:v="urn:schemas-microsoft-com:vml" Requires="v">
                <p:oleObj spid="_x0000_s44" name="" r:id="rId17" imgW="1409700" imgH="482600" progId="Equation.KSEE3">
                  <p:embed/>
                </p:oleObj>
              </mc:Choice>
              <mc:Fallback>
                <p:oleObj name="" r:id="rId17" imgW="1409700" imgH="482600" progId="Equation.KSEE3">
                  <p:embed/>
                  <p:pic>
                    <p:nvPicPr>
                      <p:cNvPr id="0" name="图片 1024"/>
                      <p:cNvPicPr/>
                      <p:nvPr/>
                    </p:nvPicPr>
                    <p:blipFill>
                      <a:blip r:embed="rId18"/>
                      <a:stretch>
                        <a:fillRect/>
                      </a:stretch>
                    </p:blipFill>
                    <p:spPr>
                      <a:xfrm>
                        <a:off x="5154295" y="2965450"/>
                        <a:ext cx="1386840" cy="477520"/>
                      </a:xfrm>
                      <a:prstGeom prst="rect">
                        <a:avLst/>
                      </a:prstGeom>
                    </p:spPr>
                  </p:pic>
                </p:oleObj>
              </mc:Fallback>
            </mc:AlternateContent>
          </a:graphicData>
        </a:graphic>
      </p:graphicFrame>
      <p:graphicFrame>
        <p:nvGraphicFramePr>
          <p:cNvPr id="63" name="对象 62">
            <a:hlinkClick r:id="" action="ppaction://ole?verb="/>
          </p:cNvPr>
          <p:cNvGraphicFramePr>
            <a:graphicFrameLocks noChangeAspect="1"/>
          </p:cNvGraphicFramePr>
          <p:nvPr/>
        </p:nvGraphicFramePr>
        <p:xfrm>
          <a:off x="1219835" y="2950845"/>
          <a:ext cx="1500505" cy="530860"/>
        </p:xfrm>
        <a:graphic>
          <a:graphicData uri="http://schemas.openxmlformats.org/presentationml/2006/ole">
            <mc:AlternateContent xmlns:mc="http://schemas.openxmlformats.org/markup-compatibility/2006">
              <mc:Choice xmlns:v="urn:schemas-microsoft-com:vml" Requires="v">
                <p:oleObj spid="_x0000_s64" name="" r:id="rId19" imgW="1333500" imgH="469900" progId="Equation.KSEE3">
                  <p:embed/>
                </p:oleObj>
              </mc:Choice>
              <mc:Fallback>
                <p:oleObj name="" r:id="rId19" imgW="1333500" imgH="469900" progId="Equation.KSEE3">
                  <p:embed/>
                  <p:pic>
                    <p:nvPicPr>
                      <p:cNvPr id="0" name="图片 1024"/>
                      <p:cNvPicPr/>
                      <p:nvPr/>
                    </p:nvPicPr>
                    <p:blipFill>
                      <a:blip r:embed="rId20"/>
                      <a:stretch>
                        <a:fillRect/>
                      </a:stretch>
                    </p:blipFill>
                    <p:spPr>
                      <a:xfrm>
                        <a:off x="1219835" y="2950845"/>
                        <a:ext cx="1500505" cy="530860"/>
                      </a:xfrm>
                      <a:prstGeom prst="rect">
                        <a:avLst/>
                      </a:prstGeom>
                    </p:spPr>
                  </p:pic>
                </p:oleObj>
              </mc:Fallback>
            </mc:AlternateContent>
          </a:graphicData>
        </a:graphic>
      </p:graphicFrame>
      <p:graphicFrame>
        <p:nvGraphicFramePr>
          <p:cNvPr id="65" name="对象 64">
            <a:hlinkClick r:id="" action="ppaction://ole?verb="/>
          </p:cNvPr>
          <p:cNvGraphicFramePr>
            <a:graphicFrameLocks noChangeAspect="1"/>
          </p:cNvGraphicFramePr>
          <p:nvPr/>
        </p:nvGraphicFramePr>
        <p:xfrm>
          <a:off x="7317105" y="3133725"/>
          <a:ext cx="1808480" cy="299720"/>
        </p:xfrm>
        <a:graphic>
          <a:graphicData uri="http://schemas.openxmlformats.org/presentationml/2006/ole">
            <mc:AlternateContent xmlns:mc="http://schemas.openxmlformats.org/markup-compatibility/2006">
              <mc:Choice xmlns:v="urn:schemas-microsoft-com:vml" Requires="v">
                <p:oleObj spid="_x0000_s66" name="" r:id="rId21" imgW="1536700" imgH="254000" progId="Equation.KSEE3">
                  <p:embed/>
                </p:oleObj>
              </mc:Choice>
              <mc:Fallback>
                <p:oleObj name="" r:id="rId21" imgW="1536700" imgH="254000" progId="Equation.KSEE3">
                  <p:embed/>
                  <p:pic>
                    <p:nvPicPr>
                      <p:cNvPr id="0" name="图片 1024"/>
                      <p:cNvPicPr/>
                      <p:nvPr/>
                    </p:nvPicPr>
                    <p:blipFill>
                      <a:blip r:embed="rId22"/>
                      <a:stretch>
                        <a:fillRect/>
                      </a:stretch>
                    </p:blipFill>
                    <p:spPr>
                      <a:xfrm>
                        <a:off x="7317105" y="3133725"/>
                        <a:ext cx="1808480" cy="299720"/>
                      </a:xfrm>
                      <a:prstGeom prst="rect">
                        <a:avLst/>
                      </a:prstGeom>
                    </p:spPr>
                  </p:pic>
                </p:oleObj>
              </mc:Fallback>
            </mc:AlternateContent>
          </a:graphicData>
        </a:graphic>
      </p:graphicFrame>
      <p:grpSp>
        <p:nvGrpSpPr>
          <p:cNvPr id="21" name="组合 20"/>
          <p:cNvGrpSpPr/>
          <p:nvPr/>
        </p:nvGrpSpPr>
        <p:grpSpPr>
          <a:xfrm>
            <a:off x="9099550" y="3830320"/>
            <a:ext cx="2778760" cy="1968500"/>
            <a:chOff x="14371" y="6166"/>
            <a:chExt cx="4376" cy="3100"/>
          </a:xfrm>
        </p:grpSpPr>
        <p:pic>
          <p:nvPicPr>
            <p:cNvPr id="16" name="图片 15"/>
            <p:cNvPicPr>
              <a:picLocks noChangeAspect="1"/>
            </p:cNvPicPr>
            <p:nvPr/>
          </p:nvPicPr>
          <p:blipFill>
            <a:blip r:embed="rId23"/>
            <a:srcRect t="1495"/>
            <a:stretch>
              <a:fillRect/>
            </a:stretch>
          </p:blipFill>
          <p:spPr>
            <a:xfrm>
              <a:off x="14934" y="6440"/>
              <a:ext cx="3467" cy="2708"/>
            </a:xfrm>
            <a:prstGeom prst="rect">
              <a:avLst/>
            </a:prstGeom>
          </p:spPr>
        </p:pic>
        <p:sp>
          <p:nvSpPr>
            <p:cNvPr id="17" name="矩形 16"/>
            <p:cNvSpPr/>
            <p:nvPr/>
          </p:nvSpPr>
          <p:spPr>
            <a:xfrm>
              <a:off x="14371" y="6166"/>
              <a:ext cx="1143" cy="578"/>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17605" y="8688"/>
              <a:ext cx="1143" cy="578"/>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1"/>
          <a:stretch>
            <a:fillRect/>
          </a:stretch>
        </p:blipFill>
        <p:spPr>
          <a:xfrm>
            <a:off x="9229090" y="138430"/>
            <a:ext cx="2384425" cy="2154555"/>
          </a:xfrm>
          <a:prstGeom prst="rect">
            <a:avLst/>
          </a:prstGeom>
        </p:spPr>
      </p:pic>
      <p:sp>
        <p:nvSpPr>
          <p:cNvPr id="3" name="文本框 2"/>
          <p:cNvSpPr txBox="1"/>
          <p:nvPr/>
        </p:nvSpPr>
        <p:spPr>
          <a:xfrm>
            <a:off x="704850" y="1231265"/>
            <a:ext cx="3005455" cy="275590"/>
          </a:xfrm>
          <a:prstGeom prst="rect">
            <a:avLst/>
          </a:prstGeom>
          <a:noFill/>
        </p:spPr>
        <p:txBody>
          <a:bodyPr wrap="square" rtlCol="0">
            <a:spAutoFit/>
          </a:bodyPr>
          <a:p>
            <a:r>
              <a:rPr lang="zh-CN" altLang="en-US" sz="1200"/>
              <a:t>例：求真空中无限长直线电流的</a:t>
            </a:r>
            <a:r>
              <a:rPr lang="zh-CN" altLang="en-US" sz="1200"/>
              <a:t>磁场</a:t>
            </a:r>
            <a:endParaRPr lang="zh-CN" altLang="en-US" sz="1200"/>
          </a:p>
        </p:txBody>
      </p:sp>
      <p:sp>
        <p:nvSpPr>
          <p:cNvPr id="5" name="文本框 4"/>
          <p:cNvSpPr txBox="1"/>
          <p:nvPr/>
        </p:nvSpPr>
        <p:spPr>
          <a:xfrm>
            <a:off x="5843905" y="1231265"/>
            <a:ext cx="3018155" cy="275590"/>
          </a:xfrm>
          <a:prstGeom prst="rect">
            <a:avLst/>
          </a:prstGeom>
          <a:noFill/>
        </p:spPr>
        <p:txBody>
          <a:bodyPr wrap="square" rtlCol="0">
            <a:spAutoFit/>
          </a:bodyPr>
          <a:p>
            <a:r>
              <a:rPr lang="zh-CN" altLang="en-US" sz="1200"/>
              <a:t>例：求真空中圆环电流的</a:t>
            </a:r>
            <a:r>
              <a:rPr lang="zh-CN" altLang="en-US" sz="1200"/>
              <a:t>磁场</a:t>
            </a:r>
            <a:endParaRPr lang="zh-CN" altLang="en-US" sz="1200"/>
          </a:p>
        </p:txBody>
      </p:sp>
      <p:graphicFrame>
        <p:nvGraphicFramePr>
          <p:cNvPr id="37" name="对象 36">
            <a:hlinkClick r:id="" action="ppaction://ole?verb="/>
          </p:cNvPr>
          <p:cNvGraphicFramePr>
            <a:graphicFrameLocks noChangeAspect="1"/>
          </p:cNvGraphicFramePr>
          <p:nvPr/>
        </p:nvGraphicFramePr>
        <p:xfrm>
          <a:off x="5969000" y="2059940"/>
          <a:ext cx="5179695" cy="3717290"/>
        </p:xfrm>
        <a:graphic>
          <a:graphicData uri="http://schemas.openxmlformats.org/presentationml/2006/ole">
            <mc:AlternateContent xmlns:mc="http://schemas.openxmlformats.org/markup-compatibility/2006">
              <mc:Choice xmlns:v="urn:schemas-microsoft-com:vml" Requires="v">
                <p:oleObj spid="_x0000_s38" name="" r:id="rId2" imgW="5422900" imgH="3860800" progId="Equation.KSEE3">
                  <p:embed/>
                </p:oleObj>
              </mc:Choice>
              <mc:Fallback>
                <p:oleObj name="" r:id="rId2" imgW="5422900" imgH="3860800" progId="Equation.KSEE3">
                  <p:embed/>
                  <p:pic>
                    <p:nvPicPr>
                      <p:cNvPr id="0" name="图片 1024"/>
                      <p:cNvPicPr/>
                      <p:nvPr/>
                    </p:nvPicPr>
                    <p:blipFill>
                      <a:blip r:embed="rId3"/>
                      <a:stretch>
                        <a:fillRect/>
                      </a:stretch>
                    </p:blipFill>
                    <p:spPr>
                      <a:xfrm>
                        <a:off x="5969000" y="2059940"/>
                        <a:ext cx="5179695" cy="3717290"/>
                      </a:xfrm>
                      <a:prstGeom prst="rect">
                        <a:avLst/>
                      </a:prstGeom>
                    </p:spPr>
                  </p:pic>
                </p:oleObj>
              </mc:Fallback>
            </mc:AlternateContent>
          </a:graphicData>
        </a:graphic>
      </p:graphicFrame>
      <p:cxnSp>
        <p:nvCxnSpPr>
          <p:cNvPr id="15" name="直接连接符 14"/>
          <p:cNvCxnSpPr/>
          <p:nvPr/>
        </p:nvCxnSpPr>
        <p:spPr>
          <a:xfrm flipH="1">
            <a:off x="5299710" y="894715"/>
            <a:ext cx="0" cy="5760000"/>
          </a:xfrm>
          <a:prstGeom prst="line">
            <a:avLst/>
          </a:prstGeom>
        </p:spPr>
        <p:style>
          <a:lnRef idx="2">
            <a:schemeClr val="accent1"/>
          </a:lnRef>
          <a:fillRef idx="0">
            <a:srgbClr val="FFFFFF"/>
          </a:fillRef>
          <a:effectRef idx="0">
            <a:srgbClr val="FFFFFF"/>
          </a:effectRef>
          <a:fontRef idx="minor">
            <a:schemeClr val="tx1"/>
          </a:fontRef>
        </p:style>
      </p:cxnSp>
      <p:graphicFrame>
        <p:nvGraphicFramePr>
          <p:cNvPr id="16" name="对象 15">
            <a:hlinkClick r:id="" action="ppaction://ole?verb="/>
          </p:cNvPr>
          <p:cNvGraphicFramePr>
            <a:graphicFrameLocks noChangeAspect="1"/>
          </p:cNvGraphicFramePr>
          <p:nvPr/>
        </p:nvGraphicFramePr>
        <p:xfrm>
          <a:off x="783590" y="1842135"/>
          <a:ext cx="3971925" cy="2364105"/>
        </p:xfrm>
        <a:graphic>
          <a:graphicData uri="http://schemas.openxmlformats.org/presentationml/2006/ole">
            <mc:AlternateContent xmlns:mc="http://schemas.openxmlformats.org/markup-compatibility/2006">
              <mc:Choice xmlns:v="urn:schemas-microsoft-com:vml" Requires="v">
                <p:oleObj spid="_x0000_s17" name="" r:id="rId4" imgW="4000500" imgH="2362200" progId="Equation.KSEE3">
                  <p:embed/>
                </p:oleObj>
              </mc:Choice>
              <mc:Fallback>
                <p:oleObj name="" r:id="rId4" imgW="4000500" imgH="2362200" progId="Equation.KSEE3">
                  <p:embed/>
                  <p:pic>
                    <p:nvPicPr>
                      <p:cNvPr id="0" name="图片 1024"/>
                      <p:cNvPicPr/>
                      <p:nvPr/>
                    </p:nvPicPr>
                    <p:blipFill>
                      <a:blip r:embed="rId5"/>
                      <a:stretch>
                        <a:fillRect/>
                      </a:stretch>
                    </p:blipFill>
                    <p:spPr>
                      <a:xfrm>
                        <a:off x="783590" y="1842135"/>
                        <a:ext cx="3971925" cy="2364105"/>
                      </a:xfrm>
                      <a:prstGeom prst="rect">
                        <a:avLst/>
                      </a:prstGeom>
                    </p:spPr>
                  </p:pic>
                </p:oleObj>
              </mc:Fallback>
            </mc:AlternateContent>
          </a:graphicData>
        </a:graphic>
      </p:graphicFrame>
      <p:sp>
        <p:nvSpPr>
          <p:cNvPr id="9" name="文本框 8"/>
          <p:cNvSpPr txBox="1"/>
          <p:nvPr/>
        </p:nvSpPr>
        <p:spPr>
          <a:xfrm>
            <a:off x="478367" y="386526"/>
            <a:ext cx="3484880" cy="398780"/>
          </a:xfrm>
          <a:prstGeom prst="rect">
            <a:avLst/>
          </a:prstGeom>
          <a:noFill/>
        </p:spPr>
        <p:txBody>
          <a:bodyPr wrap="none" rtlCol="0">
            <a:spAutoFit/>
          </a:bodyPr>
          <a:lstStyle/>
          <a:p>
            <a:pPr algn="l"/>
            <a:r>
              <a:rPr lang="zh-CN" altLang="en-US" sz="2000" dirty="0">
                <a:sym typeface="+mn-ea"/>
              </a:rPr>
              <a:t>三、</a:t>
            </a:r>
            <a:r>
              <a:rPr lang="zh-CN" altLang="en-US" sz="2000" dirty="0"/>
              <a:t>静磁场</a:t>
            </a:r>
            <a:r>
              <a:rPr lang="en-US" altLang="zh-CN" sz="2000" dirty="0"/>
              <a:t>—</a:t>
            </a:r>
            <a:r>
              <a:rPr lang="zh-CN" altLang="en-US" sz="2000" dirty="0"/>
              <a:t>真空中的静</a:t>
            </a:r>
            <a:r>
              <a:rPr lang="zh-CN" altLang="en-US" sz="2000" dirty="0"/>
              <a:t>磁场</a:t>
            </a:r>
            <a:endParaRPr lang="zh-CN" altLang="en-US" sz="2000" dirty="0"/>
          </a:p>
        </p:txBody>
      </p:sp>
      <p:grpSp>
        <p:nvGrpSpPr>
          <p:cNvPr id="21" name="组合 20"/>
          <p:cNvGrpSpPr/>
          <p:nvPr/>
        </p:nvGrpSpPr>
        <p:grpSpPr>
          <a:xfrm>
            <a:off x="1130300" y="4206240"/>
            <a:ext cx="2778760" cy="1968500"/>
            <a:chOff x="14371" y="6166"/>
            <a:chExt cx="4376" cy="3100"/>
          </a:xfrm>
        </p:grpSpPr>
        <p:pic>
          <p:nvPicPr>
            <p:cNvPr id="19" name="图片 18"/>
            <p:cNvPicPr>
              <a:picLocks noChangeAspect="1"/>
            </p:cNvPicPr>
            <p:nvPr/>
          </p:nvPicPr>
          <p:blipFill>
            <a:blip r:embed="rId6"/>
            <a:srcRect t="1495"/>
            <a:stretch>
              <a:fillRect/>
            </a:stretch>
          </p:blipFill>
          <p:spPr>
            <a:xfrm>
              <a:off x="14934" y="6440"/>
              <a:ext cx="3467" cy="2708"/>
            </a:xfrm>
            <a:prstGeom prst="rect">
              <a:avLst/>
            </a:prstGeom>
          </p:spPr>
        </p:pic>
        <p:sp>
          <p:nvSpPr>
            <p:cNvPr id="20" name="矩形 19"/>
            <p:cNvSpPr/>
            <p:nvPr/>
          </p:nvSpPr>
          <p:spPr>
            <a:xfrm>
              <a:off x="14371" y="6166"/>
              <a:ext cx="1143" cy="578"/>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矩形 21"/>
            <p:cNvSpPr/>
            <p:nvPr/>
          </p:nvSpPr>
          <p:spPr>
            <a:xfrm>
              <a:off x="17605" y="8688"/>
              <a:ext cx="1143" cy="578"/>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8367" y="386526"/>
            <a:ext cx="3484880" cy="398780"/>
          </a:xfrm>
          <a:prstGeom prst="rect">
            <a:avLst/>
          </a:prstGeom>
          <a:noFill/>
        </p:spPr>
        <p:txBody>
          <a:bodyPr wrap="none" rtlCol="0">
            <a:spAutoFit/>
          </a:bodyPr>
          <a:lstStyle/>
          <a:p>
            <a:pPr algn="l"/>
            <a:r>
              <a:rPr lang="zh-CN" altLang="en-US" sz="2000" dirty="0">
                <a:sym typeface="+mn-ea"/>
              </a:rPr>
              <a:t>三、</a:t>
            </a:r>
            <a:r>
              <a:rPr lang="zh-CN" altLang="en-US" sz="2000" dirty="0"/>
              <a:t>静磁场</a:t>
            </a:r>
            <a:r>
              <a:rPr lang="en-US" altLang="zh-CN" sz="2000" dirty="0"/>
              <a:t>—</a:t>
            </a:r>
            <a:r>
              <a:rPr lang="zh-CN" altLang="en-US" sz="2000" dirty="0"/>
              <a:t>介质</a:t>
            </a:r>
            <a:r>
              <a:rPr lang="zh-CN" altLang="en-US" sz="2000" dirty="0"/>
              <a:t>中的静</a:t>
            </a:r>
            <a:r>
              <a:rPr lang="zh-CN" altLang="en-US" sz="2000" dirty="0"/>
              <a:t>磁场</a:t>
            </a:r>
            <a:endParaRPr lang="zh-CN" altLang="en-US" sz="2000" dirty="0"/>
          </a:p>
        </p:txBody>
      </p:sp>
      <p:graphicFrame>
        <p:nvGraphicFramePr>
          <p:cNvPr id="5" name="对象 4">
            <a:hlinkClick r:id="" action="ppaction://ole?verb="/>
          </p:cNvPr>
          <p:cNvGraphicFramePr>
            <a:graphicFrameLocks noChangeAspect="1"/>
          </p:cNvGraphicFramePr>
          <p:nvPr/>
        </p:nvGraphicFramePr>
        <p:xfrm>
          <a:off x="1479550" y="2174558"/>
          <a:ext cx="8939530" cy="3987800"/>
        </p:xfrm>
        <a:graphic>
          <a:graphicData uri="http://schemas.openxmlformats.org/presentationml/2006/ole">
            <mc:AlternateContent xmlns:mc="http://schemas.openxmlformats.org/markup-compatibility/2006">
              <mc:Choice xmlns:v="urn:schemas-microsoft-com:vml" Requires="v">
                <p:oleObj spid="_x0000_s13" name="" r:id="rId1" imgW="9398000" imgH="4191000" progId="Equation.KSEE3">
                  <p:embed/>
                </p:oleObj>
              </mc:Choice>
              <mc:Fallback>
                <p:oleObj name="" r:id="rId1" imgW="9398000" imgH="4191000" progId="Equation.KSEE3">
                  <p:embed/>
                  <p:pic>
                    <p:nvPicPr>
                      <p:cNvPr id="0" name="图片 1024"/>
                      <p:cNvPicPr/>
                      <p:nvPr/>
                    </p:nvPicPr>
                    <p:blipFill>
                      <a:blip r:embed="rId2"/>
                      <a:stretch>
                        <a:fillRect/>
                      </a:stretch>
                    </p:blipFill>
                    <p:spPr>
                      <a:xfrm>
                        <a:off x="1479550" y="2174558"/>
                        <a:ext cx="8939530" cy="3987800"/>
                      </a:xfrm>
                      <a:prstGeom prst="rect">
                        <a:avLst/>
                      </a:prstGeom>
                    </p:spPr>
                  </p:pic>
                </p:oleObj>
              </mc:Fallback>
            </mc:AlternateContent>
          </a:graphicData>
        </a:graphic>
      </p:graphicFrame>
      <p:pic>
        <p:nvPicPr>
          <p:cNvPr id="93" name="图片 92"/>
          <p:cNvPicPr>
            <a:picLocks noChangeAspect="1"/>
          </p:cNvPicPr>
          <p:nvPr/>
        </p:nvPicPr>
        <p:blipFill>
          <a:blip r:embed="rId3"/>
          <a:stretch>
            <a:fillRect/>
          </a:stretch>
        </p:blipFill>
        <p:spPr>
          <a:xfrm>
            <a:off x="6628130" y="989965"/>
            <a:ext cx="3682365" cy="1012825"/>
          </a:xfrm>
          <a:prstGeom prst="rect">
            <a:avLst/>
          </a:prstGeom>
        </p:spPr>
      </p:pic>
      <p:pic>
        <p:nvPicPr>
          <p:cNvPr id="92" name="图片 91"/>
          <p:cNvPicPr>
            <a:picLocks noChangeAspect="1"/>
          </p:cNvPicPr>
          <p:nvPr/>
        </p:nvPicPr>
        <p:blipFill>
          <a:blip r:embed="rId4"/>
          <a:stretch>
            <a:fillRect/>
          </a:stretch>
        </p:blipFill>
        <p:spPr>
          <a:xfrm>
            <a:off x="1449070" y="989965"/>
            <a:ext cx="3715385" cy="1016000"/>
          </a:xfrm>
          <a:prstGeom prst="rect">
            <a:avLst/>
          </a:prstGeom>
        </p:spPr>
      </p:pic>
      <p:cxnSp>
        <p:nvCxnSpPr>
          <p:cNvPr id="6" name="直接箭头连接符 5"/>
          <p:cNvCxnSpPr/>
          <p:nvPr/>
        </p:nvCxnSpPr>
        <p:spPr>
          <a:xfrm flipV="1">
            <a:off x="5514975" y="1282700"/>
            <a:ext cx="762635" cy="0"/>
          </a:xfrm>
          <a:prstGeom prst="straightConnector1">
            <a:avLst/>
          </a:prstGeom>
          <a:ln>
            <a:tailEnd type="triangle" w="med" len="med"/>
          </a:ln>
        </p:spPr>
        <p:style>
          <a:lnRef idx="3">
            <a:schemeClr val="accent1"/>
          </a:lnRef>
          <a:fillRef idx="0">
            <a:srgbClr val="FFFFFF"/>
          </a:fillRef>
          <a:effectRef idx="0">
            <a:srgbClr val="FFFFFF"/>
          </a:effectRef>
          <a:fontRef idx="minor">
            <a:schemeClr val="tx1"/>
          </a:fontRef>
        </p:style>
      </p:cxnSp>
      <p:cxnSp>
        <p:nvCxnSpPr>
          <p:cNvPr id="7" name="直接箭头连接符 6"/>
          <p:cNvCxnSpPr/>
          <p:nvPr/>
        </p:nvCxnSpPr>
        <p:spPr>
          <a:xfrm flipH="1" flipV="1">
            <a:off x="5495925" y="1402080"/>
            <a:ext cx="762635" cy="0"/>
          </a:xfrm>
          <a:prstGeom prst="straightConnector1">
            <a:avLst/>
          </a:prstGeom>
          <a:ln>
            <a:tailEnd type="triangle" w="med" len="med"/>
          </a:ln>
        </p:spPr>
        <p:style>
          <a:lnRef idx="3">
            <a:schemeClr val="accent1"/>
          </a:lnRef>
          <a:fillRef idx="0">
            <a:srgbClr val="FFFFFF"/>
          </a:fillRef>
          <a:effectRef idx="0">
            <a:srgbClr val="FFFFFF"/>
          </a:effectRef>
          <a:fontRef idx="minor">
            <a:schemeClr val="tx1"/>
          </a:fontRef>
        </p:style>
      </p:cxnSp>
      <p:sp>
        <p:nvSpPr>
          <p:cNvPr id="8" name="文本框 7"/>
          <p:cNvSpPr txBox="1"/>
          <p:nvPr/>
        </p:nvSpPr>
        <p:spPr>
          <a:xfrm>
            <a:off x="5555615" y="961390"/>
            <a:ext cx="618490" cy="321310"/>
          </a:xfrm>
          <a:prstGeom prst="rect">
            <a:avLst/>
          </a:prstGeom>
          <a:noFill/>
        </p:spPr>
        <p:txBody>
          <a:bodyPr wrap="square" rtlCol="0">
            <a:noAutofit/>
          </a:bodyPr>
          <a:p>
            <a:pPr algn="ctr"/>
            <a:r>
              <a:rPr lang="zh-CN" altLang="en-US" sz="1400"/>
              <a:t>磁化</a:t>
            </a:r>
            <a:endParaRPr lang="zh-CN" altLang="en-US" sz="1400"/>
          </a:p>
        </p:txBody>
      </p:sp>
      <p:sp>
        <p:nvSpPr>
          <p:cNvPr id="9" name="文本框 8"/>
          <p:cNvSpPr txBox="1"/>
          <p:nvPr/>
        </p:nvSpPr>
        <p:spPr>
          <a:xfrm>
            <a:off x="5555615" y="1406525"/>
            <a:ext cx="618490" cy="321310"/>
          </a:xfrm>
          <a:prstGeom prst="rect">
            <a:avLst/>
          </a:prstGeom>
          <a:noFill/>
        </p:spPr>
        <p:txBody>
          <a:bodyPr wrap="square" rtlCol="0">
            <a:noAutofit/>
          </a:bodyPr>
          <a:p>
            <a:pPr algn="ctr"/>
            <a:r>
              <a:rPr lang="zh-CN" altLang="en-US" sz="1400"/>
              <a:t>消磁</a:t>
            </a:r>
            <a:endParaRPr lang="zh-CN"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5896610" y="1933575"/>
            <a:ext cx="1673225" cy="3322320"/>
          </a:xfrm>
          <a:prstGeom prst="rect">
            <a:avLst/>
          </a:prstGeom>
        </p:spPr>
      </p:pic>
      <p:sp>
        <p:nvSpPr>
          <p:cNvPr id="4" name="文本框 3"/>
          <p:cNvSpPr txBox="1"/>
          <p:nvPr/>
        </p:nvSpPr>
        <p:spPr>
          <a:xfrm>
            <a:off x="478367" y="386526"/>
            <a:ext cx="3484880" cy="398780"/>
          </a:xfrm>
          <a:prstGeom prst="rect">
            <a:avLst/>
          </a:prstGeom>
          <a:noFill/>
        </p:spPr>
        <p:txBody>
          <a:bodyPr wrap="none" rtlCol="0">
            <a:spAutoFit/>
          </a:bodyPr>
          <a:lstStyle/>
          <a:p>
            <a:pPr algn="l"/>
            <a:r>
              <a:rPr lang="zh-CN" altLang="en-US" sz="2000" dirty="0">
                <a:sym typeface="+mn-ea"/>
              </a:rPr>
              <a:t>三、</a:t>
            </a:r>
            <a:r>
              <a:rPr lang="zh-CN" altLang="en-US" sz="2000" dirty="0"/>
              <a:t>静磁场</a:t>
            </a:r>
            <a:r>
              <a:rPr lang="en-US" altLang="zh-CN" sz="2000" dirty="0"/>
              <a:t>—</a:t>
            </a:r>
            <a:r>
              <a:rPr lang="zh-CN" altLang="en-US" sz="2000" dirty="0"/>
              <a:t>介质</a:t>
            </a:r>
            <a:r>
              <a:rPr lang="zh-CN" altLang="en-US" sz="2000" dirty="0"/>
              <a:t>中的静</a:t>
            </a:r>
            <a:r>
              <a:rPr lang="zh-CN" altLang="en-US" sz="2000" dirty="0"/>
              <a:t>磁场</a:t>
            </a:r>
            <a:endParaRPr lang="zh-CN" altLang="en-US" sz="2000" dirty="0"/>
          </a:p>
        </p:txBody>
      </p:sp>
      <p:pic>
        <p:nvPicPr>
          <p:cNvPr id="62" name="图片 61"/>
          <p:cNvPicPr>
            <a:picLocks noChangeAspect="1"/>
          </p:cNvPicPr>
          <p:nvPr/>
        </p:nvPicPr>
        <p:blipFill>
          <a:blip r:embed="rId2"/>
          <a:stretch>
            <a:fillRect/>
          </a:stretch>
        </p:blipFill>
        <p:spPr>
          <a:xfrm flipH="1" flipV="1">
            <a:off x="2731135" y="1910080"/>
            <a:ext cx="1620520" cy="3366770"/>
          </a:xfrm>
          <a:prstGeom prst="rect">
            <a:avLst/>
          </a:prstGeom>
        </p:spPr>
      </p:pic>
      <p:graphicFrame>
        <p:nvGraphicFramePr>
          <p:cNvPr id="7" name="对象 6">
            <a:hlinkClick r:id="" action="ppaction://ole?verb="/>
          </p:cNvPr>
          <p:cNvGraphicFramePr>
            <a:graphicFrameLocks noChangeAspect="1"/>
          </p:cNvGraphicFramePr>
          <p:nvPr/>
        </p:nvGraphicFramePr>
        <p:xfrm>
          <a:off x="4609466" y="5086350"/>
          <a:ext cx="1084580" cy="342900"/>
        </p:xfrm>
        <a:graphic>
          <a:graphicData uri="http://schemas.openxmlformats.org/presentationml/2006/ole">
            <mc:AlternateContent xmlns:mc="http://schemas.openxmlformats.org/markup-compatibility/2006">
              <mc:Choice xmlns:v="urn:schemas-microsoft-com:vml" Requires="v">
                <p:oleObj spid="_x0000_s8" name="" r:id="rId3" imgW="723900" imgH="228600" progId="Equation.KSEE3">
                  <p:embed/>
                </p:oleObj>
              </mc:Choice>
              <mc:Fallback>
                <p:oleObj name="" r:id="rId3" imgW="723900" imgH="228600" progId="Equation.KSEE3">
                  <p:embed/>
                  <p:pic>
                    <p:nvPicPr>
                      <p:cNvPr id="0" name="图片 1024"/>
                      <p:cNvPicPr/>
                      <p:nvPr/>
                    </p:nvPicPr>
                    <p:blipFill>
                      <a:blip r:embed="rId4"/>
                      <a:stretch>
                        <a:fillRect/>
                      </a:stretch>
                    </p:blipFill>
                    <p:spPr>
                      <a:xfrm>
                        <a:off x="4609466" y="5086350"/>
                        <a:ext cx="1084580" cy="34290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4582160" y="1822133"/>
          <a:ext cx="1116965" cy="347980"/>
        </p:xfrm>
        <a:graphic>
          <a:graphicData uri="http://schemas.openxmlformats.org/presentationml/2006/ole">
            <mc:AlternateContent xmlns:mc="http://schemas.openxmlformats.org/markup-compatibility/2006">
              <mc:Choice xmlns:v="urn:schemas-microsoft-com:vml" Requires="v">
                <p:oleObj spid="_x0000_s12" name="" r:id="rId5" imgW="736600" imgH="228600" progId="Equation.KSEE3">
                  <p:embed/>
                </p:oleObj>
              </mc:Choice>
              <mc:Fallback>
                <p:oleObj name="" r:id="rId5" imgW="736600" imgH="228600" progId="Equation.KSEE3">
                  <p:embed/>
                  <p:pic>
                    <p:nvPicPr>
                      <p:cNvPr id="0" name="图片 1024"/>
                      <p:cNvPicPr/>
                      <p:nvPr/>
                    </p:nvPicPr>
                    <p:blipFill>
                      <a:blip r:embed="rId6"/>
                      <a:stretch>
                        <a:fillRect/>
                      </a:stretch>
                    </p:blipFill>
                    <p:spPr>
                      <a:xfrm>
                        <a:off x="4582160" y="1822133"/>
                        <a:ext cx="1116965" cy="347980"/>
                      </a:xfrm>
                      <a:prstGeom prst="rect">
                        <a:avLst/>
                      </a:prstGeom>
                    </p:spPr>
                  </p:pic>
                </p:oleObj>
              </mc:Fallback>
            </mc:AlternateContent>
          </a:graphicData>
        </a:graphic>
      </p:graphicFrame>
      <p:cxnSp>
        <p:nvCxnSpPr>
          <p:cNvPr id="31" name="直接箭头连接符 30"/>
          <p:cNvCxnSpPr/>
          <p:nvPr/>
        </p:nvCxnSpPr>
        <p:spPr>
          <a:xfrm flipV="1">
            <a:off x="5034280" y="379603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3" name="对象 32">
            <a:hlinkClick r:id="" action="ppaction://ole?verb="/>
          </p:cNvPr>
          <p:cNvGraphicFramePr>
            <a:graphicFrameLocks noChangeAspect="1"/>
          </p:cNvGraphicFramePr>
          <p:nvPr/>
        </p:nvGraphicFramePr>
        <p:xfrm>
          <a:off x="3104198" y="4043363"/>
          <a:ext cx="1844675" cy="516255"/>
        </p:xfrm>
        <a:graphic>
          <a:graphicData uri="http://schemas.openxmlformats.org/presentationml/2006/ole">
            <mc:AlternateContent xmlns:mc="http://schemas.openxmlformats.org/markup-compatibility/2006">
              <mc:Choice xmlns:v="urn:schemas-microsoft-com:vml" Requires="v">
                <p:oleObj spid="_x0000_s34" name="" r:id="rId7" imgW="1790700" imgH="495300" progId="Equation.KSEE3">
                  <p:embed/>
                </p:oleObj>
              </mc:Choice>
              <mc:Fallback>
                <p:oleObj name="" r:id="rId7" imgW="1790700" imgH="495300" progId="Equation.KSEE3">
                  <p:embed/>
                  <p:pic>
                    <p:nvPicPr>
                      <p:cNvPr id="0" name="图片 1024"/>
                      <p:cNvPicPr/>
                      <p:nvPr/>
                    </p:nvPicPr>
                    <p:blipFill>
                      <a:blip r:embed="rId8"/>
                      <a:stretch>
                        <a:fillRect/>
                      </a:stretch>
                    </p:blipFill>
                    <p:spPr>
                      <a:xfrm>
                        <a:off x="3104198" y="4043363"/>
                        <a:ext cx="1844675" cy="516255"/>
                      </a:xfrm>
                      <a:prstGeom prst="rect">
                        <a:avLst/>
                      </a:prstGeom>
                    </p:spPr>
                  </p:pic>
                </p:oleObj>
              </mc:Fallback>
            </mc:AlternateContent>
          </a:graphicData>
        </a:graphic>
      </p:graphicFrame>
      <p:cxnSp>
        <p:nvCxnSpPr>
          <p:cNvPr id="36" name="直接箭头连接符 35"/>
          <p:cNvCxnSpPr/>
          <p:nvPr/>
        </p:nvCxnSpPr>
        <p:spPr>
          <a:xfrm>
            <a:off x="5250815" y="383730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39" name="直接箭头连接符 38"/>
          <p:cNvCxnSpPr/>
          <p:nvPr/>
        </p:nvCxnSpPr>
        <p:spPr>
          <a:xfrm flipV="1">
            <a:off x="5034280" y="219519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a:off x="5250815" y="222948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41" name="对象 40">
            <a:hlinkClick r:id="" action="ppaction://ole?verb="/>
          </p:cNvPr>
          <p:cNvGraphicFramePr>
            <a:graphicFrameLocks noChangeAspect="1"/>
          </p:cNvGraphicFramePr>
          <p:nvPr/>
        </p:nvGraphicFramePr>
        <p:xfrm>
          <a:off x="3324860" y="2510790"/>
          <a:ext cx="1602740" cy="667385"/>
        </p:xfrm>
        <a:graphic>
          <a:graphicData uri="http://schemas.openxmlformats.org/presentationml/2006/ole">
            <mc:AlternateContent xmlns:mc="http://schemas.openxmlformats.org/markup-compatibility/2006">
              <mc:Choice xmlns:v="urn:schemas-microsoft-com:vml" Requires="v">
                <p:oleObj spid="_x0000_s42" name="" r:id="rId9" imgW="1714500" imgH="711200" progId="Equation.KSEE3">
                  <p:embed/>
                </p:oleObj>
              </mc:Choice>
              <mc:Fallback>
                <p:oleObj name="" r:id="rId9" imgW="1714500" imgH="711200" progId="Equation.KSEE3">
                  <p:embed/>
                  <p:pic>
                    <p:nvPicPr>
                      <p:cNvPr id="0" name="图片 1024"/>
                      <p:cNvPicPr/>
                      <p:nvPr/>
                    </p:nvPicPr>
                    <p:blipFill>
                      <a:blip r:embed="rId10"/>
                      <a:stretch>
                        <a:fillRect/>
                      </a:stretch>
                    </p:blipFill>
                    <p:spPr>
                      <a:xfrm>
                        <a:off x="3324860" y="2510790"/>
                        <a:ext cx="1602740" cy="667385"/>
                      </a:xfrm>
                      <a:prstGeom prst="rect">
                        <a:avLst/>
                      </a:prstGeom>
                    </p:spPr>
                  </p:pic>
                </p:oleObj>
              </mc:Fallback>
            </mc:AlternateContent>
          </a:graphicData>
        </a:graphic>
      </p:graphicFrame>
      <p:graphicFrame>
        <p:nvGraphicFramePr>
          <p:cNvPr id="43" name="对象 42">
            <a:hlinkClick r:id="" action="ppaction://ole?verb="/>
          </p:cNvPr>
          <p:cNvGraphicFramePr>
            <a:graphicFrameLocks noChangeAspect="1"/>
          </p:cNvGraphicFramePr>
          <p:nvPr/>
        </p:nvGraphicFramePr>
        <p:xfrm>
          <a:off x="5328920" y="2510790"/>
          <a:ext cx="1386840" cy="477520"/>
        </p:xfrm>
        <a:graphic>
          <a:graphicData uri="http://schemas.openxmlformats.org/presentationml/2006/ole">
            <mc:AlternateContent xmlns:mc="http://schemas.openxmlformats.org/markup-compatibility/2006">
              <mc:Choice xmlns:v="urn:schemas-microsoft-com:vml" Requires="v">
                <p:oleObj spid="_x0000_s44" name="" r:id="rId11" imgW="1409700" imgH="482600" progId="Equation.KSEE3">
                  <p:embed/>
                </p:oleObj>
              </mc:Choice>
              <mc:Fallback>
                <p:oleObj name="" r:id="rId11" imgW="1409700" imgH="482600" progId="Equation.KSEE3">
                  <p:embed/>
                  <p:pic>
                    <p:nvPicPr>
                      <p:cNvPr id="0" name="图片 1024"/>
                      <p:cNvPicPr/>
                      <p:nvPr/>
                    </p:nvPicPr>
                    <p:blipFill>
                      <a:blip r:embed="rId12"/>
                      <a:stretch>
                        <a:fillRect/>
                      </a:stretch>
                    </p:blipFill>
                    <p:spPr>
                      <a:xfrm>
                        <a:off x="5328920" y="2510790"/>
                        <a:ext cx="1386840" cy="477520"/>
                      </a:xfrm>
                      <a:prstGeom prst="rect">
                        <a:avLst/>
                      </a:prstGeom>
                    </p:spPr>
                  </p:pic>
                </p:oleObj>
              </mc:Fallback>
            </mc:AlternateContent>
          </a:graphicData>
        </a:graphic>
      </p:graphicFrame>
      <p:graphicFrame>
        <p:nvGraphicFramePr>
          <p:cNvPr id="63" name="对象 62">
            <a:hlinkClick r:id="" action="ppaction://ole?verb="/>
          </p:cNvPr>
          <p:cNvGraphicFramePr>
            <a:graphicFrameLocks noChangeAspect="1"/>
          </p:cNvGraphicFramePr>
          <p:nvPr/>
        </p:nvGraphicFramePr>
        <p:xfrm>
          <a:off x="1394460" y="2496185"/>
          <a:ext cx="1500505" cy="530860"/>
        </p:xfrm>
        <a:graphic>
          <a:graphicData uri="http://schemas.openxmlformats.org/presentationml/2006/ole">
            <mc:AlternateContent xmlns:mc="http://schemas.openxmlformats.org/markup-compatibility/2006">
              <mc:Choice xmlns:v="urn:schemas-microsoft-com:vml" Requires="v">
                <p:oleObj spid="_x0000_s64" name="" r:id="rId13" imgW="1333500" imgH="469900" progId="Equation.KSEE3">
                  <p:embed/>
                </p:oleObj>
              </mc:Choice>
              <mc:Fallback>
                <p:oleObj name="" r:id="rId13" imgW="1333500" imgH="469900" progId="Equation.KSEE3">
                  <p:embed/>
                  <p:pic>
                    <p:nvPicPr>
                      <p:cNvPr id="0" name="图片 1024"/>
                      <p:cNvPicPr/>
                      <p:nvPr/>
                    </p:nvPicPr>
                    <p:blipFill>
                      <a:blip r:embed="rId14"/>
                      <a:stretch>
                        <a:fillRect/>
                      </a:stretch>
                    </p:blipFill>
                    <p:spPr>
                      <a:xfrm>
                        <a:off x="1394460" y="2496185"/>
                        <a:ext cx="1500505" cy="530860"/>
                      </a:xfrm>
                      <a:prstGeom prst="rect">
                        <a:avLst/>
                      </a:prstGeom>
                    </p:spPr>
                  </p:pic>
                </p:oleObj>
              </mc:Fallback>
            </mc:AlternateContent>
          </a:graphicData>
        </a:graphic>
      </p:graphicFrame>
      <p:graphicFrame>
        <p:nvGraphicFramePr>
          <p:cNvPr id="65" name="对象 64">
            <a:hlinkClick r:id="" action="ppaction://ole?verb="/>
          </p:cNvPr>
          <p:cNvGraphicFramePr>
            <a:graphicFrameLocks noChangeAspect="1"/>
          </p:cNvGraphicFramePr>
          <p:nvPr/>
        </p:nvGraphicFramePr>
        <p:xfrm>
          <a:off x="7445693" y="2671128"/>
          <a:ext cx="1734185" cy="269875"/>
        </p:xfrm>
        <a:graphic>
          <a:graphicData uri="http://schemas.openxmlformats.org/presentationml/2006/ole">
            <mc:AlternateContent xmlns:mc="http://schemas.openxmlformats.org/markup-compatibility/2006">
              <mc:Choice xmlns:v="urn:schemas-microsoft-com:vml" Requires="v">
                <p:oleObj spid="_x0000_s66" name="" r:id="rId15" imgW="1473200" imgH="228600" progId="Equation.KSEE3">
                  <p:embed/>
                </p:oleObj>
              </mc:Choice>
              <mc:Fallback>
                <p:oleObj name="" r:id="rId15" imgW="1473200" imgH="228600" progId="Equation.KSEE3">
                  <p:embed/>
                  <p:pic>
                    <p:nvPicPr>
                      <p:cNvPr id="0" name="图片 1024"/>
                      <p:cNvPicPr/>
                      <p:nvPr/>
                    </p:nvPicPr>
                    <p:blipFill>
                      <a:blip r:embed="rId16">
                        <a:duotone>
                          <a:schemeClr val="accent4">
                            <a:shade val="45000"/>
                            <a:satMod val="135000"/>
                          </a:schemeClr>
                          <a:prstClr val="white"/>
                        </a:duotone>
                      </a:blip>
                      <a:stretch>
                        <a:fillRect/>
                      </a:stretch>
                    </p:blipFill>
                    <p:spPr>
                      <a:xfrm>
                        <a:off x="7445693" y="2671128"/>
                        <a:ext cx="1734185" cy="269875"/>
                      </a:xfrm>
                      <a:prstGeom prst="rect">
                        <a:avLst/>
                      </a:prstGeom>
                    </p:spPr>
                  </p:pic>
                </p:oleObj>
              </mc:Fallback>
            </mc:AlternateContent>
          </a:graphicData>
        </a:graphic>
      </p:graphicFrame>
      <p:graphicFrame>
        <p:nvGraphicFramePr>
          <p:cNvPr id="25" name="对象 24">
            <a:hlinkClick r:id="" action="ppaction://ole?verb="/>
          </p:cNvPr>
          <p:cNvGraphicFramePr>
            <a:graphicFrameLocks noChangeAspect="1"/>
          </p:cNvGraphicFramePr>
          <p:nvPr/>
        </p:nvGraphicFramePr>
        <p:xfrm>
          <a:off x="1183005" y="1143318"/>
          <a:ext cx="4088765" cy="231775"/>
        </p:xfrm>
        <a:graphic>
          <a:graphicData uri="http://schemas.openxmlformats.org/presentationml/2006/ole">
            <mc:AlternateContent xmlns:mc="http://schemas.openxmlformats.org/markup-compatibility/2006">
              <mc:Choice xmlns:v="urn:schemas-microsoft-com:vml" Requires="v">
                <p:oleObj spid="_x0000_s1025" name="" r:id="rId17" imgW="3594100" imgH="203200" progId="Equation.KSEE3">
                  <p:embed/>
                </p:oleObj>
              </mc:Choice>
              <mc:Fallback>
                <p:oleObj name="" r:id="rId17" imgW="3594100" imgH="203200" progId="Equation.KSEE3">
                  <p:embed/>
                  <p:pic>
                    <p:nvPicPr>
                      <p:cNvPr id="0" name="图片 1024"/>
                      <p:cNvPicPr/>
                      <p:nvPr/>
                    </p:nvPicPr>
                    <p:blipFill>
                      <a:blip r:embed="rId18"/>
                      <a:stretch>
                        <a:fillRect/>
                      </a:stretch>
                    </p:blipFill>
                    <p:spPr>
                      <a:xfrm>
                        <a:off x="1183005" y="1143318"/>
                        <a:ext cx="4088765" cy="231775"/>
                      </a:xfrm>
                      <a:prstGeom prst="rect">
                        <a:avLst/>
                      </a:prstGeom>
                    </p:spPr>
                  </p:pic>
                </p:oleObj>
              </mc:Fallback>
            </mc:AlternateContent>
          </a:graphicData>
        </a:graphic>
      </p:graphicFrame>
      <p:cxnSp>
        <p:nvCxnSpPr>
          <p:cNvPr id="5" name="直接连接符 4"/>
          <p:cNvCxnSpPr/>
          <p:nvPr/>
        </p:nvCxnSpPr>
        <p:spPr>
          <a:xfrm>
            <a:off x="1223010" y="2456180"/>
            <a:ext cx="1615440" cy="48514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cxnSp>
        <p:nvCxnSpPr>
          <p:cNvPr id="2" name="直接连接符 1"/>
          <p:cNvCxnSpPr/>
          <p:nvPr/>
        </p:nvCxnSpPr>
        <p:spPr>
          <a:xfrm>
            <a:off x="3133725" y="4043680"/>
            <a:ext cx="1615440" cy="485140"/>
          </a:xfrm>
          <a:prstGeom prst="line">
            <a:avLst/>
          </a:prstGeom>
          <a:ln>
            <a:solidFill>
              <a:srgbClr val="FF0000"/>
            </a:solidFill>
          </a:ln>
        </p:spPr>
        <p:style>
          <a:lnRef idx="2">
            <a:schemeClr val="accent1"/>
          </a:lnRef>
          <a:fillRef idx="0">
            <a:srgbClr val="FFFFFF"/>
          </a:fillRef>
          <a:effectRef idx="0">
            <a:srgbClr val="FFFFFF"/>
          </a:effectRef>
          <a:fontRef idx="minor">
            <a:schemeClr val="tx1"/>
          </a:fontRef>
        </p:style>
      </p:cxnSp>
      <p:graphicFrame>
        <p:nvGraphicFramePr>
          <p:cNvPr id="13" name="对象 12">
            <a:hlinkClick r:id="" action="ppaction://ole?verb="/>
          </p:cNvPr>
          <p:cNvGraphicFramePr>
            <a:graphicFrameLocks noChangeAspect="1"/>
          </p:cNvGraphicFramePr>
          <p:nvPr/>
        </p:nvGraphicFramePr>
        <p:xfrm>
          <a:off x="5328920" y="4097338"/>
          <a:ext cx="1760220" cy="462280"/>
        </p:xfrm>
        <a:graphic>
          <a:graphicData uri="http://schemas.openxmlformats.org/presentationml/2006/ole">
            <mc:AlternateContent xmlns:mc="http://schemas.openxmlformats.org/markup-compatibility/2006">
              <mc:Choice xmlns:v="urn:schemas-microsoft-com:vml" Requires="v">
                <p:oleObj spid="_x0000_s14" name="" r:id="rId19" imgW="1752600" imgH="457200" progId="Equation.KSEE3">
                  <p:embed/>
                </p:oleObj>
              </mc:Choice>
              <mc:Fallback>
                <p:oleObj name="" r:id="rId19" imgW="1752600" imgH="457200" progId="Equation.KSEE3">
                  <p:embed/>
                  <p:pic>
                    <p:nvPicPr>
                      <p:cNvPr id="0" name="图片 1024"/>
                      <p:cNvPicPr/>
                      <p:nvPr/>
                    </p:nvPicPr>
                    <p:blipFill>
                      <a:blip r:embed="rId20">
                        <a:duotone>
                          <a:schemeClr val="accent2">
                            <a:shade val="45000"/>
                            <a:satMod val="135000"/>
                          </a:schemeClr>
                          <a:prstClr val="white"/>
                        </a:duotone>
                      </a:blip>
                      <a:stretch>
                        <a:fillRect/>
                      </a:stretch>
                    </p:blipFill>
                    <p:spPr>
                      <a:xfrm>
                        <a:off x="5328920" y="4097338"/>
                        <a:ext cx="1760220" cy="462280"/>
                      </a:xfrm>
                      <a:prstGeom prst="rect">
                        <a:avLst/>
                      </a:prstGeom>
                    </p:spPr>
                  </p:pic>
                </p:oleObj>
              </mc:Fallback>
            </mc:AlternateContent>
          </a:graphicData>
        </a:graphic>
      </p:graphicFrame>
      <p:graphicFrame>
        <p:nvGraphicFramePr>
          <p:cNvPr id="105" name="对象 104">
            <a:hlinkClick r:id="" action="ppaction://ole?verb="/>
          </p:cNvPr>
          <p:cNvGraphicFramePr>
            <a:graphicFrameLocks noChangeAspect="1"/>
          </p:cNvGraphicFramePr>
          <p:nvPr/>
        </p:nvGraphicFramePr>
        <p:xfrm>
          <a:off x="8015605" y="3567430"/>
          <a:ext cx="3736340" cy="961390"/>
        </p:xfrm>
        <a:graphic>
          <a:graphicData uri="http://schemas.openxmlformats.org/presentationml/2006/ole">
            <mc:AlternateContent xmlns:mc="http://schemas.openxmlformats.org/markup-compatibility/2006">
              <mc:Choice xmlns:v="urn:schemas-microsoft-com:vml" Requires="v">
                <p:oleObj spid="_x0000_s106" name="" r:id="rId21" imgW="3898900" imgH="990600" progId="Equation.KSEE3">
                  <p:embed/>
                </p:oleObj>
              </mc:Choice>
              <mc:Fallback>
                <p:oleObj name="" r:id="rId21" imgW="3898900" imgH="990600" progId="Equation.KSEE3">
                  <p:embed/>
                  <p:pic>
                    <p:nvPicPr>
                      <p:cNvPr id="0" name="图片 1024"/>
                      <p:cNvPicPr/>
                      <p:nvPr/>
                    </p:nvPicPr>
                    <p:blipFill>
                      <a:blip r:embed="rId22"/>
                      <a:stretch>
                        <a:fillRect/>
                      </a:stretch>
                    </p:blipFill>
                    <p:spPr>
                      <a:xfrm>
                        <a:off x="8015605" y="3567430"/>
                        <a:ext cx="3736340" cy="961390"/>
                      </a:xfrm>
                      <a:prstGeom prst="rect">
                        <a:avLst/>
                      </a:prstGeom>
                    </p:spPr>
                  </p:pic>
                </p:oleObj>
              </mc:Fallback>
            </mc:AlternateContent>
          </a:graphicData>
        </a:graphic>
      </p:graphicFrame>
      <p:cxnSp>
        <p:nvCxnSpPr>
          <p:cNvPr id="18" name="直接连接符 17"/>
          <p:cNvCxnSpPr/>
          <p:nvPr/>
        </p:nvCxnSpPr>
        <p:spPr>
          <a:xfrm>
            <a:off x="8702675" y="2959100"/>
            <a:ext cx="0" cy="473710"/>
          </a:xfrm>
          <a:prstGeom prst="line">
            <a:avLst/>
          </a:prstGeom>
          <a:ln>
            <a:solidFill>
              <a:schemeClr val="tx1"/>
            </a:solidFill>
            <a:headEnd type="stealth"/>
          </a:ln>
        </p:spPr>
        <p:style>
          <a:lnRef idx="2">
            <a:schemeClr val="accent1"/>
          </a:lnRef>
          <a:fillRef idx="0">
            <a:srgbClr val="FFFFFF"/>
          </a:fillRef>
          <a:effectRef idx="0">
            <a:srgbClr val="FFFFFF"/>
          </a:effectRef>
          <a:fontRef idx="minor">
            <a:schemeClr val="tx1"/>
          </a:fontRef>
        </p:style>
      </p:cxnSp>
      <p:graphicFrame>
        <p:nvGraphicFramePr>
          <p:cNvPr id="60" name="对象 59">
            <a:hlinkClick r:id="" action="ppaction://ole?verb="/>
          </p:cNvPr>
          <p:cNvGraphicFramePr>
            <a:graphicFrameLocks noChangeAspect="1"/>
          </p:cNvGraphicFramePr>
          <p:nvPr/>
        </p:nvGraphicFramePr>
        <p:xfrm>
          <a:off x="4605655" y="3419158"/>
          <a:ext cx="1236345" cy="359410"/>
        </p:xfrm>
        <a:graphic>
          <a:graphicData uri="http://schemas.openxmlformats.org/presentationml/2006/ole">
            <mc:AlternateContent xmlns:mc="http://schemas.openxmlformats.org/markup-compatibility/2006">
              <mc:Choice xmlns:v="urn:schemas-microsoft-com:vml" Requires="v">
                <p:oleObj spid="_x0000_s67" name="" r:id="rId23" imgW="787400" imgH="228600" progId="Equation.KSEE3">
                  <p:embed/>
                </p:oleObj>
              </mc:Choice>
              <mc:Fallback>
                <p:oleObj name="" r:id="rId23" imgW="787400" imgH="228600" progId="Equation.KSEE3">
                  <p:embed/>
                  <p:pic>
                    <p:nvPicPr>
                      <p:cNvPr id="0" name="图片 1024"/>
                      <p:cNvPicPr/>
                      <p:nvPr/>
                    </p:nvPicPr>
                    <p:blipFill>
                      <a:blip r:embed="rId24"/>
                      <a:stretch>
                        <a:fillRect/>
                      </a:stretch>
                    </p:blipFill>
                    <p:spPr>
                      <a:xfrm>
                        <a:off x="4605655" y="3419158"/>
                        <a:ext cx="1236345" cy="359410"/>
                      </a:xfrm>
                      <a:prstGeom prst="rect">
                        <a:avLst/>
                      </a:prstGeom>
                    </p:spPr>
                  </p:pic>
                </p:oleObj>
              </mc:Fallback>
            </mc:AlternateContent>
          </a:graphicData>
        </a:graphic>
      </p:graphicFrame>
      <p:graphicFrame>
        <p:nvGraphicFramePr>
          <p:cNvPr id="68" name="对象 67">
            <a:hlinkClick r:id="" action="ppaction://ole?verb="/>
          </p:cNvPr>
          <p:cNvGraphicFramePr>
            <a:graphicFrameLocks noChangeAspect="1"/>
          </p:cNvGraphicFramePr>
          <p:nvPr/>
        </p:nvGraphicFramePr>
        <p:xfrm>
          <a:off x="6052186" y="3538538"/>
          <a:ext cx="1154430" cy="219710"/>
        </p:xfrm>
        <a:graphic>
          <a:graphicData uri="http://schemas.openxmlformats.org/presentationml/2006/ole">
            <mc:AlternateContent xmlns:mc="http://schemas.openxmlformats.org/markup-compatibility/2006">
              <mc:Choice xmlns:v="urn:schemas-microsoft-com:vml" Requires="v">
                <p:oleObj spid="_x0000_s69" name="" r:id="rId25" imgW="1270000" imgH="241300" progId="Equation.KSEE3">
                  <p:embed/>
                </p:oleObj>
              </mc:Choice>
              <mc:Fallback>
                <p:oleObj name="" r:id="rId25" imgW="1270000" imgH="241300" progId="Equation.KSEE3">
                  <p:embed/>
                  <p:pic>
                    <p:nvPicPr>
                      <p:cNvPr id="0" name="图片 1024"/>
                      <p:cNvPicPr/>
                      <p:nvPr/>
                    </p:nvPicPr>
                    <p:blipFill>
                      <a:blip r:embed="rId26">
                        <a:duotone>
                          <a:schemeClr val="accent1">
                            <a:shade val="45000"/>
                            <a:satMod val="135000"/>
                          </a:schemeClr>
                          <a:prstClr val="white"/>
                        </a:duotone>
                      </a:blip>
                      <a:stretch>
                        <a:fillRect/>
                      </a:stretch>
                    </p:blipFill>
                    <p:spPr>
                      <a:xfrm>
                        <a:off x="6052186" y="3538538"/>
                        <a:ext cx="1154430" cy="219710"/>
                      </a:xfrm>
                      <a:prstGeom prst="rect">
                        <a:avLst/>
                      </a:prstGeom>
                    </p:spPr>
                  </p:pic>
                </p:oleObj>
              </mc:Fallback>
            </mc:AlternateContent>
          </a:graphicData>
        </a:graphic>
      </p:graphicFrame>
      <p:cxnSp>
        <p:nvCxnSpPr>
          <p:cNvPr id="28" name="直接箭头连接符 27"/>
          <p:cNvCxnSpPr/>
          <p:nvPr/>
        </p:nvCxnSpPr>
        <p:spPr>
          <a:xfrm rot="16200000">
            <a:off x="5912217" y="3540393"/>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椭圆 54"/>
          <p:cNvSpPr/>
          <p:nvPr/>
        </p:nvSpPr>
        <p:spPr>
          <a:xfrm>
            <a:off x="9863455" y="4565015"/>
            <a:ext cx="155575" cy="76200"/>
          </a:xfrm>
          <a:prstGeom prst="ellipse">
            <a:avLst/>
          </a:prstGeom>
          <a:solidFill>
            <a:schemeClr val="bg1"/>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8" name="椭圆 27"/>
          <p:cNvSpPr/>
          <p:nvPr/>
        </p:nvSpPr>
        <p:spPr>
          <a:xfrm>
            <a:off x="9767570" y="2371090"/>
            <a:ext cx="155575" cy="76200"/>
          </a:xfrm>
          <a:prstGeom prst="ellipse">
            <a:avLst/>
          </a:prstGeom>
          <a:solidFill>
            <a:schemeClr val="bg1"/>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文本框 3"/>
          <p:cNvSpPr txBox="1"/>
          <p:nvPr/>
        </p:nvSpPr>
        <p:spPr>
          <a:xfrm>
            <a:off x="478367" y="386526"/>
            <a:ext cx="3484880" cy="398780"/>
          </a:xfrm>
          <a:prstGeom prst="rect">
            <a:avLst/>
          </a:prstGeom>
          <a:noFill/>
        </p:spPr>
        <p:txBody>
          <a:bodyPr wrap="none" rtlCol="0">
            <a:spAutoFit/>
          </a:bodyPr>
          <a:lstStyle/>
          <a:p>
            <a:pPr algn="l"/>
            <a:r>
              <a:rPr lang="zh-CN" altLang="en-US" sz="2000" dirty="0">
                <a:sym typeface="+mn-ea"/>
              </a:rPr>
              <a:t>三、</a:t>
            </a:r>
            <a:r>
              <a:rPr lang="zh-CN" altLang="en-US" sz="2000" dirty="0"/>
              <a:t>静磁场</a:t>
            </a:r>
            <a:r>
              <a:rPr lang="en-US" altLang="zh-CN" sz="2000" dirty="0"/>
              <a:t>—</a:t>
            </a:r>
            <a:r>
              <a:rPr lang="zh-CN" altLang="en-US" sz="2000" dirty="0"/>
              <a:t>介质</a:t>
            </a:r>
            <a:r>
              <a:rPr lang="zh-CN" altLang="en-US" sz="2000" dirty="0"/>
              <a:t>中的静</a:t>
            </a:r>
            <a:r>
              <a:rPr lang="zh-CN" altLang="en-US" sz="2000" dirty="0"/>
              <a:t>磁场</a:t>
            </a:r>
            <a:endParaRPr lang="zh-CN" altLang="en-US" sz="2000" dirty="0"/>
          </a:p>
        </p:txBody>
      </p:sp>
      <p:sp>
        <p:nvSpPr>
          <p:cNvPr id="17" name="文本框 16"/>
          <p:cNvSpPr txBox="1"/>
          <p:nvPr/>
        </p:nvSpPr>
        <p:spPr>
          <a:xfrm>
            <a:off x="576580" y="935990"/>
            <a:ext cx="2493010" cy="320040"/>
          </a:xfrm>
          <a:prstGeom prst="rect">
            <a:avLst/>
          </a:prstGeom>
          <a:noFill/>
        </p:spPr>
        <p:txBody>
          <a:bodyPr wrap="square" rtlCol="0">
            <a:noAutofit/>
          </a:bodyPr>
          <a:p>
            <a:pPr algn="l">
              <a:buClrTx/>
              <a:buSzTx/>
              <a:buFontTx/>
            </a:pPr>
            <a:r>
              <a:rPr lang="zh-CN" altLang="en-US" sz="1600"/>
              <a:t>介质中的静磁场的计算</a:t>
            </a:r>
            <a:endParaRPr lang="zh-CN" altLang="en-US" sz="1600"/>
          </a:p>
        </p:txBody>
      </p:sp>
      <p:graphicFrame>
        <p:nvGraphicFramePr>
          <p:cNvPr id="20" name="对象 19">
            <a:hlinkClick r:id="" action="ppaction://ole?verb="/>
          </p:cNvPr>
          <p:cNvGraphicFramePr>
            <a:graphicFrameLocks noChangeAspect="1"/>
          </p:cNvGraphicFramePr>
          <p:nvPr/>
        </p:nvGraphicFramePr>
        <p:xfrm>
          <a:off x="866140" y="1356995"/>
          <a:ext cx="7465060" cy="1865630"/>
        </p:xfrm>
        <a:graphic>
          <a:graphicData uri="http://schemas.openxmlformats.org/presentationml/2006/ole">
            <mc:AlternateContent xmlns:mc="http://schemas.openxmlformats.org/markup-compatibility/2006">
              <mc:Choice xmlns:v="urn:schemas-microsoft-com:vml" Requires="v">
                <p:oleObj spid="_x0000_s21" name="" r:id="rId1" imgW="7708900" imgH="1892300" progId="Equation.KSEE3">
                  <p:embed/>
                </p:oleObj>
              </mc:Choice>
              <mc:Fallback>
                <p:oleObj name="" r:id="rId1" imgW="7708900" imgH="1892300" progId="Equation.KSEE3">
                  <p:embed/>
                  <p:pic>
                    <p:nvPicPr>
                      <p:cNvPr id="0" name="图片 1024"/>
                      <p:cNvPicPr/>
                      <p:nvPr/>
                    </p:nvPicPr>
                    <p:blipFill>
                      <a:blip r:embed="rId2"/>
                      <a:stretch>
                        <a:fillRect/>
                      </a:stretch>
                    </p:blipFill>
                    <p:spPr>
                      <a:xfrm>
                        <a:off x="866140" y="1356995"/>
                        <a:ext cx="7465060" cy="1865630"/>
                      </a:xfrm>
                      <a:prstGeom prst="rect">
                        <a:avLst/>
                      </a:prstGeom>
                    </p:spPr>
                  </p:pic>
                </p:oleObj>
              </mc:Fallback>
            </mc:AlternateContent>
          </a:graphicData>
        </a:graphic>
      </p:graphicFrame>
      <p:graphicFrame>
        <p:nvGraphicFramePr>
          <p:cNvPr id="105" name="对象 104">
            <a:hlinkClick r:id="" action="ppaction://ole?verb="/>
          </p:cNvPr>
          <p:cNvGraphicFramePr>
            <a:graphicFrameLocks noChangeAspect="1"/>
          </p:cNvGraphicFramePr>
          <p:nvPr/>
        </p:nvGraphicFramePr>
        <p:xfrm>
          <a:off x="8989378" y="1093153"/>
          <a:ext cx="2374900" cy="846455"/>
        </p:xfrm>
        <a:graphic>
          <a:graphicData uri="http://schemas.openxmlformats.org/presentationml/2006/ole">
            <mc:AlternateContent xmlns:mc="http://schemas.openxmlformats.org/markup-compatibility/2006">
              <mc:Choice xmlns:v="urn:schemas-microsoft-com:vml" Requires="v">
                <p:oleObj spid="_x0000_s106" name="" r:id="rId3" imgW="2527300" imgH="889000" progId="Equation.KSEE3">
                  <p:embed/>
                </p:oleObj>
              </mc:Choice>
              <mc:Fallback>
                <p:oleObj name="" r:id="rId3" imgW="2527300" imgH="889000" progId="Equation.KSEE3">
                  <p:embed/>
                  <p:pic>
                    <p:nvPicPr>
                      <p:cNvPr id="0" name="图片 1024"/>
                      <p:cNvPicPr/>
                      <p:nvPr/>
                    </p:nvPicPr>
                    <p:blipFill>
                      <a:blip r:embed="rId4"/>
                      <a:stretch>
                        <a:fillRect/>
                      </a:stretch>
                    </p:blipFill>
                    <p:spPr>
                      <a:xfrm>
                        <a:off x="8989378" y="1093153"/>
                        <a:ext cx="2374900" cy="846455"/>
                      </a:xfrm>
                      <a:prstGeom prst="rect">
                        <a:avLst/>
                      </a:prstGeom>
                    </p:spPr>
                  </p:pic>
                </p:oleObj>
              </mc:Fallback>
            </mc:AlternateContent>
          </a:graphicData>
        </a:graphic>
      </p:graphicFrame>
      <p:sp>
        <p:nvSpPr>
          <p:cNvPr id="9" name="文本框 8"/>
          <p:cNvSpPr txBox="1"/>
          <p:nvPr/>
        </p:nvSpPr>
        <p:spPr>
          <a:xfrm>
            <a:off x="1261745" y="3596640"/>
            <a:ext cx="4725670" cy="275590"/>
          </a:xfrm>
          <a:prstGeom prst="rect">
            <a:avLst/>
          </a:prstGeom>
          <a:noFill/>
        </p:spPr>
        <p:txBody>
          <a:bodyPr wrap="square" rtlCol="0">
            <a:spAutoFit/>
          </a:bodyPr>
          <a:p>
            <a:r>
              <a:rPr lang="zh-CN" altLang="en-US" sz="1200"/>
              <a:t>例：一个圆形载流回路半径为</a:t>
            </a:r>
            <a:r>
              <a:rPr lang="en-US" altLang="zh-CN" sz="1200"/>
              <a:t>a</a:t>
            </a:r>
            <a:r>
              <a:rPr lang="zh-CN" altLang="en-US" sz="1200"/>
              <a:t>，电流为</a:t>
            </a:r>
            <a:r>
              <a:rPr lang="en-US" altLang="zh-CN" sz="1200"/>
              <a:t>I</a:t>
            </a:r>
            <a:r>
              <a:rPr lang="zh-CN" altLang="en-US" sz="1200"/>
              <a:t>，求</a:t>
            </a:r>
            <a:r>
              <a:rPr lang="zh-CN" altLang="en-US" sz="1200"/>
              <a:t>其轴线上的</a:t>
            </a:r>
            <a:r>
              <a:rPr lang="zh-CN" altLang="en-US" sz="1200"/>
              <a:t>磁场</a:t>
            </a:r>
            <a:endParaRPr lang="zh-CN" altLang="en-US" sz="1200"/>
          </a:p>
        </p:txBody>
      </p:sp>
      <p:graphicFrame>
        <p:nvGraphicFramePr>
          <p:cNvPr id="36" name="对象 35">
            <a:hlinkClick r:id="" action="ppaction://ole?verb="/>
          </p:cNvPr>
          <p:cNvGraphicFramePr>
            <a:graphicFrameLocks noChangeAspect="1"/>
          </p:cNvGraphicFramePr>
          <p:nvPr/>
        </p:nvGraphicFramePr>
        <p:xfrm>
          <a:off x="1509078" y="4246245"/>
          <a:ext cx="4625975" cy="1378585"/>
        </p:xfrm>
        <a:graphic>
          <a:graphicData uri="http://schemas.openxmlformats.org/presentationml/2006/ole">
            <mc:AlternateContent xmlns:mc="http://schemas.openxmlformats.org/markup-compatibility/2006">
              <mc:Choice xmlns:v="urn:schemas-microsoft-com:vml" Requires="v">
                <p:oleObj spid="_x0000_s37" name="" r:id="rId5" imgW="5016500" imgH="1473200" progId="Equation.KSEE3">
                  <p:embed/>
                </p:oleObj>
              </mc:Choice>
              <mc:Fallback>
                <p:oleObj name="" r:id="rId5" imgW="5016500" imgH="1473200" progId="Equation.KSEE3">
                  <p:embed/>
                  <p:pic>
                    <p:nvPicPr>
                      <p:cNvPr id="0" name="图片 1024"/>
                      <p:cNvPicPr/>
                      <p:nvPr/>
                    </p:nvPicPr>
                    <p:blipFill>
                      <a:blip r:embed="rId6"/>
                      <a:stretch>
                        <a:fillRect/>
                      </a:stretch>
                    </p:blipFill>
                    <p:spPr>
                      <a:xfrm>
                        <a:off x="1509078" y="4246245"/>
                        <a:ext cx="4625975" cy="1378585"/>
                      </a:xfrm>
                      <a:prstGeom prst="rect">
                        <a:avLst/>
                      </a:prstGeom>
                    </p:spPr>
                  </p:pic>
                </p:oleObj>
              </mc:Fallback>
            </mc:AlternateContent>
          </a:graphicData>
        </a:graphic>
      </p:graphicFrame>
      <p:sp>
        <p:nvSpPr>
          <p:cNvPr id="10" name="椭圆 9"/>
          <p:cNvSpPr/>
          <p:nvPr/>
        </p:nvSpPr>
        <p:spPr>
          <a:xfrm>
            <a:off x="8962390" y="3304540"/>
            <a:ext cx="1828165" cy="478790"/>
          </a:xfrm>
          <a:prstGeom prst="ellipse">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1" name="直接连接符 10"/>
          <p:cNvCxnSpPr/>
          <p:nvPr/>
        </p:nvCxnSpPr>
        <p:spPr>
          <a:xfrm flipV="1">
            <a:off x="8964930" y="2291715"/>
            <a:ext cx="880110" cy="122936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2" name="直接连接符 11"/>
          <p:cNvCxnSpPr>
            <a:stCxn id="10" idx="2"/>
            <a:endCxn id="10" idx="6"/>
          </p:cNvCxnSpPr>
          <p:nvPr/>
        </p:nvCxnSpPr>
        <p:spPr>
          <a:xfrm>
            <a:off x="8962390" y="3543935"/>
            <a:ext cx="1828165" cy="0"/>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3" name="直接连接符 12"/>
          <p:cNvCxnSpPr/>
          <p:nvPr/>
        </p:nvCxnSpPr>
        <p:spPr>
          <a:xfrm flipV="1">
            <a:off x="9550400" y="3322955"/>
            <a:ext cx="621665" cy="437515"/>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14" name="直接连接符 13"/>
          <p:cNvCxnSpPr/>
          <p:nvPr/>
        </p:nvCxnSpPr>
        <p:spPr>
          <a:xfrm flipH="1" flipV="1">
            <a:off x="9845040" y="2298065"/>
            <a:ext cx="0" cy="1260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nvCxnSpPr>
        <p:spPr>
          <a:xfrm flipH="1" flipV="1">
            <a:off x="9845040" y="2297430"/>
            <a:ext cx="944245" cy="122809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aphicFrame>
        <p:nvGraphicFramePr>
          <p:cNvPr id="16" name="对象 15">
            <a:hlinkClick r:id="" action="ppaction://ole?verb="/>
          </p:cNvPr>
          <p:cNvGraphicFramePr>
            <a:graphicFrameLocks noChangeAspect="1"/>
          </p:cNvGraphicFramePr>
          <p:nvPr/>
        </p:nvGraphicFramePr>
        <p:xfrm>
          <a:off x="9430703" y="3410586"/>
          <a:ext cx="119380" cy="133350"/>
        </p:xfrm>
        <a:graphic>
          <a:graphicData uri="http://schemas.openxmlformats.org/presentationml/2006/ole">
            <mc:AlternateContent xmlns:mc="http://schemas.openxmlformats.org/markup-compatibility/2006">
              <mc:Choice xmlns:v="urn:schemas-microsoft-com:vml" Requires="v">
                <p:oleObj spid="_x0000_s18" name="" r:id="rId7" imgW="127000" imgH="139700" progId="Equation.KSEE3">
                  <p:embed/>
                </p:oleObj>
              </mc:Choice>
              <mc:Fallback>
                <p:oleObj name="" r:id="rId7" imgW="127000" imgH="139700" progId="Equation.KSEE3">
                  <p:embed/>
                  <p:pic>
                    <p:nvPicPr>
                      <p:cNvPr id="0" name="图片 1024"/>
                      <p:cNvPicPr/>
                      <p:nvPr/>
                    </p:nvPicPr>
                    <p:blipFill>
                      <a:blip r:embed="rId8"/>
                      <a:stretch>
                        <a:fillRect/>
                      </a:stretch>
                    </p:blipFill>
                    <p:spPr>
                      <a:xfrm>
                        <a:off x="9430703" y="3410586"/>
                        <a:ext cx="119380" cy="13335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9847263" y="2910523"/>
          <a:ext cx="119380" cy="169545"/>
        </p:xfrm>
        <a:graphic>
          <a:graphicData uri="http://schemas.openxmlformats.org/presentationml/2006/ole">
            <mc:AlternateContent xmlns:mc="http://schemas.openxmlformats.org/markup-compatibility/2006">
              <mc:Choice xmlns:v="urn:schemas-microsoft-com:vml" Requires="v">
                <p:oleObj spid="_x0000_s22" name="" r:id="rId9" imgW="127000" imgH="177165" progId="Equation.KSEE3">
                  <p:embed/>
                </p:oleObj>
              </mc:Choice>
              <mc:Fallback>
                <p:oleObj name="" r:id="rId9" imgW="127000" imgH="177165" progId="Equation.KSEE3">
                  <p:embed/>
                  <p:pic>
                    <p:nvPicPr>
                      <p:cNvPr id="0" name="图片 1024"/>
                      <p:cNvPicPr/>
                      <p:nvPr/>
                    </p:nvPicPr>
                    <p:blipFill>
                      <a:blip r:embed="rId10"/>
                      <a:stretch>
                        <a:fillRect/>
                      </a:stretch>
                    </p:blipFill>
                    <p:spPr>
                      <a:xfrm>
                        <a:off x="9847263" y="2910523"/>
                        <a:ext cx="119380" cy="169545"/>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nvGraphicFramePr>
        <p:xfrm>
          <a:off x="9213533" y="2794953"/>
          <a:ext cx="143510" cy="158115"/>
        </p:xfrm>
        <a:graphic>
          <a:graphicData uri="http://schemas.openxmlformats.org/presentationml/2006/ole">
            <mc:AlternateContent xmlns:mc="http://schemas.openxmlformats.org/markup-compatibility/2006">
              <mc:Choice xmlns:v="urn:schemas-microsoft-com:vml" Requires="v">
                <p:oleObj spid="_x0000_s24" name="" r:id="rId11" imgW="152400" imgH="165100" progId="Equation.KSEE3">
                  <p:embed/>
                </p:oleObj>
              </mc:Choice>
              <mc:Fallback>
                <p:oleObj name="" r:id="rId11" imgW="152400" imgH="165100" progId="Equation.KSEE3">
                  <p:embed/>
                  <p:pic>
                    <p:nvPicPr>
                      <p:cNvPr id="0" name="图片 1024"/>
                      <p:cNvPicPr/>
                      <p:nvPr/>
                    </p:nvPicPr>
                    <p:blipFill>
                      <a:blip r:embed="rId12"/>
                      <a:stretch>
                        <a:fillRect/>
                      </a:stretch>
                    </p:blipFill>
                    <p:spPr>
                      <a:xfrm>
                        <a:off x="9213533" y="2794953"/>
                        <a:ext cx="143510" cy="158115"/>
                      </a:xfrm>
                      <a:prstGeom prst="rect">
                        <a:avLst/>
                      </a:prstGeom>
                    </p:spPr>
                  </p:pic>
                </p:oleObj>
              </mc:Fallback>
            </mc:AlternateContent>
          </a:graphicData>
        </a:graphic>
      </p:graphicFrame>
      <p:graphicFrame>
        <p:nvGraphicFramePr>
          <p:cNvPr id="25" name="对象 24">
            <a:hlinkClick r:id="" action="ppaction://ole?verb="/>
          </p:cNvPr>
          <p:cNvGraphicFramePr>
            <a:graphicFrameLocks noChangeAspect="1"/>
          </p:cNvGraphicFramePr>
          <p:nvPr/>
        </p:nvGraphicFramePr>
        <p:xfrm>
          <a:off x="9677400" y="2588260"/>
          <a:ext cx="123825" cy="172085"/>
        </p:xfrm>
        <a:graphic>
          <a:graphicData uri="http://schemas.openxmlformats.org/presentationml/2006/ole">
            <mc:AlternateContent xmlns:mc="http://schemas.openxmlformats.org/markup-compatibility/2006">
              <mc:Choice xmlns:v="urn:schemas-microsoft-com:vml" Requires="v">
                <p:oleObj spid="_x0000_s26" name="" r:id="rId13" imgW="127000" imgH="177165" progId="Equation.KSEE3">
                  <p:embed/>
                </p:oleObj>
              </mc:Choice>
              <mc:Fallback>
                <p:oleObj name="" r:id="rId13" imgW="127000" imgH="177165" progId="Equation.KSEE3">
                  <p:embed/>
                  <p:pic>
                    <p:nvPicPr>
                      <p:cNvPr id="0" name="图片 1024"/>
                      <p:cNvPicPr/>
                      <p:nvPr/>
                    </p:nvPicPr>
                    <p:blipFill>
                      <a:blip r:embed="rId14"/>
                      <a:stretch>
                        <a:fillRect/>
                      </a:stretch>
                    </p:blipFill>
                    <p:spPr>
                      <a:xfrm>
                        <a:off x="9677400" y="2588260"/>
                        <a:ext cx="123825" cy="172085"/>
                      </a:xfrm>
                      <a:prstGeom prst="rect">
                        <a:avLst/>
                      </a:prstGeom>
                    </p:spPr>
                  </p:pic>
                </p:oleObj>
              </mc:Fallback>
            </mc:AlternateContent>
          </a:graphicData>
        </a:graphic>
      </p:graphicFrame>
      <p:sp>
        <p:nvSpPr>
          <p:cNvPr id="27" name="弧形 26"/>
          <p:cNvSpPr/>
          <p:nvPr/>
        </p:nvSpPr>
        <p:spPr>
          <a:xfrm rot="9780000">
            <a:off x="9682480" y="2389505"/>
            <a:ext cx="253365" cy="186055"/>
          </a:xfrm>
          <a:prstGeom prst="arc">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29" name="对象 28">
            <a:hlinkClick r:id="" action="ppaction://ole?verb="/>
          </p:cNvPr>
          <p:cNvGraphicFramePr>
            <a:graphicFrameLocks noChangeAspect="1"/>
          </p:cNvGraphicFramePr>
          <p:nvPr/>
        </p:nvGraphicFramePr>
        <p:xfrm>
          <a:off x="9936480" y="2289810"/>
          <a:ext cx="115570" cy="138430"/>
        </p:xfrm>
        <a:graphic>
          <a:graphicData uri="http://schemas.openxmlformats.org/presentationml/2006/ole">
            <mc:AlternateContent xmlns:mc="http://schemas.openxmlformats.org/markup-compatibility/2006">
              <mc:Choice xmlns:v="urn:schemas-microsoft-com:vml" Requires="v">
                <p:oleObj spid="_x0000_s30" name="" r:id="rId15" imgW="165100" imgH="165100" progId="Equation.KSEE3">
                  <p:embed/>
                </p:oleObj>
              </mc:Choice>
              <mc:Fallback>
                <p:oleObj name="" r:id="rId15" imgW="165100" imgH="165100" progId="Equation.KSEE3">
                  <p:embed/>
                  <p:pic>
                    <p:nvPicPr>
                      <p:cNvPr id="0" name="图片 1024"/>
                      <p:cNvPicPr/>
                      <p:nvPr/>
                    </p:nvPicPr>
                    <p:blipFill>
                      <a:blip r:embed="rId16"/>
                      <a:stretch>
                        <a:fillRect/>
                      </a:stretch>
                    </p:blipFill>
                    <p:spPr>
                      <a:xfrm>
                        <a:off x="9936480" y="2289810"/>
                        <a:ext cx="115570" cy="138430"/>
                      </a:xfrm>
                      <a:prstGeom prst="rect">
                        <a:avLst/>
                      </a:prstGeom>
                    </p:spPr>
                  </p:pic>
                </p:oleObj>
              </mc:Fallback>
            </mc:AlternateContent>
          </a:graphicData>
        </a:graphic>
      </p:graphicFrame>
      <p:graphicFrame>
        <p:nvGraphicFramePr>
          <p:cNvPr id="31" name="对象 30">
            <a:hlinkClick r:id="" action="ppaction://ole?verb="/>
          </p:cNvPr>
          <p:cNvGraphicFramePr>
            <a:graphicFrameLocks noChangeAspect="1"/>
          </p:cNvGraphicFramePr>
          <p:nvPr/>
        </p:nvGraphicFramePr>
        <p:xfrm>
          <a:off x="8496935" y="3916045"/>
          <a:ext cx="3081655" cy="361315"/>
        </p:xfrm>
        <a:graphic>
          <a:graphicData uri="http://schemas.openxmlformats.org/presentationml/2006/ole">
            <mc:AlternateContent xmlns:mc="http://schemas.openxmlformats.org/markup-compatibility/2006">
              <mc:Choice xmlns:v="urn:schemas-microsoft-com:vml" Requires="v">
                <p:oleObj spid="_x0000_s32" name="" r:id="rId17" imgW="3403600" imgH="393700" progId="Equation.KSEE3">
                  <p:embed/>
                </p:oleObj>
              </mc:Choice>
              <mc:Fallback>
                <p:oleObj name="" r:id="rId17" imgW="3403600" imgH="393700" progId="Equation.KSEE3">
                  <p:embed/>
                  <p:pic>
                    <p:nvPicPr>
                      <p:cNvPr id="0" name="图片 1024"/>
                      <p:cNvPicPr/>
                      <p:nvPr/>
                    </p:nvPicPr>
                    <p:blipFill>
                      <a:blip r:embed="rId18"/>
                      <a:stretch>
                        <a:fillRect/>
                      </a:stretch>
                    </p:blipFill>
                    <p:spPr>
                      <a:xfrm>
                        <a:off x="8496935" y="3916045"/>
                        <a:ext cx="3081655" cy="361315"/>
                      </a:xfrm>
                      <a:prstGeom prst="rect">
                        <a:avLst/>
                      </a:prstGeom>
                    </p:spPr>
                  </p:pic>
                </p:oleObj>
              </mc:Fallback>
            </mc:AlternateContent>
          </a:graphicData>
        </a:graphic>
      </p:graphicFrame>
      <p:graphicFrame>
        <p:nvGraphicFramePr>
          <p:cNvPr id="33" name="对象 32">
            <a:hlinkClick r:id="" action="ppaction://ole?verb="/>
          </p:cNvPr>
          <p:cNvGraphicFramePr>
            <a:graphicFrameLocks noChangeAspect="1"/>
          </p:cNvGraphicFramePr>
          <p:nvPr/>
        </p:nvGraphicFramePr>
        <p:xfrm>
          <a:off x="8442325" y="6033453"/>
          <a:ext cx="3404235" cy="443230"/>
        </p:xfrm>
        <a:graphic>
          <a:graphicData uri="http://schemas.openxmlformats.org/presentationml/2006/ole">
            <mc:AlternateContent xmlns:mc="http://schemas.openxmlformats.org/markup-compatibility/2006">
              <mc:Choice xmlns:v="urn:schemas-microsoft-com:vml" Requires="v">
                <p:oleObj spid="_x0000_s34" name="" r:id="rId19" imgW="3759200" imgH="482600" progId="Equation.KSEE3">
                  <p:embed/>
                </p:oleObj>
              </mc:Choice>
              <mc:Fallback>
                <p:oleObj name="" r:id="rId19" imgW="3759200" imgH="482600" progId="Equation.KSEE3">
                  <p:embed/>
                  <p:pic>
                    <p:nvPicPr>
                      <p:cNvPr id="0" name="图片 1024"/>
                      <p:cNvPicPr/>
                      <p:nvPr/>
                    </p:nvPicPr>
                    <p:blipFill>
                      <a:blip r:embed="rId20"/>
                      <a:stretch>
                        <a:fillRect/>
                      </a:stretch>
                    </p:blipFill>
                    <p:spPr>
                      <a:xfrm>
                        <a:off x="8442325" y="6033453"/>
                        <a:ext cx="3404235" cy="443230"/>
                      </a:xfrm>
                      <a:prstGeom prst="rect">
                        <a:avLst/>
                      </a:prstGeom>
                    </p:spPr>
                  </p:pic>
                </p:oleObj>
              </mc:Fallback>
            </mc:AlternateContent>
          </a:graphicData>
        </a:graphic>
      </p:graphicFrame>
      <p:sp>
        <p:nvSpPr>
          <p:cNvPr id="38" name="平行四边形 37"/>
          <p:cNvSpPr/>
          <p:nvPr/>
        </p:nvSpPr>
        <p:spPr>
          <a:xfrm>
            <a:off x="8756015" y="5533390"/>
            <a:ext cx="2372995" cy="476250"/>
          </a:xfrm>
          <a:prstGeom prst="parallelogram">
            <a:avLst>
              <a:gd name="adj" fmla="val 109200"/>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39" name="直接连接符 38"/>
          <p:cNvCxnSpPr/>
          <p:nvPr/>
        </p:nvCxnSpPr>
        <p:spPr>
          <a:xfrm>
            <a:off x="9037320" y="5771515"/>
            <a:ext cx="1828165" cy="0"/>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40" name="直接连接符 39"/>
          <p:cNvCxnSpPr/>
          <p:nvPr/>
        </p:nvCxnSpPr>
        <p:spPr>
          <a:xfrm flipV="1">
            <a:off x="9665335" y="5531485"/>
            <a:ext cx="525780" cy="476250"/>
          </a:xfrm>
          <a:prstGeom prst="line">
            <a:avLst/>
          </a:prstGeom>
          <a:ln w="6350">
            <a:solidFill>
              <a:schemeClr val="tx1"/>
            </a:solidFill>
            <a:prstDash val="dash"/>
          </a:ln>
        </p:spPr>
        <p:style>
          <a:lnRef idx="2">
            <a:schemeClr val="accent1"/>
          </a:lnRef>
          <a:fillRef idx="0">
            <a:srgbClr val="FFFFFF"/>
          </a:fillRef>
          <a:effectRef idx="0">
            <a:srgbClr val="FFFFFF"/>
          </a:effectRef>
          <a:fontRef idx="minor">
            <a:schemeClr val="tx1"/>
          </a:fontRef>
        </p:style>
      </p:cxnSp>
      <p:cxnSp>
        <p:nvCxnSpPr>
          <p:cNvPr id="42" name="直接连接符 41"/>
          <p:cNvCxnSpPr/>
          <p:nvPr/>
        </p:nvCxnSpPr>
        <p:spPr>
          <a:xfrm flipV="1">
            <a:off x="8752205" y="4512310"/>
            <a:ext cx="1171575" cy="149606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3" name="直接连接符 42"/>
          <p:cNvCxnSpPr/>
          <p:nvPr/>
        </p:nvCxnSpPr>
        <p:spPr>
          <a:xfrm flipH="1" flipV="1">
            <a:off x="9923145" y="4505960"/>
            <a:ext cx="0" cy="1260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p:nvPr/>
        </p:nvCxnSpPr>
        <p:spPr>
          <a:xfrm flipH="1" flipV="1">
            <a:off x="9931400" y="4505960"/>
            <a:ext cx="672465" cy="150876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5" name="直接连接符 44"/>
          <p:cNvCxnSpPr/>
          <p:nvPr/>
        </p:nvCxnSpPr>
        <p:spPr>
          <a:xfrm flipH="1" flipV="1">
            <a:off x="9926955" y="4504055"/>
            <a:ext cx="1209675" cy="10318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46" name="直接连接符 45"/>
          <p:cNvCxnSpPr/>
          <p:nvPr/>
        </p:nvCxnSpPr>
        <p:spPr>
          <a:xfrm flipV="1">
            <a:off x="9274810" y="4519930"/>
            <a:ext cx="648335" cy="101727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aphicFrame>
        <p:nvGraphicFramePr>
          <p:cNvPr id="47" name="对象 46">
            <a:hlinkClick r:id="" action="ppaction://ole?verb="/>
          </p:cNvPr>
          <p:cNvGraphicFramePr>
            <a:graphicFrameLocks noChangeAspect="1"/>
          </p:cNvGraphicFramePr>
          <p:nvPr/>
        </p:nvGraphicFramePr>
        <p:xfrm>
          <a:off x="9550401" y="5400359"/>
          <a:ext cx="112395" cy="127635"/>
        </p:xfrm>
        <a:graphic>
          <a:graphicData uri="http://schemas.openxmlformats.org/presentationml/2006/ole">
            <mc:AlternateContent xmlns:mc="http://schemas.openxmlformats.org/markup-compatibility/2006">
              <mc:Choice xmlns:v="urn:schemas-microsoft-com:vml" Requires="v">
                <p:oleObj spid="_x0000_s48" name="" r:id="rId21" imgW="119380" imgH="133350" progId="Equation.KSEE3">
                  <p:embed/>
                </p:oleObj>
              </mc:Choice>
              <mc:Fallback>
                <p:oleObj name="" r:id="rId21" imgW="119380" imgH="133350" progId="Equation.KSEE3">
                  <p:embed/>
                  <p:pic>
                    <p:nvPicPr>
                      <p:cNvPr id="0" name="图片 1024"/>
                      <p:cNvPicPr/>
                      <p:nvPr/>
                    </p:nvPicPr>
                    <p:blipFill>
                      <a:blip r:embed="rId22"/>
                      <a:stretch>
                        <a:fillRect/>
                      </a:stretch>
                    </p:blipFill>
                    <p:spPr>
                      <a:xfrm>
                        <a:off x="9550401" y="5400359"/>
                        <a:ext cx="112395" cy="127635"/>
                      </a:xfrm>
                      <a:prstGeom prst="rect">
                        <a:avLst/>
                      </a:prstGeom>
                    </p:spPr>
                  </p:pic>
                </p:oleObj>
              </mc:Fallback>
            </mc:AlternateContent>
          </a:graphicData>
        </a:graphic>
      </p:graphicFrame>
      <p:graphicFrame>
        <p:nvGraphicFramePr>
          <p:cNvPr id="51" name="对象 50">
            <a:hlinkClick r:id="" action="ppaction://ole?verb="/>
          </p:cNvPr>
          <p:cNvGraphicFramePr>
            <a:graphicFrameLocks noChangeAspect="1"/>
          </p:cNvGraphicFramePr>
          <p:nvPr/>
        </p:nvGraphicFramePr>
        <p:xfrm>
          <a:off x="10932161" y="5692142"/>
          <a:ext cx="120015" cy="170180"/>
        </p:xfrm>
        <a:graphic>
          <a:graphicData uri="http://schemas.openxmlformats.org/presentationml/2006/ole">
            <mc:AlternateContent xmlns:mc="http://schemas.openxmlformats.org/markup-compatibility/2006">
              <mc:Choice xmlns:v="urn:schemas-microsoft-com:vml" Requires="v">
                <p:oleObj spid="_x0000_s52" name="" r:id="rId23" imgW="127000" imgH="177165" progId="Equation.KSEE3">
                  <p:embed/>
                </p:oleObj>
              </mc:Choice>
              <mc:Fallback>
                <p:oleObj name="" r:id="rId23" imgW="127000" imgH="177165" progId="Equation.KSEE3">
                  <p:embed/>
                  <p:pic>
                    <p:nvPicPr>
                      <p:cNvPr id="0" name="图片 1024"/>
                      <p:cNvPicPr/>
                      <p:nvPr/>
                    </p:nvPicPr>
                    <p:blipFill>
                      <a:blip r:embed="rId24"/>
                      <a:stretch>
                        <a:fillRect/>
                      </a:stretch>
                    </p:blipFill>
                    <p:spPr>
                      <a:xfrm>
                        <a:off x="10932161" y="5692142"/>
                        <a:ext cx="120015" cy="170180"/>
                      </a:xfrm>
                      <a:prstGeom prst="rect">
                        <a:avLst/>
                      </a:prstGeom>
                    </p:spPr>
                  </p:pic>
                </p:oleObj>
              </mc:Fallback>
            </mc:AlternateContent>
          </a:graphicData>
        </a:graphic>
      </p:graphicFrame>
      <p:graphicFrame>
        <p:nvGraphicFramePr>
          <p:cNvPr id="53" name="对象 52">
            <a:hlinkClick r:id="" action="ppaction://ole?verb="/>
          </p:cNvPr>
          <p:cNvGraphicFramePr>
            <a:graphicFrameLocks noChangeAspect="1"/>
          </p:cNvGraphicFramePr>
          <p:nvPr/>
        </p:nvGraphicFramePr>
        <p:xfrm>
          <a:off x="9937433" y="5175568"/>
          <a:ext cx="119380" cy="169545"/>
        </p:xfrm>
        <a:graphic>
          <a:graphicData uri="http://schemas.openxmlformats.org/presentationml/2006/ole">
            <mc:AlternateContent xmlns:mc="http://schemas.openxmlformats.org/markup-compatibility/2006">
              <mc:Choice xmlns:v="urn:schemas-microsoft-com:vml" Requires="v">
                <p:oleObj spid="_x0000_s54" name="" r:id="rId25" imgW="127000" imgH="177165" progId="Equation.KSEE3">
                  <p:embed/>
                </p:oleObj>
              </mc:Choice>
              <mc:Fallback>
                <p:oleObj name="" r:id="rId25" imgW="127000" imgH="177165" progId="Equation.KSEE3">
                  <p:embed/>
                  <p:pic>
                    <p:nvPicPr>
                      <p:cNvPr id="0" name="图片 1024"/>
                      <p:cNvPicPr/>
                      <p:nvPr/>
                    </p:nvPicPr>
                    <p:blipFill>
                      <a:blip r:embed="rId10"/>
                      <a:stretch>
                        <a:fillRect/>
                      </a:stretch>
                    </p:blipFill>
                    <p:spPr>
                      <a:xfrm>
                        <a:off x="9937433" y="5175568"/>
                        <a:ext cx="119380" cy="169545"/>
                      </a:xfrm>
                      <a:prstGeom prst="rect">
                        <a:avLst/>
                      </a:prstGeom>
                    </p:spPr>
                  </p:pic>
                </p:oleObj>
              </mc:Fallback>
            </mc:AlternateContent>
          </a:graphicData>
        </a:graphic>
      </p:graphicFrame>
      <p:graphicFrame>
        <p:nvGraphicFramePr>
          <p:cNvPr id="57" name="对象 56">
            <a:hlinkClick r:id="" action="ppaction://ole?verb="/>
          </p:cNvPr>
          <p:cNvGraphicFramePr>
            <a:graphicFrameLocks noChangeAspect="1"/>
          </p:cNvGraphicFramePr>
          <p:nvPr/>
        </p:nvGraphicFramePr>
        <p:xfrm>
          <a:off x="10041255" y="4457065"/>
          <a:ext cx="115570" cy="138430"/>
        </p:xfrm>
        <a:graphic>
          <a:graphicData uri="http://schemas.openxmlformats.org/presentationml/2006/ole">
            <mc:AlternateContent xmlns:mc="http://schemas.openxmlformats.org/markup-compatibility/2006">
              <mc:Choice xmlns:v="urn:schemas-microsoft-com:vml" Requires="v">
                <p:oleObj spid="_x0000_s58" name="" r:id="rId26" imgW="165100" imgH="165100" progId="Equation.KSEE3">
                  <p:embed/>
                </p:oleObj>
              </mc:Choice>
              <mc:Fallback>
                <p:oleObj name="" r:id="rId26" imgW="165100" imgH="165100" progId="Equation.KSEE3">
                  <p:embed/>
                  <p:pic>
                    <p:nvPicPr>
                      <p:cNvPr id="0" name="图片 1024"/>
                      <p:cNvPicPr/>
                      <p:nvPr/>
                    </p:nvPicPr>
                    <p:blipFill>
                      <a:blip r:embed="rId16"/>
                      <a:stretch>
                        <a:fillRect/>
                      </a:stretch>
                    </p:blipFill>
                    <p:spPr>
                      <a:xfrm>
                        <a:off x="10041255" y="4457065"/>
                        <a:ext cx="115570" cy="138430"/>
                      </a:xfrm>
                      <a:prstGeom prst="rect">
                        <a:avLst/>
                      </a:prstGeom>
                    </p:spPr>
                  </p:pic>
                </p:oleObj>
              </mc:Fallback>
            </mc:AlternateContent>
          </a:graphicData>
        </a:graphic>
      </p:graphicFrame>
      <p:sp>
        <p:nvSpPr>
          <p:cNvPr id="59" name="文本框 58"/>
          <p:cNvSpPr txBox="1"/>
          <p:nvPr/>
        </p:nvSpPr>
        <p:spPr>
          <a:xfrm>
            <a:off x="1468120" y="3875405"/>
            <a:ext cx="619125" cy="275590"/>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8000" y="554567"/>
            <a:ext cx="2087880" cy="398780"/>
          </a:xfrm>
          <a:prstGeom prst="rect">
            <a:avLst/>
          </a:prstGeom>
          <a:noFill/>
        </p:spPr>
        <p:txBody>
          <a:bodyPr wrap="none" rtlCol="0">
            <a:spAutoFit/>
          </a:bodyPr>
          <a:lstStyle/>
          <a:p>
            <a:pPr algn="l"/>
            <a:r>
              <a:rPr lang="zh-CN" altLang="en-US" sz="2000" dirty="0">
                <a:sym typeface="+mn-ea"/>
              </a:rPr>
              <a:t>三、</a:t>
            </a:r>
            <a:r>
              <a:rPr lang="zh-CN" altLang="en-US" sz="2000" dirty="0"/>
              <a:t>静磁场</a:t>
            </a:r>
            <a:r>
              <a:rPr lang="en-US" altLang="zh-CN" sz="2000" dirty="0"/>
              <a:t>-</a:t>
            </a:r>
            <a:r>
              <a:rPr lang="zh-CN" altLang="en-US" sz="2000" dirty="0"/>
              <a:t>其他</a:t>
            </a:r>
            <a:endParaRPr lang="zh-CN" altLang="en-US" sz="2000" dirty="0"/>
          </a:p>
        </p:txBody>
      </p:sp>
      <p:graphicFrame>
        <p:nvGraphicFramePr>
          <p:cNvPr id="36" name="对象 35">
            <a:hlinkClick r:id="" action="ppaction://ole?verb="/>
          </p:cNvPr>
          <p:cNvGraphicFramePr>
            <a:graphicFrameLocks noChangeAspect="1"/>
          </p:cNvGraphicFramePr>
          <p:nvPr/>
        </p:nvGraphicFramePr>
        <p:xfrm>
          <a:off x="1292225" y="1283970"/>
          <a:ext cx="2094230" cy="521335"/>
        </p:xfrm>
        <a:graphic>
          <a:graphicData uri="http://schemas.openxmlformats.org/presentationml/2006/ole">
            <mc:AlternateContent xmlns:mc="http://schemas.openxmlformats.org/markup-compatibility/2006">
              <mc:Choice xmlns:v="urn:schemas-microsoft-com:vml" Requires="v">
                <p:oleObj spid="_x0000_s37" name="" r:id="rId1" imgW="1816100" imgH="444500" progId="Equation.KSEE3">
                  <p:embed/>
                </p:oleObj>
              </mc:Choice>
              <mc:Fallback>
                <p:oleObj name="" r:id="rId1" imgW="1816100" imgH="444500" progId="Equation.KSEE3">
                  <p:embed/>
                  <p:pic>
                    <p:nvPicPr>
                      <p:cNvPr id="0" name="图片 1024"/>
                      <p:cNvPicPr/>
                      <p:nvPr/>
                    </p:nvPicPr>
                    <p:blipFill>
                      <a:blip r:embed="rId2"/>
                      <a:stretch>
                        <a:fillRect/>
                      </a:stretch>
                    </p:blipFill>
                    <p:spPr>
                      <a:xfrm>
                        <a:off x="1292225" y="1283970"/>
                        <a:ext cx="2094230" cy="52133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1291908" y="2196148"/>
          <a:ext cx="790575" cy="238760"/>
        </p:xfrm>
        <a:graphic>
          <a:graphicData uri="http://schemas.openxmlformats.org/presentationml/2006/ole">
            <mc:AlternateContent xmlns:mc="http://schemas.openxmlformats.org/markup-compatibility/2006">
              <mc:Choice xmlns:v="urn:schemas-microsoft-com:vml" Requires="v">
                <p:oleObj spid="_x0000_s6" name="" r:id="rId3" imgW="685800" imgH="203200" progId="Equation.KSEE3">
                  <p:embed/>
                </p:oleObj>
              </mc:Choice>
              <mc:Fallback>
                <p:oleObj name="" r:id="rId3" imgW="685800" imgH="203200" progId="Equation.KSEE3">
                  <p:embed/>
                  <p:pic>
                    <p:nvPicPr>
                      <p:cNvPr id="0" name="图片 1024"/>
                      <p:cNvPicPr/>
                      <p:nvPr/>
                    </p:nvPicPr>
                    <p:blipFill>
                      <a:blip r:embed="rId4"/>
                      <a:stretch>
                        <a:fillRect/>
                      </a:stretch>
                    </p:blipFill>
                    <p:spPr>
                      <a:xfrm>
                        <a:off x="1291908" y="2196148"/>
                        <a:ext cx="790575" cy="238760"/>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1637348" y="2694940"/>
          <a:ext cx="5292090" cy="2094865"/>
        </p:xfrm>
        <a:graphic>
          <a:graphicData uri="http://schemas.openxmlformats.org/presentationml/2006/ole">
            <mc:AlternateContent xmlns:mc="http://schemas.openxmlformats.org/markup-compatibility/2006">
              <mc:Choice xmlns:v="urn:schemas-microsoft-com:vml" Requires="v">
                <p:oleObj spid="_x0000_s14" name="" r:id="rId5" imgW="5626100" imgH="2184400" progId="Equation.KSEE3">
                  <p:embed/>
                </p:oleObj>
              </mc:Choice>
              <mc:Fallback>
                <p:oleObj name="" r:id="rId5" imgW="5626100" imgH="2184400" progId="Equation.KSEE3">
                  <p:embed/>
                  <p:pic>
                    <p:nvPicPr>
                      <p:cNvPr id="0" name="图片 1024"/>
                      <p:cNvPicPr/>
                      <p:nvPr/>
                    </p:nvPicPr>
                    <p:blipFill>
                      <a:blip r:embed="rId6"/>
                      <a:stretch>
                        <a:fillRect/>
                      </a:stretch>
                    </p:blipFill>
                    <p:spPr>
                      <a:xfrm>
                        <a:off x="1637348" y="2694940"/>
                        <a:ext cx="5292090" cy="2094865"/>
                      </a:xfrm>
                      <a:prstGeom prst="rect">
                        <a:avLst/>
                      </a:prstGeom>
                    </p:spPr>
                  </p:pic>
                </p:oleObj>
              </mc:Fallback>
            </mc:AlternateContent>
          </a:graphicData>
        </a:graphic>
      </p:graphicFrame>
      <p:sp>
        <p:nvSpPr>
          <p:cNvPr id="9" name="椭圆 8"/>
          <p:cNvSpPr/>
          <p:nvPr/>
        </p:nvSpPr>
        <p:spPr>
          <a:xfrm rot="960000">
            <a:off x="8543290" y="3362325"/>
            <a:ext cx="897255" cy="1615440"/>
          </a:xfrm>
          <a:prstGeom prst="ellipse">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0" name="直接箭头连接符 9"/>
          <p:cNvCxnSpPr/>
          <p:nvPr/>
        </p:nvCxnSpPr>
        <p:spPr>
          <a:xfrm flipV="1">
            <a:off x="8623935" y="3766185"/>
            <a:ext cx="46990" cy="10287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sp>
        <p:nvSpPr>
          <p:cNvPr id="11" name="椭圆 10"/>
          <p:cNvSpPr/>
          <p:nvPr/>
        </p:nvSpPr>
        <p:spPr>
          <a:xfrm rot="20760000">
            <a:off x="10133330" y="3434080"/>
            <a:ext cx="897255" cy="1615440"/>
          </a:xfrm>
          <a:prstGeom prst="ellipse">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12" name="直接箭头连接符 11"/>
          <p:cNvCxnSpPr/>
          <p:nvPr/>
        </p:nvCxnSpPr>
        <p:spPr>
          <a:xfrm flipH="1" flipV="1">
            <a:off x="10935970" y="3891280"/>
            <a:ext cx="31115" cy="79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5" name="对象 14">
            <a:hlinkClick r:id="" action="ppaction://ole?verb="/>
          </p:cNvPr>
          <p:cNvGraphicFramePr>
            <a:graphicFrameLocks noChangeAspect="1"/>
          </p:cNvGraphicFramePr>
          <p:nvPr/>
        </p:nvGraphicFramePr>
        <p:xfrm>
          <a:off x="8768080" y="5069840"/>
          <a:ext cx="204470" cy="253365"/>
        </p:xfrm>
        <a:graphic>
          <a:graphicData uri="http://schemas.openxmlformats.org/presentationml/2006/ole">
            <mc:AlternateContent xmlns:mc="http://schemas.openxmlformats.org/markup-compatibility/2006">
              <mc:Choice xmlns:v="urn:schemas-microsoft-com:vml" Requires="v">
                <p:oleObj spid="_x0000_s16" name="" r:id="rId7" imgW="177165" imgH="215900" progId="Equation.KSEE3">
                  <p:embed/>
                </p:oleObj>
              </mc:Choice>
              <mc:Fallback>
                <p:oleObj name="" r:id="rId7" imgW="177165" imgH="215900" progId="Equation.KSEE3">
                  <p:embed/>
                  <p:pic>
                    <p:nvPicPr>
                      <p:cNvPr id="0" name="图片 1024"/>
                      <p:cNvPicPr/>
                      <p:nvPr/>
                    </p:nvPicPr>
                    <p:blipFill>
                      <a:blip r:embed="rId8"/>
                      <a:stretch>
                        <a:fillRect/>
                      </a:stretch>
                    </p:blipFill>
                    <p:spPr>
                      <a:xfrm>
                        <a:off x="8768080" y="5069840"/>
                        <a:ext cx="204470" cy="253365"/>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10617518" y="5133975"/>
          <a:ext cx="220345" cy="253365"/>
        </p:xfrm>
        <a:graphic>
          <a:graphicData uri="http://schemas.openxmlformats.org/presentationml/2006/ole">
            <mc:AlternateContent xmlns:mc="http://schemas.openxmlformats.org/markup-compatibility/2006">
              <mc:Choice xmlns:v="urn:schemas-microsoft-com:vml" Requires="v">
                <p:oleObj spid="_x0000_s20" name="" r:id="rId9" imgW="190500" imgH="215900" progId="Equation.KSEE3">
                  <p:embed/>
                </p:oleObj>
              </mc:Choice>
              <mc:Fallback>
                <p:oleObj name="" r:id="rId9" imgW="190500" imgH="215900" progId="Equation.KSEE3">
                  <p:embed/>
                  <p:pic>
                    <p:nvPicPr>
                      <p:cNvPr id="0" name="图片 1024"/>
                      <p:cNvPicPr/>
                      <p:nvPr/>
                    </p:nvPicPr>
                    <p:blipFill>
                      <a:blip r:embed="rId10"/>
                      <a:stretch>
                        <a:fillRect/>
                      </a:stretch>
                    </p:blipFill>
                    <p:spPr>
                      <a:xfrm>
                        <a:off x="10617518" y="5133975"/>
                        <a:ext cx="220345" cy="253365"/>
                      </a:xfrm>
                      <a:prstGeom prst="rect">
                        <a:avLst/>
                      </a:prstGeom>
                    </p:spPr>
                  </p:pic>
                </p:oleObj>
              </mc:Fallback>
            </mc:AlternateContent>
          </a:graphicData>
        </a:graphic>
      </p:graphicFrame>
      <p:graphicFrame>
        <p:nvGraphicFramePr>
          <p:cNvPr id="21" name="对象 20">
            <a:hlinkClick r:id="" action="ppaction://ole?verb="/>
          </p:cNvPr>
          <p:cNvGraphicFramePr>
            <a:graphicFrameLocks noChangeAspect="1"/>
          </p:cNvGraphicFramePr>
          <p:nvPr/>
        </p:nvGraphicFramePr>
        <p:xfrm>
          <a:off x="8441055" y="3615690"/>
          <a:ext cx="161290" cy="253365"/>
        </p:xfrm>
        <a:graphic>
          <a:graphicData uri="http://schemas.openxmlformats.org/presentationml/2006/ole">
            <mc:AlternateContent xmlns:mc="http://schemas.openxmlformats.org/markup-compatibility/2006">
              <mc:Choice xmlns:v="urn:schemas-microsoft-com:vml" Requires="v">
                <p:oleObj spid="_x0000_s22" name="" r:id="rId11" imgW="139700" imgH="215900" progId="Equation.KSEE3">
                  <p:embed/>
                </p:oleObj>
              </mc:Choice>
              <mc:Fallback>
                <p:oleObj name="" r:id="rId11" imgW="139700" imgH="215900" progId="Equation.KSEE3">
                  <p:embed/>
                  <p:pic>
                    <p:nvPicPr>
                      <p:cNvPr id="0" name="图片 1024"/>
                      <p:cNvPicPr/>
                      <p:nvPr/>
                    </p:nvPicPr>
                    <p:blipFill>
                      <a:blip r:embed="rId12"/>
                      <a:stretch>
                        <a:fillRect/>
                      </a:stretch>
                    </p:blipFill>
                    <p:spPr>
                      <a:xfrm>
                        <a:off x="8441055" y="3615690"/>
                        <a:ext cx="161290" cy="253365"/>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11053763" y="3825875"/>
          <a:ext cx="191135" cy="253365"/>
        </p:xfrm>
        <a:graphic>
          <a:graphicData uri="http://schemas.openxmlformats.org/presentationml/2006/ole">
            <mc:AlternateContent xmlns:mc="http://schemas.openxmlformats.org/markup-compatibility/2006">
              <mc:Choice xmlns:v="urn:schemas-microsoft-com:vml" Requires="v">
                <p:oleObj spid="_x0000_s25" name="" r:id="rId13" imgW="165100" imgH="215900" progId="Equation.KSEE3">
                  <p:embed/>
                </p:oleObj>
              </mc:Choice>
              <mc:Fallback>
                <p:oleObj name="" r:id="rId13" imgW="165100" imgH="215900" progId="Equation.KSEE3">
                  <p:embed/>
                  <p:pic>
                    <p:nvPicPr>
                      <p:cNvPr id="0" name="图片 1024"/>
                      <p:cNvPicPr/>
                      <p:nvPr/>
                    </p:nvPicPr>
                    <p:blipFill>
                      <a:blip r:embed="rId14"/>
                      <a:stretch>
                        <a:fillRect/>
                      </a:stretch>
                    </p:blipFill>
                    <p:spPr>
                      <a:xfrm>
                        <a:off x="11053763" y="3825875"/>
                        <a:ext cx="191135" cy="253365"/>
                      </a:xfrm>
                      <a:prstGeom prst="rect">
                        <a:avLst/>
                      </a:prstGeom>
                    </p:spPr>
                  </p:pic>
                </p:oleObj>
              </mc:Fallback>
            </mc:AlternateContent>
          </a:graphicData>
        </a:graphic>
      </p:graphicFrame>
      <p:sp>
        <p:nvSpPr>
          <p:cNvPr id="26" name="椭圆 25"/>
          <p:cNvSpPr/>
          <p:nvPr/>
        </p:nvSpPr>
        <p:spPr>
          <a:xfrm rot="960000">
            <a:off x="9558020" y="545465"/>
            <a:ext cx="897255" cy="1615440"/>
          </a:xfrm>
          <a:prstGeom prst="ellipse">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27" name="直接箭头连接符 26"/>
          <p:cNvCxnSpPr/>
          <p:nvPr/>
        </p:nvCxnSpPr>
        <p:spPr>
          <a:xfrm flipV="1">
            <a:off x="9638665" y="949325"/>
            <a:ext cx="46990" cy="10287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28" name="对象 27">
            <a:hlinkClick r:id="" action="ppaction://ole?verb="/>
          </p:cNvPr>
          <p:cNvGraphicFramePr>
            <a:graphicFrameLocks noChangeAspect="1"/>
          </p:cNvGraphicFramePr>
          <p:nvPr/>
        </p:nvGraphicFramePr>
        <p:xfrm>
          <a:off x="9793605" y="2260283"/>
          <a:ext cx="365760" cy="238760"/>
        </p:xfrm>
        <a:graphic>
          <a:graphicData uri="http://schemas.openxmlformats.org/presentationml/2006/ole">
            <mc:AlternateContent xmlns:mc="http://schemas.openxmlformats.org/markup-compatibility/2006">
              <mc:Choice xmlns:v="urn:schemas-microsoft-com:vml" Requires="v">
                <p:oleObj spid="_x0000_s29" name="" r:id="rId15" imgW="316865" imgH="203200" progId="Equation.KSEE3">
                  <p:embed/>
                </p:oleObj>
              </mc:Choice>
              <mc:Fallback>
                <p:oleObj name="" r:id="rId15" imgW="316865" imgH="203200" progId="Equation.KSEE3">
                  <p:embed/>
                  <p:pic>
                    <p:nvPicPr>
                      <p:cNvPr id="0" name="图片 1024"/>
                      <p:cNvPicPr/>
                      <p:nvPr/>
                    </p:nvPicPr>
                    <p:blipFill>
                      <a:blip r:embed="rId16"/>
                      <a:stretch>
                        <a:fillRect/>
                      </a:stretch>
                    </p:blipFill>
                    <p:spPr>
                      <a:xfrm>
                        <a:off x="9793605" y="2260283"/>
                        <a:ext cx="365760" cy="238760"/>
                      </a:xfrm>
                      <a:prstGeom prst="rect">
                        <a:avLst/>
                      </a:prstGeom>
                    </p:spPr>
                  </p:pic>
                </p:oleObj>
              </mc:Fallback>
            </mc:AlternateContent>
          </a:graphicData>
        </a:graphic>
      </p:graphicFrame>
      <p:graphicFrame>
        <p:nvGraphicFramePr>
          <p:cNvPr id="30" name="对象 29">
            <a:hlinkClick r:id="" action="ppaction://ole?verb="/>
          </p:cNvPr>
          <p:cNvGraphicFramePr>
            <a:graphicFrameLocks noChangeAspect="1"/>
          </p:cNvGraphicFramePr>
          <p:nvPr/>
        </p:nvGraphicFramePr>
        <p:xfrm>
          <a:off x="9463088" y="828358"/>
          <a:ext cx="146685" cy="194310"/>
        </p:xfrm>
        <a:graphic>
          <a:graphicData uri="http://schemas.openxmlformats.org/presentationml/2006/ole">
            <mc:AlternateContent xmlns:mc="http://schemas.openxmlformats.org/markup-compatibility/2006">
              <mc:Choice xmlns:v="urn:schemas-microsoft-com:vml" Requires="v">
                <p:oleObj spid="_x0000_s31" name="" r:id="rId17" imgW="127000" imgH="165100" progId="Equation.KSEE3">
                  <p:embed/>
                </p:oleObj>
              </mc:Choice>
              <mc:Fallback>
                <p:oleObj name="" r:id="rId17" imgW="127000" imgH="165100" progId="Equation.KSEE3">
                  <p:embed/>
                  <p:pic>
                    <p:nvPicPr>
                      <p:cNvPr id="0" name="图片 1024"/>
                      <p:cNvPicPr/>
                      <p:nvPr/>
                    </p:nvPicPr>
                    <p:blipFill>
                      <a:blip r:embed="rId18"/>
                      <a:stretch>
                        <a:fillRect/>
                      </a:stretch>
                    </p:blipFill>
                    <p:spPr>
                      <a:xfrm>
                        <a:off x="9463088" y="828358"/>
                        <a:ext cx="146685" cy="194310"/>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9909810" y="1313498"/>
          <a:ext cx="204470" cy="194310"/>
        </p:xfrm>
        <a:graphic>
          <a:graphicData uri="http://schemas.openxmlformats.org/presentationml/2006/ole">
            <mc:AlternateContent xmlns:mc="http://schemas.openxmlformats.org/markup-compatibility/2006">
              <mc:Choice xmlns:v="urn:schemas-microsoft-com:vml" Requires="v">
                <p:oleObj spid="_x0000_s33" name="" r:id="rId19" imgW="177165" imgH="165100" progId="Equation.KSEE3">
                  <p:embed/>
                </p:oleObj>
              </mc:Choice>
              <mc:Fallback>
                <p:oleObj name="" r:id="rId19" imgW="177165" imgH="165100" progId="Equation.KSEE3">
                  <p:embed/>
                  <p:pic>
                    <p:nvPicPr>
                      <p:cNvPr id="0" name="图片 1024"/>
                      <p:cNvPicPr/>
                      <p:nvPr/>
                    </p:nvPicPr>
                    <p:blipFill>
                      <a:blip r:embed="rId20"/>
                      <a:stretch>
                        <a:fillRect/>
                      </a:stretch>
                    </p:blipFill>
                    <p:spPr>
                      <a:xfrm>
                        <a:off x="9909810" y="1313498"/>
                        <a:ext cx="204470" cy="194310"/>
                      </a:xfrm>
                      <a:prstGeom prst="rect">
                        <a:avLst/>
                      </a:prstGeom>
                    </p:spPr>
                  </p:pic>
                </p:oleObj>
              </mc:Fallback>
            </mc:AlternateContent>
          </a:graphicData>
        </a:graphic>
      </p:graphicFrame>
      <p:graphicFrame>
        <p:nvGraphicFramePr>
          <p:cNvPr id="34" name="对象 33">
            <a:hlinkClick r:id="" action="ppaction://ole?verb="/>
          </p:cNvPr>
          <p:cNvGraphicFramePr>
            <a:graphicFrameLocks noChangeAspect="1"/>
          </p:cNvGraphicFramePr>
          <p:nvPr/>
        </p:nvGraphicFramePr>
        <p:xfrm>
          <a:off x="10418763" y="4114166"/>
          <a:ext cx="278765" cy="254635"/>
        </p:xfrm>
        <a:graphic>
          <a:graphicData uri="http://schemas.openxmlformats.org/presentationml/2006/ole">
            <mc:AlternateContent xmlns:mc="http://schemas.openxmlformats.org/markup-compatibility/2006">
              <mc:Choice xmlns:v="urn:schemas-microsoft-com:vml" Requires="v">
                <p:oleObj spid="_x0000_s35" name="" r:id="rId21" imgW="241300" imgH="215900" progId="Equation.KSEE3">
                  <p:embed/>
                </p:oleObj>
              </mc:Choice>
              <mc:Fallback>
                <p:oleObj name="" r:id="rId21" imgW="241300" imgH="215900" progId="Equation.KSEE3">
                  <p:embed/>
                  <p:pic>
                    <p:nvPicPr>
                      <p:cNvPr id="0" name="图片 1024"/>
                      <p:cNvPicPr/>
                      <p:nvPr/>
                    </p:nvPicPr>
                    <p:blipFill>
                      <a:blip r:embed="rId22"/>
                      <a:stretch>
                        <a:fillRect/>
                      </a:stretch>
                    </p:blipFill>
                    <p:spPr>
                      <a:xfrm>
                        <a:off x="10418763" y="4114166"/>
                        <a:ext cx="278765" cy="254635"/>
                      </a:xfrm>
                      <a:prstGeom prst="rect">
                        <a:avLst/>
                      </a:prstGeom>
                    </p:spPr>
                  </p:pic>
                </p:oleObj>
              </mc:Fallback>
            </mc:AlternateContent>
          </a:graphicData>
        </a:graphic>
      </p:graphicFrame>
      <p:graphicFrame>
        <p:nvGraphicFramePr>
          <p:cNvPr id="38" name="对象 37">
            <a:hlinkClick r:id="" action="ppaction://ole?verb="/>
          </p:cNvPr>
          <p:cNvGraphicFramePr>
            <a:graphicFrameLocks noChangeAspect="1"/>
          </p:cNvGraphicFramePr>
          <p:nvPr/>
        </p:nvGraphicFramePr>
        <p:xfrm>
          <a:off x="9685655" y="5521326"/>
          <a:ext cx="396240" cy="224155"/>
        </p:xfrm>
        <a:graphic>
          <a:graphicData uri="http://schemas.openxmlformats.org/presentationml/2006/ole">
            <mc:AlternateContent xmlns:mc="http://schemas.openxmlformats.org/markup-compatibility/2006">
              <mc:Choice xmlns:v="urn:schemas-microsoft-com:vml" Requires="v">
                <p:oleObj spid="_x0000_s39" name="" r:id="rId23" imgW="342900" imgH="190500" progId="Equation.KSEE3">
                  <p:embed/>
                </p:oleObj>
              </mc:Choice>
              <mc:Fallback>
                <p:oleObj name="" r:id="rId23" imgW="342900" imgH="190500" progId="Equation.KSEE3">
                  <p:embed/>
                  <p:pic>
                    <p:nvPicPr>
                      <p:cNvPr id="0" name="图片 1024"/>
                      <p:cNvPicPr/>
                      <p:nvPr/>
                    </p:nvPicPr>
                    <p:blipFill>
                      <a:blip r:embed="rId24"/>
                      <a:stretch>
                        <a:fillRect/>
                      </a:stretch>
                    </p:blipFill>
                    <p:spPr>
                      <a:xfrm>
                        <a:off x="9685655" y="5521326"/>
                        <a:ext cx="396240" cy="224155"/>
                      </a:xfrm>
                      <a:prstGeom prst="rect">
                        <a:avLst/>
                      </a:prstGeom>
                    </p:spPr>
                  </p:pic>
                </p:oleObj>
              </mc:Fallback>
            </mc:AlternateContent>
          </a:graphicData>
        </a:graphic>
      </p:graphicFrame>
      <p:graphicFrame>
        <p:nvGraphicFramePr>
          <p:cNvPr id="40" name="对象 39">
            <a:hlinkClick r:id="" action="ppaction://ole?verb="/>
          </p:cNvPr>
          <p:cNvGraphicFramePr>
            <a:graphicFrameLocks noChangeAspect="1"/>
          </p:cNvGraphicFramePr>
          <p:nvPr/>
        </p:nvGraphicFramePr>
        <p:xfrm>
          <a:off x="8816658" y="3944621"/>
          <a:ext cx="294005" cy="254635"/>
        </p:xfrm>
        <a:graphic>
          <a:graphicData uri="http://schemas.openxmlformats.org/presentationml/2006/ole">
            <mc:AlternateContent xmlns:mc="http://schemas.openxmlformats.org/markup-compatibility/2006">
              <mc:Choice xmlns:v="urn:schemas-microsoft-com:vml" Requires="v">
                <p:oleObj spid="_x0000_s41" name="" r:id="rId25" imgW="254000" imgH="215900" progId="Equation.KSEE3">
                  <p:embed/>
                </p:oleObj>
              </mc:Choice>
              <mc:Fallback>
                <p:oleObj name="" r:id="rId25" imgW="254000" imgH="215900" progId="Equation.KSEE3">
                  <p:embed/>
                  <p:pic>
                    <p:nvPicPr>
                      <p:cNvPr id="0" name="图片 1024"/>
                      <p:cNvPicPr/>
                      <p:nvPr/>
                    </p:nvPicPr>
                    <p:blipFill>
                      <a:blip r:embed="rId26"/>
                      <a:stretch>
                        <a:fillRect/>
                      </a:stretch>
                    </p:blipFill>
                    <p:spPr>
                      <a:xfrm>
                        <a:off x="8816658" y="3944621"/>
                        <a:ext cx="294005" cy="254635"/>
                      </a:xfrm>
                      <a:prstGeom prst="rect">
                        <a:avLst/>
                      </a:prstGeom>
                    </p:spPr>
                  </p:pic>
                </p:oleObj>
              </mc:Fallback>
            </mc:AlternateContent>
          </a:graphicData>
        </a:graphic>
      </p:graphicFrame>
      <p:cxnSp>
        <p:nvCxnSpPr>
          <p:cNvPr id="42" name="直接箭头连接符 41"/>
          <p:cNvCxnSpPr>
            <a:endCxn id="34" idx="1"/>
          </p:cNvCxnSpPr>
          <p:nvPr/>
        </p:nvCxnSpPr>
        <p:spPr>
          <a:xfrm>
            <a:off x="9429750" y="4231005"/>
            <a:ext cx="989330" cy="1079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flipH="1">
            <a:off x="9180195" y="3944620"/>
            <a:ext cx="934085" cy="5143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1275715" y="1362075"/>
            <a:ext cx="9144000" cy="10267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dirty="0">
                <a:sym typeface="+mn-ea"/>
              </a:rPr>
              <a:t>四、时变电磁场</a:t>
            </a:r>
            <a:endParaRPr lang="zh-CN"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69265" y="377402"/>
            <a:ext cx="4754880" cy="398780"/>
          </a:xfrm>
          <a:prstGeom prst="rect">
            <a:avLst/>
          </a:prstGeom>
          <a:noFill/>
        </p:spPr>
        <p:txBody>
          <a:bodyPr wrap="none" rtlCol="0">
            <a:spAutoFit/>
          </a:bodyPr>
          <a:lstStyle/>
          <a:p>
            <a:r>
              <a:rPr lang="zh-CN" altLang="en-US" sz="2000" dirty="0"/>
              <a:t>四、时变电磁场</a:t>
            </a:r>
            <a:r>
              <a:rPr lang="en-US" altLang="zh-CN" sz="2000" dirty="0"/>
              <a:t>—</a:t>
            </a:r>
            <a:r>
              <a:rPr lang="zh-CN" altLang="en-US" sz="2000" dirty="0"/>
              <a:t>麦克斯韦方程组的</a:t>
            </a:r>
            <a:r>
              <a:rPr lang="zh-CN" altLang="en-US" sz="2000" dirty="0"/>
              <a:t>建立</a:t>
            </a:r>
            <a:endParaRPr lang="zh-CN" altLang="en-US" sz="2000" dirty="0"/>
          </a:p>
        </p:txBody>
      </p:sp>
      <p:graphicFrame>
        <p:nvGraphicFramePr>
          <p:cNvPr id="3" name="对象 2">
            <a:hlinkClick r:id="" action="ppaction://ole?verb="/>
          </p:cNvPr>
          <p:cNvGraphicFramePr>
            <a:graphicFrameLocks noChangeAspect="1"/>
          </p:cNvGraphicFramePr>
          <p:nvPr/>
        </p:nvGraphicFramePr>
        <p:xfrm>
          <a:off x="331470" y="1183640"/>
          <a:ext cx="5532755" cy="2376170"/>
        </p:xfrm>
        <a:graphic>
          <a:graphicData uri="http://schemas.openxmlformats.org/presentationml/2006/ole">
            <mc:AlternateContent xmlns:mc="http://schemas.openxmlformats.org/markup-compatibility/2006">
              <mc:Choice xmlns:v="urn:schemas-microsoft-com:vml" Requires="v">
                <p:oleObj spid="_x0000_s6" name="" r:id="rId1" imgW="6007100" imgH="2578100" progId="Equation.KSEE3">
                  <p:embed/>
                </p:oleObj>
              </mc:Choice>
              <mc:Fallback>
                <p:oleObj name="" r:id="rId1" imgW="6007100" imgH="2578100" progId="Equation.KSEE3">
                  <p:embed/>
                  <p:pic>
                    <p:nvPicPr>
                      <p:cNvPr id="0" name="图片 1024"/>
                      <p:cNvPicPr/>
                      <p:nvPr/>
                    </p:nvPicPr>
                    <p:blipFill>
                      <a:blip r:embed="rId2"/>
                      <a:stretch>
                        <a:fillRect/>
                      </a:stretch>
                    </p:blipFill>
                    <p:spPr>
                      <a:xfrm>
                        <a:off x="331470" y="1183640"/>
                        <a:ext cx="5532755" cy="2376170"/>
                      </a:xfrm>
                      <a:prstGeom prst="rect">
                        <a:avLst/>
                      </a:prstGeom>
                      <a:ln>
                        <a:noFill/>
                      </a:ln>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5949633" y="1192848"/>
          <a:ext cx="5933440" cy="2366645"/>
        </p:xfrm>
        <a:graphic>
          <a:graphicData uri="http://schemas.openxmlformats.org/presentationml/2006/ole">
            <mc:AlternateContent xmlns:mc="http://schemas.openxmlformats.org/markup-compatibility/2006">
              <mc:Choice xmlns:v="urn:schemas-microsoft-com:vml" Requires="v">
                <p:oleObj spid="_x0000_s5" name="" r:id="rId3" imgW="6184900" imgH="2463165" progId="Equation.KSEE3">
                  <p:embed/>
                </p:oleObj>
              </mc:Choice>
              <mc:Fallback>
                <p:oleObj name="" r:id="rId3" imgW="6184900" imgH="2463165" progId="Equation.KSEE3">
                  <p:embed/>
                  <p:pic>
                    <p:nvPicPr>
                      <p:cNvPr id="0" name="图片 1024"/>
                      <p:cNvPicPr/>
                      <p:nvPr/>
                    </p:nvPicPr>
                    <p:blipFill>
                      <a:blip r:embed="rId4"/>
                      <a:stretch>
                        <a:fillRect/>
                      </a:stretch>
                    </p:blipFill>
                    <p:spPr>
                      <a:xfrm>
                        <a:off x="5949633" y="1192848"/>
                        <a:ext cx="5933440" cy="2366645"/>
                      </a:xfrm>
                      <a:prstGeom prst="rect">
                        <a:avLst/>
                      </a:prstGeom>
                      <a:ln>
                        <a:noFill/>
                      </a:ln>
                    </p:spPr>
                  </p:pic>
                </p:oleObj>
              </mc:Fallback>
            </mc:AlternateContent>
          </a:graphicData>
        </a:graphic>
      </p:graphicFrame>
      <p:sp>
        <p:nvSpPr>
          <p:cNvPr id="7" name="矩形 6"/>
          <p:cNvSpPr/>
          <p:nvPr/>
        </p:nvSpPr>
        <p:spPr>
          <a:xfrm>
            <a:off x="278765" y="1074420"/>
            <a:ext cx="5585460" cy="269938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矩形 7"/>
          <p:cNvSpPr/>
          <p:nvPr/>
        </p:nvSpPr>
        <p:spPr>
          <a:xfrm>
            <a:off x="5916930" y="1074420"/>
            <a:ext cx="5966460" cy="269938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11" name="对象 10">
            <a:hlinkClick r:id="" action="ppaction://ole?verb="/>
          </p:cNvPr>
          <p:cNvGraphicFramePr>
            <a:graphicFrameLocks noChangeAspect="1"/>
          </p:cNvGraphicFramePr>
          <p:nvPr/>
        </p:nvGraphicFramePr>
        <p:xfrm>
          <a:off x="3089275" y="4124643"/>
          <a:ext cx="5048250" cy="1821815"/>
        </p:xfrm>
        <a:graphic>
          <a:graphicData uri="http://schemas.openxmlformats.org/presentationml/2006/ole">
            <mc:AlternateContent xmlns:mc="http://schemas.openxmlformats.org/markup-compatibility/2006">
              <mc:Choice xmlns:v="urn:schemas-microsoft-com:vml" Requires="v">
                <p:oleObj spid="_x0000_s12" name="" r:id="rId5" imgW="4953000" imgH="1777365" progId="Equation.KSEE3">
                  <p:embed/>
                </p:oleObj>
              </mc:Choice>
              <mc:Fallback>
                <p:oleObj name="" r:id="rId5" imgW="4953000" imgH="1777365" progId="Equation.KSEE3">
                  <p:embed/>
                  <p:pic>
                    <p:nvPicPr>
                      <p:cNvPr id="0" name="图片 1024"/>
                      <p:cNvPicPr/>
                      <p:nvPr/>
                    </p:nvPicPr>
                    <p:blipFill>
                      <a:blip r:embed="rId6"/>
                      <a:stretch>
                        <a:fillRect/>
                      </a:stretch>
                    </p:blipFill>
                    <p:spPr>
                      <a:xfrm>
                        <a:off x="3089275" y="4124643"/>
                        <a:ext cx="5048250" cy="1821815"/>
                      </a:xfrm>
                      <a:prstGeom prst="rect">
                        <a:avLst/>
                      </a:prstGeom>
                      <a:ln>
                        <a:noFill/>
                      </a:ln>
                    </p:spPr>
                  </p:pic>
                </p:oleObj>
              </mc:Fallback>
            </mc:AlternateContent>
          </a:graphicData>
        </a:graphic>
      </p:graphicFrame>
      <p:sp>
        <p:nvSpPr>
          <p:cNvPr id="13" name="文本框 12"/>
          <p:cNvSpPr txBox="1"/>
          <p:nvPr/>
        </p:nvSpPr>
        <p:spPr>
          <a:xfrm>
            <a:off x="548005" y="3852545"/>
            <a:ext cx="10468610" cy="275590"/>
          </a:xfrm>
          <a:prstGeom prst="rect">
            <a:avLst/>
          </a:prstGeom>
          <a:noFill/>
        </p:spPr>
        <p:txBody>
          <a:bodyPr wrap="square" rtlCol="0">
            <a:spAutoFit/>
          </a:bodyPr>
          <a:p>
            <a:r>
              <a:rPr lang="en-US" altLang="zh-CN" sz="1200"/>
              <a:t>  </a:t>
            </a:r>
            <a:r>
              <a:rPr lang="zh-CN" altLang="en-US" sz="1200"/>
              <a:t>在库伦定律、安培定律、法拉第电磁感应定律和麦克斯韦位移电流假设的基础上，可以构建起描述时变电磁场的方程</a:t>
            </a:r>
            <a:r>
              <a:rPr lang="en-US" altLang="zh-CN" sz="1200"/>
              <a:t>—</a:t>
            </a:r>
            <a:r>
              <a:rPr lang="zh-CN" altLang="en-US" sz="1200"/>
              <a:t>麦克斯韦</a:t>
            </a:r>
            <a:r>
              <a:rPr lang="zh-CN" altLang="en-US" sz="1200"/>
              <a:t>方程组：</a:t>
            </a:r>
            <a:endParaRPr lang="zh-CN" altLang="en-US" sz="1200"/>
          </a:p>
        </p:txBody>
      </p:sp>
      <p:sp>
        <p:nvSpPr>
          <p:cNvPr id="14" name="文本框 13"/>
          <p:cNvSpPr txBox="1"/>
          <p:nvPr/>
        </p:nvSpPr>
        <p:spPr>
          <a:xfrm>
            <a:off x="687070" y="5949950"/>
            <a:ext cx="10468610" cy="460375"/>
          </a:xfrm>
          <a:prstGeom prst="rect">
            <a:avLst/>
          </a:prstGeom>
          <a:noFill/>
        </p:spPr>
        <p:txBody>
          <a:bodyPr wrap="square" rtlCol="0">
            <a:spAutoFit/>
          </a:bodyPr>
          <a:p>
            <a:r>
              <a:rPr lang="en-US" altLang="zh-CN" sz="1200"/>
              <a:t>  </a:t>
            </a:r>
            <a:r>
              <a:rPr lang="zh-CN" altLang="en-US" sz="1200"/>
              <a:t>麦克斯韦方程组是电磁场的基本方程，它精准地描述了电场、磁场和它们的场源之间的关系，它在电磁学中的地位等同于力学中的牛顿</a:t>
            </a:r>
            <a:r>
              <a:rPr lang="zh-CN" altLang="en-US" sz="1200"/>
              <a:t>定律，是我们</a:t>
            </a:r>
            <a:endParaRPr lang="zh-CN" altLang="en-US" sz="1200"/>
          </a:p>
          <a:p>
            <a:r>
              <a:rPr lang="zh-CN" altLang="en-US" sz="1200"/>
              <a:t>分析研究电磁问题的基本出发</a:t>
            </a:r>
            <a:r>
              <a:rPr lang="zh-CN" altLang="en-US" sz="1200"/>
              <a:t>点。</a:t>
            </a:r>
            <a:endParaRPr lang="zh-CN" altLang="en-US" sz="1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图片 101"/>
          <p:cNvPicPr>
            <a:picLocks noChangeAspect="1"/>
          </p:cNvPicPr>
          <p:nvPr/>
        </p:nvPicPr>
        <p:blipFill>
          <a:blip r:embed="rId1"/>
          <a:stretch>
            <a:fillRect/>
          </a:stretch>
        </p:blipFill>
        <p:spPr>
          <a:xfrm flipH="1">
            <a:off x="1482090" y="1616710"/>
            <a:ext cx="1897380" cy="3345815"/>
          </a:xfrm>
          <a:prstGeom prst="rect">
            <a:avLst/>
          </a:prstGeom>
        </p:spPr>
      </p:pic>
      <p:pic>
        <p:nvPicPr>
          <p:cNvPr id="99" name="图片 98"/>
          <p:cNvPicPr>
            <a:picLocks noChangeAspect="1"/>
          </p:cNvPicPr>
          <p:nvPr/>
        </p:nvPicPr>
        <p:blipFill>
          <a:blip r:embed="rId1"/>
          <a:stretch>
            <a:fillRect/>
          </a:stretch>
        </p:blipFill>
        <p:spPr>
          <a:xfrm>
            <a:off x="8396605" y="1638300"/>
            <a:ext cx="1897380" cy="3345815"/>
          </a:xfrm>
          <a:prstGeom prst="rect">
            <a:avLst/>
          </a:prstGeom>
        </p:spPr>
      </p:pic>
      <p:sp>
        <p:nvSpPr>
          <p:cNvPr id="4" name="文本框 3"/>
          <p:cNvSpPr txBox="1"/>
          <p:nvPr/>
        </p:nvSpPr>
        <p:spPr>
          <a:xfrm>
            <a:off x="508000" y="554567"/>
            <a:ext cx="4500880" cy="398780"/>
          </a:xfrm>
          <a:prstGeom prst="rect">
            <a:avLst/>
          </a:prstGeom>
          <a:noFill/>
        </p:spPr>
        <p:txBody>
          <a:bodyPr wrap="none" rtlCol="0">
            <a:spAutoFit/>
          </a:bodyPr>
          <a:lstStyle/>
          <a:p>
            <a:r>
              <a:rPr lang="zh-CN" altLang="en-US" sz="2000" dirty="0"/>
              <a:t>四、时变电磁场</a:t>
            </a:r>
            <a:r>
              <a:rPr lang="en-US" altLang="zh-CN" sz="2000" dirty="0"/>
              <a:t>—</a:t>
            </a:r>
            <a:r>
              <a:rPr lang="zh-CN" altLang="en-US" sz="2000" dirty="0"/>
              <a:t>真空中的时变</a:t>
            </a:r>
            <a:r>
              <a:rPr lang="zh-CN" altLang="en-US" sz="2000" dirty="0"/>
              <a:t>电磁场</a:t>
            </a:r>
            <a:endParaRPr lang="zh-CN" altLang="en-US" sz="2000" dirty="0"/>
          </a:p>
        </p:txBody>
      </p:sp>
      <p:graphicFrame>
        <p:nvGraphicFramePr>
          <p:cNvPr id="11" name="对象 10">
            <a:hlinkClick r:id="" action="ppaction://ole?verb="/>
          </p:cNvPr>
          <p:cNvGraphicFramePr>
            <a:graphicFrameLocks noChangeAspect="1"/>
          </p:cNvGraphicFramePr>
          <p:nvPr/>
        </p:nvGraphicFramePr>
        <p:xfrm>
          <a:off x="963295" y="1069975"/>
          <a:ext cx="3507740" cy="208280"/>
        </p:xfrm>
        <a:graphic>
          <a:graphicData uri="http://schemas.openxmlformats.org/presentationml/2006/ole">
            <mc:AlternateContent xmlns:mc="http://schemas.openxmlformats.org/markup-compatibility/2006">
              <mc:Choice xmlns:v="urn:schemas-microsoft-com:vml" Requires="v">
                <p:oleObj spid="_x0000_s12" name="" r:id="rId2" imgW="3441700" imgH="203200" progId="Equation.KSEE3">
                  <p:embed/>
                </p:oleObj>
              </mc:Choice>
              <mc:Fallback>
                <p:oleObj name="" r:id="rId2" imgW="3441700" imgH="203200" progId="Equation.KSEE3">
                  <p:embed/>
                  <p:pic>
                    <p:nvPicPr>
                      <p:cNvPr id="0" name="图片 1024"/>
                      <p:cNvPicPr/>
                      <p:nvPr/>
                    </p:nvPicPr>
                    <p:blipFill>
                      <a:blip r:embed="rId3"/>
                      <a:stretch>
                        <a:fillRect/>
                      </a:stretch>
                    </p:blipFill>
                    <p:spPr>
                      <a:xfrm>
                        <a:off x="963295" y="1069975"/>
                        <a:ext cx="3507740" cy="208280"/>
                      </a:xfrm>
                      <a:prstGeom prst="rect">
                        <a:avLst/>
                      </a:prstGeom>
                      <a:ln>
                        <a:noFill/>
                      </a:ln>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3367723" y="4727575"/>
          <a:ext cx="1102995" cy="323850"/>
        </p:xfrm>
        <a:graphic>
          <a:graphicData uri="http://schemas.openxmlformats.org/presentationml/2006/ole">
            <mc:AlternateContent xmlns:mc="http://schemas.openxmlformats.org/markup-compatibility/2006">
              <mc:Choice xmlns:v="urn:schemas-microsoft-com:vml" Requires="v">
                <p:oleObj spid="_x0000_s17" name="" r:id="rId4" imgW="736600" imgH="215900" progId="Equation.KSEE3">
                  <p:embed/>
                </p:oleObj>
              </mc:Choice>
              <mc:Fallback>
                <p:oleObj name="" r:id="rId4" imgW="736600" imgH="215900" progId="Equation.KSEE3">
                  <p:embed/>
                  <p:pic>
                    <p:nvPicPr>
                      <p:cNvPr id="0" name="图片 1024"/>
                      <p:cNvPicPr/>
                      <p:nvPr/>
                    </p:nvPicPr>
                    <p:blipFill>
                      <a:blip r:embed="rId5"/>
                      <a:stretch>
                        <a:fillRect/>
                      </a:stretch>
                    </p:blipFill>
                    <p:spPr>
                      <a:xfrm>
                        <a:off x="3367723" y="4727575"/>
                        <a:ext cx="1102995" cy="32385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3405823" y="3097213"/>
          <a:ext cx="1155700" cy="359410"/>
        </p:xfrm>
        <a:graphic>
          <a:graphicData uri="http://schemas.openxmlformats.org/presentationml/2006/ole">
            <mc:AlternateContent xmlns:mc="http://schemas.openxmlformats.org/markup-compatibility/2006">
              <mc:Choice xmlns:v="urn:schemas-microsoft-com:vml" Requires="v">
                <p:oleObj spid="_x0000_s19" name="" r:id="rId6" imgW="736600" imgH="228600" progId="Equation.KSEE3">
                  <p:embed/>
                </p:oleObj>
              </mc:Choice>
              <mc:Fallback>
                <p:oleObj name="" r:id="rId6" imgW="736600" imgH="228600" progId="Equation.KSEE3">
                  <p:embed/>
                  <p:pic>
                    <p:nvPicPr>
                      <p:cNvPr id="0" name="图片 1024"/>
                      <p:cNvPicPr/>
                      <p:nvPr/>
                    </p:nvPicPr>
                    <p:blipFill>
                      <a:blip r:embed="rId7"/>
                      <a:stretch>
                        <a:fillRect/>
                      </a:stretch>
                    </p:blipFill>
                    <p:spPr>
                      <a:xfrm>
                        <a:off x="3405823" y="3097213"/>
                        <a:ext cx="1155700" cy="359410"/>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3592830" y="1532255"/>
          <a:ext cx="654685" cy="328295"/>
        </p:xfrm>
        <a:graphic>
          <a:graphicData uri="http://schemas.openxmlformats.org/presentationml/2006/ole">
            <mc:AlternateContent xmlns:mc="http://schemas.openxmlformats.org/markup-compatibility/2006">
              <mc:Choice xmlns:v="urn:schemas-microsoft-com:vml" Requires="v">
                <p:oleObj spid="_x0000_s21" name="" r:id="rId8" imgW="431800" imgH="215900" progId="Equation.KSEE3">
                  <p:embed/>
                </p:oleObj>
              </mc:Choice>
              <mc:Fallback>
                <p:oleObj name="" r:id="rId8" imgW="431800" imgH="215900" progId="Equation.KSEE3">
                  <p:embed/>
                  <p:pic>
                    <p:nvPicPr>
                      <p:cNvPr id="0" name="图片 1024"/>
                      <p:cNvPicPr/>
                      <p:nvPr/>
                    </p:nvPicPr>
                    <p:blipFill>
                      <a:blip r:embed="rId9"/>
                      <a:stretch>
                        <a:fillRect/>
                      </a:stretch>
                    </p:blipFill>
                    <p:spPr>
                      <a:xfrm>
                        <a:off x="3592830" y="1532255"/>
                        <a:ext cx="654685" cy="328295"/>
                      </a:xfrm>
                      <a:prstGeom prst="rect">
                        <a:avLst/>
                      </a:prstGeom>
                    </p:spPr>
                  </p:pic>
                </p:oleObj>
              </mc:Fallback>
            </mc:AlternateContent>
          </a:graphicData>
        </a:graphic>
      </p:graphicFrame>
      <p:cxnSp>
        <p:nvCxnSpPr>
          <p:cNvPr id="25" name="直接箭头连接符 24"/>
          <p:cNvCxnSpPr/>
          <p:nvPr/>
        </p:nvCxnSpPr>
        <p:spPr>
          <a:xfrm>
            <a:off x="3919220" y="348107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2" name="对象 31">
            <a:hlinkClick r:id="" action="ppaction://ole?verb="/>
          </p:cNvPr>
          <p:cNvGraphicFramePr>
            <a:graphicFrameLocks noChangeAspect="1"/>
          </p:cNvGraphicFramePr>
          <p:nvPr/>
        </p:nvGraphicFramePr>
        <p:xfrm>
          <a:off x="2391410" y="3656965"/>
          <a:ext cx="1405255" cy="244475"/>
        </p:xfrm>
        <a:graphic>
          <a:graphicData uri="http://schemas.openxmlformats.org/presentationml/2006/ole">
            <mc:AlternateContent xmlns:mc="http://schemas.openxmlformats.org/markup-compatibility/2006">
              <mc:Choice xmlns:v="urn:schemas-microsoft-com:vml" Requires="v">
                <p:oleObj spid="_x0000_s35" name="" r:id="rId10" imgW="1397000" imgH="241300" progId="Equation.KSEE3">
                  <p:embed/>
                </p:oleObj>
              </mc:Choice>
              <mc:Fallback>
                <p:oleObj name="" r:id="rId10" imgW="1397000" imgH="241300" progId="Equation.KSEE3">
                  <p:embed/>
                  <p:pic>
                    <p:nvPicPr>
                      <p:cNvPr id="0" name="图片 1024"/>
                      <p:cNvPicPr/>
                      <p:nvPr/>
                    </p:nvPicPr>
                    <p:blipFill>
                      <a:blip r:embed="rId11">
                        <a:duotone>
                          <a:schemeClr val="accent2">
                            <a:shade val="45000"/>
                            <a:satMod val="135000"/>
                          </a:schemeClr>
                          <a:prstClr val="white"/>
                        </a:duotone>
                      </a:blip>
                      <a:stretch>
                        <a:fillRect/>
                      </a:stretch>
                    </p:blipFill>
                    <p:spPr>
                      <a:xfrm>
                        <a:off x="2391410" y="3656965"/>
                        <a:ext cx="1405255" cy="244475"/>
                      </a:xfrm>
                      <a:prstGeom prst="rect">
                        <a:avLst/>
                      </a:prstGeom>
                    </p:spPr>
                  </p:pic>
                </p:oleObj>
              </mc:Fallback>
            </mc:AlternateContent>
          </a:graphicData>
        </a:graphic>
      </p:graphicFrame>
      <p:cxnSp>
        <p:nvCxnSpPr>
          <p:cNvPr id="46" name="直接箭头连接符 45"/>
          <p:cNvCxnSpPr/>
          <p:nvPr/>
        </p:nvCxnSpPr>
        <p:spPr>
          <a:xfrm>
            <a:off x="3919855" y="191135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49" name="对象 48">
            <a:hlinkClick r:id="" action="ppaction://ole?verb="/>
          </p:cNvPr>
          <p:cNvGraphicFramePr>
            <a:graphicFrameLocks noChangeAspect="1"/>
          </p:cNvGraphicFramePr>
          <p:nvPr/>
        </p:nvGraphicFramePr>
        <p:xfrm>
          <a:off x="4047490" y="2277110"/>
          <a:ext cx="996315" cy="454660"/>
        </p:xfrm>
        <a:graphic>
          <a:graphicData uri="http://schemas.openxmlformats.org/presentationml/2006/ole">
            <mc:AlternateContent xmlns:mc="http://schemas.openxmlformats.org/markup-compatibility/2006">
              <mc:Choice xmlns:v="urn:schemas-microsoft-com:vml" Requires="v">
                <p:oleObj spid="_x0000_s50" name="" r:id="rId12" imgW="927100" imgH="419100" progId="Equation.KSEE3">
                  <p:embed/>
                </p:oleObj>
              </mc:Choice>
              <mc:Fallback>
                <p:oleObj name="" r:id="rId12" imgW="927100" imgH="419100" progId="Equation.KSEE3">
                  <p:embed/>
                  <p:pic>
                    <p:nvPicPr>
                      <p:cNvPr id="0" name="图片 1024"/>
                      <p:cNvPicPr/>
                      <p:nvPr/>
                    </p:nvPicPr>
                    <p:blipFill>
                      <a:blip r:embed="rId13"/>
                      <a:stretch>
                        <a:fillRect/>
                      </a:stretch>
                    </p:blipFill>
                    <p:spPr>
                      <a:xfrm>
                        <a:off x="4047490" y="2277110"/>
                        <a:ext cx="996315" cy="454660"/>
                      </a:xfrm>
                      <a:prstGeom prst="rect">
                        <a:avLst/>
                      </a:prstGeom>
                    </p:spPr>
                  </p:pic>
                </p:oleObj>
              </mc:Fallback>
            </mc:AlternateContent>
          </a:graphicData>
        </a:graphic>
      </p:graphicFrame>
      <p:graphicFrame>
        <p:nvGraphicFramePr>
          <p:cNvPr id="53" name="对象 52">
            <a:hlinkClick r:id="" action="ppaction://ole?verb="/>
          </p:cNvPr>
          <p:cNvGraphicFramePr>
            <a:graphicFrameLocks noChangeAspect="1"/>
          </p:cNvGraphicFramePr>
          <p:nvPr/>
        </p:nvGraphicFramePr>
        <p:xfrm>
          <a:off x="10041255" y="1762125"/>
          <a:ext cx="1587500" cy="702310"/>
        </p:xfrm>
        <a:graphic>
          <a:graphicData uri="http://schemas.openxmlformats.org/presentationml/2006/ole">
            <mc:AlternateContent xmlns:mc="http://schemas.openxmlformats.org/markup-compatibility/2006">
              <mc:Choice xmlns:v="urn:schemas-microsoft-com:vml" Requires="v">
                <p:oleObj spid="_x0000_s54" name="" r:id="rId14" imgW="1498600" imgH="660400" progId="Equation.KSEE3">
                  <p:embed/>
                </p:oleObj>
              </mc:Choice>
              <mc:Fallback>
                <p:oleObj name="" r:id="rId14" imgW="1498600" imgH="660400" progId="Equation.KSEE3">
                  <p:embed/>
                  <p:pic>
                    <p:nvPicPr>
                      <p:cNvPr id="0" name="图片 1024"/>
                      <p:cNvPicPr/>
                      <p:nvPr/>
                    </p:nvPicPr>
                    <p:blipFill>
                      <a:blip r:embed="rId15">
                        <a:duotone>
                          <a:schemeClr val="accent4">
                            <a:shade val="45000"/>
                            <a:satMod val="135000"/>
                          </a:schemeClr>
                          <a:prstClr val="white"/>
                        </a:duotone>
                      </a:blip>
                      <a:stretch>
                        <a:fillRect/>
                      </a:stretch>
                    </p:blipFill>
                    <p:spPr>
                      <a:xfrm>
                        <a:off x="10041255" y="1762125"/>
                        <a:ext cx="1587500" cy="702310"/>
                      </a:xfrm>
                      <a:prstGeom prst="rect">
                        <a:avLst/>
                      </a:prstGeom>
                    </p:spPr>
                  </p:pic>
                </p:oleObj>
              </mc:Fallback>
            </mc:AlternateContent>
          </a:graphicData>
        </a:graphic>
      </p:graphicFrame>
      <p:graphicFrame>
        <p:nvGraphicFramePr>
          <p:cNvPr id="55" name="对象 54">
            <a:hlinkClick r:id="" action="ppaction://ole?verb="/>
          </p:cNvPr>
          <p:cNvGraphicFramePr>
            <a:graphicFrameLocks noChangeAspect="1"/>
          </p:cNvGraphicFramePr>
          <p:nvPr/>
        </p:nvGraphicFramePr>
        <p:xfrm>
          <a:off x="7268211" y="4686300"/>
          <a:ext cx="1084580" cy="342900"/>
        </p:xfrm>
        <a:graphic>
          <a:graphicData uri="http://schemas.openxmlformats.org/presentationml/2006/ole">
            <mc:AlternateContent xmlns:mc="http://schemas.openxmlformats.org/markup-compatibility/2006">
              <mc:Choice xmlns:v="urn:schemas-microsoft-com:vml" Requires="v">
                <p:oleObj spid="_x0000_s56" name="" r:id="rId16" imgW="723900" imgH="228600" progId="Equation.KSEE3">
                  <p:embed/>
                </p:oleObj>
              </mc:Choice>
              <mc:Fallback>
                <p:oleObj name="" r:id="rId16" imgW="723900" imgH="228600" progId="Equation.KSEE3">
                  <p:embed/>
                  <p:pic>
                    <p:nvPicPr>
                      <p:cNvPr id="0" name="图片 1024"/>
                      <p:cNvPicPr/>
                      <p:nvPr/>
                    </p:nvPicPr>
                    <p:blipFill>
                      <a:blip r:embed="rId17"/>
                      <a:stretch>
                        <a:fillRect/>
                      </a:stretch>
                    </p:blipFill>
                    <p:spPr>
                      <a:xfrm>
                        <a:off x="7268211" y="4686300"/>
                        <a:ext cx="1084580" cy="342900"/>
                      </a:xfrm>
                      <a:prstGeom prst="rect">
                        <a:avLst/>
                      </a:prstGeom>
                    </p:spPr>
                  </p:pic>
                </p:oleObj>
              </mc:Fallback>
            </mc:AlternateContent>
          </a:graphicData>
        </a:graphic>
      </p:graphicFrame>
      <p:graphicFrame>
        <p:nvGraphicFramePr>
          <p:cNvPr id="57" name="对象 56">
            <a:hlinkClick r:id="" action="ppaction://ole?verb="/>
          </p:cNvPr>
          <p:cNvGraphicFramePr>
            <a:graphicFrameLocks noChangeAspect="1"/>
          </p:cNvGraphicFramePr>
          <p:nvPr/>
        </p:nvGraphicFramePr>
        <p:xfrm>
          <a:off x="4930140" y="4919028"/>
          <a:ext cx="1878330" cy="386715"/>
        </p:xfrm>
        <a:graphic>
          <a:graphicData uri="http://schemas.openxmlformats.org/presentationml/2006/ole">
            <mc:AlternateContent xmlns:mc="http://schemas.openxmlformats.org/markup-compatibility/2006">
              <mc:Choice xmlns:v="urn:schemas-microsoft-com:vml" Requires="v">
                <p:oleObj spid="_x0000_s58" name="" r:id="rId18" imgW="1917065" imgH="393700" progId="Equation.KSEE3">
                  <p:embed/>
                </p:oleObj>
              </mc:Choice>
              <mc:Fallback>
                <p:oleObj name="" r:id="rId18" imgW="1917065" imgH="393700" progId="Equation.KSEE3">
                  <p:embed/>
                  <p:pic>
                    <p:nvPicPr>
                      <p:cNvPr id="0" name="图片 1024"/>
                      <p:cNvPicPr/>
                      <p:nvPr/>
                    </p:nvPicPr>
                    <p:blipFill>
                      <a:blip r:embed="rId19"/>
                      <a:stretch>
                        <a:fillRect/>
                      </a:stretch>
                    </p:blipFill>
                    <p:spPr>
                      <a:xfrm>
                        <a:off x="4930140" y="4919028"/>
                        <a:ext cx="1878330" cy="386715"/>
                      </a:xfrm>
                      <a:prstGeom prst="rect">
                        <a:avLst/>
                      </a:prstGeom>
                    </p:spPr>
                  </p:pic>
                </p:oleObj>
              </mc:Fallback>
            </mc:AlternateContent>
          </a:graphicData>
        </a:graphic>
      </p:graphicFrame>
      <p:cxnSp>
        <p:nvCxnSpPr>
          <p:cNvPr id="59" name="直接箭头连接符 58"/>
          <p:cNvCxnSpPr/>
          <p:nvPr/>
        </p:nvCxnSpPr>
        <p:spPr>
          <a:xfrm flipH="1" flipV="1">
            <a:off x="4647565" y="4892675"/>
            <a:ext cx="2440305"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60" name="对象 59">
            <a:hlinkClick r:id="" action="ppaction://ole?verb="/>
          </p:cNvPr>
          <p:cNvGraphicFramePr>
            <a:graphicFrameLocks noChangeAspect="1"/>
          </p:cNvGraphicFramePr>
          <p:nvPr/>
        </p:nvGraphicFramePr>
        <p:xfrm>
          <a:off x="7192645" y="3083878"/>
          <a:ext cx="1236345" cy="359410"/>
        </p:xfrm>
        <a:graphic>
          <a:graphicData uri="http://schemas.openxmlformats.org/presentationml/2006/ole">
            <mc:AlternateContent xmlns:mc="http://schemas.openxmlformats.org/markup-compatibility/2006">
              <mc:Choice xmlns:v="urn:schemas-microsoft-com:vml" Requires="v">
                <p:oleObj spid="_x0000_s67" name="" r:id="rId20" imgW="787400" imgH="228600" progId="Equation.KSEE3">
                  <p:embed/>
                </p:oleObj>
              </mc:Choice>
              <mc:Fallback>
                <p:oleObj name="" r:id="rId20" imgW="787400" imgH="228600" progId="Equation.KSEE3">
                  <p:embed/>
                  <p:pic>
                    <p:nvPicPr>
                      <p:cNvPr id="0" name="图片 1024"/>
                      <p:cNvPicPr/>
                      <p:nvPr/>
                    </p:nvPicPr>
                    <p:blipFill>
                      <a:blip r:embed="rId21"/>
                      <a:stretch>
                        <a:fillRect/>
                      </a:stretch>
                    </p:blipFill>
                    <p:spPr>
                      <a:xfrm>
                        <a:off x="7192645" y="3083878"/>
                        <a:ext cx="1236345" cy="359410"/>
                      </a:xfrm>
                      <a:prstGeom prst="rect">
                        <a:avLst/>
                      </a:prstGeom>
                    </p:spPr>
                  </p:pic>
                </p:oleObj>
              </mc:Fallback>
            </mc:AlternateContent>
          </a:graphicData>
        </a:graphic>
      </p:graphicFrame>
      <p:graphicFrame>
        <p:nvGraphicFramePr>
          <p:cNvPr id="68" name="对象 67">
            <a:hlinkClick r:id="" action="ppaction://ole?verb="/>
          </p:cNvPr>
          <p:cNvGraphicFramePr>
            <a:graphicFrameLocks noChangeAspect="1"/>
          </p:cNvGraphicFramePr>
          <p:nvPr/>
        </p:nvGraphicFramePr>
        <p:xfrm>
          <a:off x="8581390" y="3172460"/>
          <a:ext cx="1267460" cy="241935"/>
        </p:xfrm>
        <a:graphic>
          <a:graphicData uri="http://schemas.openxmlformats.org/presentationml/2006/ole">
            <mc:AlternateContent xmlns:mc="http://schemas.openxmlformats.org/markup-compatibility/2006">
              <mc:Choice xmlns:v="urn:schemas-microsoft-com:vml" Requires="v">
                <p:oleObj spid="_x0000_s69" name="" r:id="rId22" imgW="1333500" imgH="254000" progId="Equation.KSEE3">
                  <p:embed/>
                </p:oleObj>
              </mc:Choice>
              <mc:Fallback>
                <p:oleObj name="" r:id="rId22" imgW="1333500" imgH="254000" progId="Equation.KSEE3">
                  <p:embed/>
                  <p:pic>
                    <p:nvPicPr>
                      <p:cNvPr id="0" name="图片 1024"/>
                      <p:cNvPicPr/>
                      <p:nvPr/>
                    </p:nvPicPr>
                    <p:blipFill>
                      <a:blip r:embed="rId23">
                        <a:duotone>
                          <a:schemeClr val="accent1">
                            <a:shade val="45000"/>
                            <a:satMod val="135000"/>
                          </a:schemeClr>
                          <a:prstClr val="white"/>
                        </a:duotone>
                      </a:blip>
                      <a:stretch>
                        <a:fillRect/>
                      </a:stretch>
                    </p:blipFill>
                    <p:spPr>
                      <a:xfrm>
                        <a:off x="8581390" y="3172460"/>
                        <a:ext cx="1267460" cy="241935"/>
                      </a:xfrm>
                      <a:prstGeom prst="rect">
                        <a:avLst/>
                      </a:prstGeom>
                    </p:spPr>
                  </p:pic>
                </p:oleObj>
              </mc:Fallback>
            </mc:AlternateContent>
          </a:graphicData>
        </a:graphic>
      </p:graphicFrame>
      <p:graphicFrame>
        <p:nvGraphicFramePr>
          <p:cNvPr id="70" name="对象 69">
            <a:hlinkClick r:id="" action="ppaction://ole?verb="/>
          </p:cNvPr>
          <p:cNvGraphicFramePr>
            <a:graphicFrameLocks noChangeAspect="1"/>
          </p:cNvGraphicFramePr>
          <p:nvPr/>
        </p:nvGraphicFramePr>
        <p:xfrm>
          <a:off x="1866265" y="3183255"/>
          <a:ext cx="1311275" cy="260350"/>
        </p:xfrm>
        <a:graphic>
          <a:graphicData uri="http://schemas.openxmlformats.org/presentationml/2006/ole">
            <mc:AlternateContent xmlns:mc="http://schemas.openxmlformats.org/markup-compatibility/2006">
              <mc:Choice xmlns:v="urn:schemas-microsoft-com:vml" Requires="v">
                <p:oleObj spid="_x0000_s71" name="" r:id="rId24" imgW="1282700" imgH="254000" progId="Equation.KSEE3">
                  <p:embed/>
                </p:oleObj>
              </mc:Choice>
              <mc:Fallback>
                <p:oleObj name="" r:id="rId24" imgW="1282700" imgH="254000" progId="Equation.KSEE3">
                  <p:embed/>
                  <p:pic>
                    <p:nvPicPr>
                      <p:cNvPr id="0" name="图片 1024"/>
                      <p:cNvPicPr/>
                      <p:nvPr/>
                    </p:nvPicPr>
                    <p:blipFill>
                      <a:blip r:embed="rId25">
                        <a:duotone>
                          <a:schemeClr val="accent1">
                            <a:shade val="45000"/>
                            <a:satMod val="135000"/>
                          </a:schemeClr>
                          <a:prstClr val="white"/>
                        </a:duotone>
                      </a:blip>
                      <a:stretch>
                        <a:fillRect/>
                      </a:stretch>
                    </p:blipFill>
                    <p:spPr>
                      <a:xfrm>
                        <a:off x="1866265" y="3183255"/>
                        <a:ext cx="1311275" cy="260350"/>
                      </a:xfrm>
                      <a:prstGeom prst="rect">
                        <a:avLst/>
                      </a:prstGeom>
                    </p:spPr>
                  </p:pic>
                </p:oleObj>
              </mc:Fallback>
            </mc:AlternateContent>
          </a:graphicData>
        </a:graphic>
      </p:graphicFrame>
      <p:cxnSp>
        <p:nvCxnSpPr>
          <p:cNvPr id="73" name="直接箭头连接符 72"/>
          <p:cNvCxnSpPr/>
          <p:nvPr/>
        </p:nvCxnSpPr>
        <p:spPr>
          <a:xfrm>
            <a:off x="7755255" y="3463925"/>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75" name="对象 74">
            <a:hlinkClick r:id="" action="ppaction://ole?verb="/>
          </p:cNvPr>
          <p:cNvGraphicFramePr>
            <a:graphicFrameLocks noChangeAspect="1"/>
          </p:cNvGraphicFramePr>
          <p:nvPr/>
        </p:nvGraphicFramePr>
        <p:xfrm>
          <a:off x="4785043" y="2883535"/>
          <a:ext cx="2294890" cy="405130"/>
        </p:xfrm>
        <a:graphic>
          <a:graphicData uri="http://schemas.openxmlformats.org/presentationml/2006/ole">
            <mc:AlternateContent xmlns:mc="http://schemas.openxmlformats.org/markup-compatibility/2006">
              <mc:Choice xmlns:v="urn:schemas-microsoft-com:vml" Requires="v">
                <p:oleObj spid="_x0000_s76" name="" r:id="rId26" imgW="2387600" imgH="419100" progId="Equation.KSEE3">
                  <p:embed/>
                </p:oleObj>
              </mc:Choice>
              <mc:Fallback>
                <p:oleObj name="" r:id="rId26" imgW="2387600" imgH="419100" progId="Equation.KSEE3">
                  <p:embed/>
                  <p:pic>
                    <p:nvPicPr>
                      <p:cNvPr id="0" name="图片 1024"/>
                      <p:cNvPicPr/>
                      <p:nvPr/>
                    </p:nvPicPr>
                    <p:blipFill>
                      <a:blip r:embed="rId27">
                        <a:duotone>
                          <a:schemeClr val="accent2">
                            <a:shade val="45000"/>
                            <a:satMod val="135000"/>
                          </a:schemeClr>
                          <a:prstClr val="white"/>
                        </a:duotone>
                      </a:blip>
                      <a:stretch>
                        <a:fillRect/>
                      </a:stretch>
                    </p:blipFill>
                    <p:spPr>
                      <a:xfrm>
                        <a:off x="4785043" y="2883535"/>
                        <a:ext cx="2294890" cy="405130"/>
                      </a:xfrm>
                      <a:prstGeom prst="rect">
                        <a:avLst/>
                      </a:prstGeom>
                    </p:spPr>
                  </p:pic>
                </p:oleObj>
              </mc:Fallback>
            </mc:AlternateContent>
          </a:graphicData>
        </a:graphic>
      </p:graphicFrame>
      <p:cxnSp>
        <p:nvCxnSpPr>
          <p:cNvPr id="77" name="直接箭头连接符 76"/>
          <p:cNvCxnSpPr/>
          <p:nvPr/>
        </p:nvCxnSpPr>
        <p:spPr>
          <a:xfrm flipH="1" flipV="1">
            <a:off x="4657090" y="3414395"/>
            <a:ext cx="2440305"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1" name="对象 80">
            <a:hlinkClick r:id="" action="ppaction://ole?verb="/>
          </p:cNvPr>
          <p:cNvGraphicFramePr>
            <a:graphicFrameLocks noChangeAspect="1"/>
          </p:cNvGraphicFramePr>
          <p:nvPr/>
        </p:nvGraphicFramePr>
        <p:xfrm>
          <a:off x="4863465" y="3456940"/>
          <a:ext cx="1805940" cy="612140"/>
        </p:xfrm>
        <a:graphic>
          <a:graphicData uri="http://schemas.openxmlformats.org/presentationml/2006/ole">
            <mc:AlternateContent xmlns:mc="http://schemas.openxmlformats.org/markup-compatibility/2006">
              <mc:Choice xmlns:v="urn:schemas-microsoft-com:vml" Requires="v">
                <p:oleObj spid="_x0000_s82" name="" r:id="rId28" imgW="1968500" imgH="660400" progId="Equation.KSEE3">
                  <p:embed/>
                </p:oleObj>
              </mc:Choice>
              <mc:Fallback>
                <p:oleObj name="" r:id="rId28" imgW="1968500" imgH="660400" progId="Equation.KSEE3">
                  <p:embed/>
                  <p:pic>
                    <p:nvPicPr>
                      <p:cNvPr id="0" name="图片 1024"/>
                      <p:cNvPicPr/>
                      <p:nvPr/>
                    </p:nvPicPr>
                    <p:blipFill>
                      <a:blip r:embed="rId29">
                        <a:duotone>
                          <a:schemeClr val="accent2">
                            <a:shade val="45000"/>
                            <a:satMod val="135000"/>
                          </a:schemeClr>
                          <a:prstClr val="white"/>
                        </a:duotone>
                      </a:blip>
                      <a:stretch>
                        <a:fillRect/>
                      </a:stretch>
                    </p:blipFill>
                    <p:spPr>
                      <a:xfrm>
                        <a:off x="4863465" y="3456940"/>
                        <a:ext cx="1805940" cy="612140"/>
                      </a:xfrm>
                      <a:prstGeom prst="rect">
                        <a:avLst/>
                      </a:prstGeom>
                      <a:ln>
                        <a:noFill/>
                      </a:ln>
                    </p:spPr>
                  </p:pic>
                </p:oleObj>
              </mc:Fallback>
            </mc:AlternateContent>
          </a:graphicData>
        </a:graphic>
      </p:graphicFrame>
      <p:cxnSp>
        <p:nvCxnSpPr>
          <p:cNvPr id="83" name="直接箭头连接符 82"/>
          <p:cNvCxnSpPr/>
          <p:nvPr/>
        </p:nvCxnSpPr>
        <p:spPr>
          <a:xfrm flipV="1">
            <a:off x="4657090" y="3288665"/>
            <a:ext cx="2440305"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5" name="对象 84">
            <a:hlinkClick r:id="" action="ppaction://ole?verb="/>
          </p:cNvPr>
          <p:cNvGraphicFramePr>
            <a:graphicFrameLocks noChangeAspect="1"/>
          </p:cNvGraphicFramePr>
          <p:nvPr/>
        </p:nvGraphicFramePr>
        <p:xfrm>
          <a:off x="7810500" y="3737610"/>
          <a:ext cx="1801495" cy="243840"/>
        </p:xfrm>
        <a:graphic>
          <a:graphicData uri="http://schemas.openxmlformats.org/presentationml/2006/ole">
            <mc:AlternateContent xmlns:mc="http://schemas.openxmlformats.org/markup-compatibility/2006">
              <mc:Choice xmlns:v="urn:schemas-microsoft-com:vml" Requires="v">
                <p:oleObj spid="_x0000_s86" name="" r:id="rId30" imgW="1803400" imgH="241300" progId="Equation.KSEE3">
                  <p:embed/>
                </p:oleObj>
              </mc:Choice>
              <mc:Fallback>
                <p:oleObj name="" r:id="rId30" imgW="1803400" imgH="241300" progId="Equation.KSEE3">
                  <p:embed/>
                  <p:pic>
                    <p:nvPicPr>
                      <p:cNvPr id="0" name="图片 1024"/>
                      <p:cNvPicPr/>
                      <p:nvPr/>
                    </p:nvPicPr>
                    <p:blipFill>
                      <a:blip r:embed="rId31">
                        <a:duotone>
                          <a:schemeClr val="accent2">
                            <a:shade val="45000"/>
                            <a:satMod val="135000"/>
                          </a:schemeClr>
                          <a:prstClr val="white"/>
                        </a:duotone>
                      </a:blip>
                      <a:stretch>
                        <a:fillRect/>
                      </a:stretch>
                    </p:blipFill>
                    <p:spPr>
                      <a:xfrm>
                        <a:off x="7810500" y="3737610"/>
                        <a:ext cx="1801495" cy="243840"/>
                      </a:xfrm>
                      <a:prstGeom prst="rect">
                        <a:avLst/>
                      </a:prstGeom>
                      <a:ln>
                        <a:noFill/>
                      </a:ln>
                    </p:spPr>
                  </p:pic>
                </p:oleObj>
              </mc:Fallback>
            </mc:AlternateContent>
          </a:graphicData>
        </a:graphic>
      </p:graphicFrame>
      <p:graphicFrame>
        <p:nvGraphicFramePr>
          <p:cNvPr id="90" name="对象 89">
            <a:hlinkClick r:id="" action="ppaction://ole?verb="/>
          </p:cNvPr>
          <p:cNvGraphicFramePr>
            <a:graphicFrameLocks noChangeAspect="1"/>
          </p:cNvGraphicFramePr>
          <p:nvPr/>
        </p:nvGraphicFramePr>
        <p:xfrm>
          <a:off x="7212965" y="1531938"/>
          <a:ext cx="1116965" cy="347980"/>
        </p:xfrm>
        <a:graphic>
          <a:graphicData uri="http://schemas.openxmlformats.org/presentationml/2006/ole">
            <mc:AlternateContent xmlns:mc="http://schemas.openxmlformats.org/markup-compatibility/2006">
              <mc:Choice xmlns:v="urn:schemas-microsoft-com:vml" Requires="v">
                <p:oleObj spid="_x0000_s91" name="" r:id="rId32" imgW="736600" imgH="228600" progId="Equation.KSEE3">
                  <p:embed/>
                </p:oleObj>
              </mc:Choice>
              <mc:Fallback>
                <p:oleObj name="" r:id="rId32" imgW="736600" imgH="228600" progId="Equation.KSEE3">
                  <p:embed/>
                  <p:pic>
                    <p:nvPicPr>
                      <p:cNvPr id="0" name="图片 1024"/>
                      <p:cNvPicPr/>
                      <p:nvPr/>
                    </p:nvPicPr>
                    <p:blipFill>
                      <a:blip r:embed="rId33"/>
                      <a:stretch>
                        <a:fillRect/>
                      </a:stretch>
                    </p:blipFill>
                    <p:spPr>
                      <a:xfrm>
                        <a:off x="7212965" y="1531938"/>
                        <a:ext cx="1116965" cy="347980"/>
                      </a:xfrm>
                      <a:prstGeom prst="rect">
                        <a:avLst/>
                      </a:prstGeom>
                    </p:spPr>
                  </p:pic>
                </p:oleObj>
              </mc:Fallback>
            </mc:AlternateContent>
          </a:graphicData>
        </a:graphic>
      </p:graphicFrame>
      <p:cxnSp>
        <p:nvCxnSpPr>
          <p:cNvPr id="92" name="直接箭头连接符 91"/>
          <p:cNvCxnSpPr/>
          <p:nvPr/>
        </p:nvCxnSpPr>
        <p:spPr>
          <a:xfrm>
            <a:off x="7759065" y="1893570"/>
            <a:ext cx="0" cy="122237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93" name="对象 92">
            <a:hlinkClick r:id="" action="ppaction://ole?verb="/>
          </p:cNvPr>
          <p:cNvGraphicFramePr>
            <a:graphicFrameLocks noChangeAspect="1"/>
          </p:cNvGraphicFramePr>
          <p:nvPr/>
        </p:nvGraphicFramePr>
        <p:xfrm>
          <a:off x="7849235" y="2390775"/>
          <a:ext cx="673735" cy="231140"/>
        </p:xfrm>
        <a:graphic>
          <a:graphicData uri="http://schemas.openxmlformats.org/presentationml/2006/ole">
            <mc:AlternateContent xmlns:mc="http://schemas.openxmlformats.org/markup-compatibility/2006">
              <mc:Choice xmlns:v="urn:schemas-microsoft-com:vml" Requires="v">
                <p:oleObj spid="_x0000_s94" name="" r:id="rId34" imgW="634365" imgH="215900" progId="Equation.KSEE3">
                  <p:embed/>
                </p:oleObj>
              </mc:Choice>
              <mc:Fallback>
                <p:oleObj name="" r:id="rId34" imgW="634365" imgH="215900" progId="Equation.KSEE3">
                  <p:embed/>
                  <p:pic>
                    <p:nvPicPr>
                      <p:cNvPr id="0" name="图片 1024"/>
                      <p:cNvPicPr/>
                      <p:nvPr/>
                    </p:nvPicPr>
                    <p:blipFill>
                      <a:blip r:embed="rId35"/>
                      <a:stretch>
                        <a:fillRect/>
                      </a:stretch>
                    </p:blipFill>
                    <p:spPr>
                      <a:xfrm>
                        <a:off x="7849235" y="2390775"/>
                        <a:ext cx="673735" cy="231140"/>
                      </a:xfrm>
                      <a:prstGeom prst="rect">
                        <a:avLst/>
                      </a:prstGeom>
                    </p:spPr>
                  </p:pic>
                </p:oleObj>
              </mc:Fallback>
            </mc:AlternateContent>
          </a:graphicData>
        </a:graphic>
      </p:graphicFrame>
      <p:graphicFrame>
        <p:nvGraphicFramePr>
          <p:cNvPr id="95" name="对象 94">
            <a:hlinkClick r:id="" action="ppaction://ole?verb="/>
          </p:cNvPr>
          <p:cNvGraphicFramePr>
            <a:graphicFrameLocks noChangeAspect="1"/>
          </p:cNvGraphicFramePr>
          <p:nvPr/>
        </p:nvGraphicFramePr>
        <p:xfrm>
          <a:off x="4785361" y="1313498"/>
          <a:ext cx="2049780" cy="390525"/>
        </p:xfrm>
        <a:graphic>
          <a:graphicData uri="http://schemas.openxmlformats.org/presentationml/2006/ole">
            <mc:AlternateContent xmlns:mc="http://schemas.openxmlformats.org/markup-compatibility/2006">
              <mc:Choice xmlns:v="urn:schemas-microsoft-com:vml" Requires="v">
                <p:oleObj spid="_x0000_s96" name="" r:id="rId36" imgW="2082800" imgH="393700" progId="Equation.KSEE3">
                  <p:embed/>
                </p:oleObj>
              </mc:Choice>
              <mc:Fallback>
                <p:oleObj name="" r:id="rId36" imgW="2082800" imgH="393700" progId="Equation.KSEE3">
                  <p:embed/>
                  <p:pic>
                    <p:nvPicPr>
                      <p:cNvPr id="0" name="图片 1024"/>
                      <p:cNvPicPr/>
                      <p:nvPr/>
                    </p:nvPicPr>
                    <p:blipFill>
                      <a:blip r:embed="rId37"/>
                      <a:stretch>
                        <a:fillRect/>
                      </a:stretch>
                    </p:blipFill>
                    <p:spPr>
                      <a:xfrm>
                        <a:off x="4785361" y="1313498"/>
                        <a:ext cx="2049780" cy="390525"/>
                      </a:xfrm>
                      <a:prstGeom prst="rect">
                        <a:avLst/>
                      </a:prstGeom>
                    </p:spPr>
                  </p:pic>
                </p:oleObj>
              </mc:Fallback>
            </mc:AlternateContent>
          </a:graphicData>
        </a:graphic>
      </p:graphicFrame>
      <p:cxnSp>
        <p:nvCxnSpPr>
          <p:cNvPr id="98" name="直接箭头连接符 97"/>
          <p:cNvCxnSpPr/>
          <p:nvPr/>
        </p:nvCxnSpPr>
        <p:spPr>
          <a:xfrm flipH="1" flipV="1">
            <a:off x="4647565" y="1762125"/>
            <a:ext cx="2440305"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0" name="对象 99">
            <a:hlinkClick r:id="" action="ppaction://ole?verb="/>
          </p:cNvPr>
          <p:cNvGraphicFramePr>
            <a:graphicFrameLocks noChangeAspect="1"/>
          </p:cNvGraphicFramePr>
          <p:nvPr/>
        </p:nvGraphicFramePr>
        <p:xfrm>
          <a:off x="287655" y="1649730"/>
          <a:ext cx="1516380" cy="741045"/>
        </p:xfrm>
        <a:graphic>
          <a:graphicData uri="http://schemas.openxmlformats.org/presentationml/2006/ole">
            <mc:AlternateContent xmlns:mc="http://schemas.openxmlformats.org/markup-compatibility/2006">
              <mc:Choice xmlns:v="urn:schemas-microsoft-com:vml" Requires="v">
                <p:oleObj spid="_x0000_s101" name="" r:id="rId38" imgW="1409700" imgH="685800" progId="Equation.KSEE3">
                  <p:embed/>
                </p:oleObj>
              </mc:Choice>
              <mc:Fallback>
                <p:oleObj name="" r:id="rId38" imgW="1409700" imgH="685800" progId="Equation.KSEE3">
                  <p:embed/>
                  <p:pic>
                    <p:nvPicPr>
                      <p:cNvPr id="0" name="图片 1024"/>
                      <p:cNvPicPr/>
                      <p:nvPr/>
                    </p:nvPicPr>
                    <p:blipFill>
                      <a:blip r:embed="rId39"/>
                      <a:stretch>
                        <a:fillRect/>
                      </a:stretch>
                    </p:blipFill>
                    <p:spPr>
                      <a:xfrm>
                        <a:off x="287655" y="1649730"/>
                        <a:ext cx="1516380" cy="741045"/>
                      </a:xfrm>
                      <a:prstGeom prst="rect">
                        <a:avLst/>
                      </a:prstGeom>
                    </p:spPr>
                  </p:pic>
                </p:oleObj>
              </mc:Fallback>
            </mc:AlternateContent>
          </a:graphicData>
        </a:graphic>
      </p:graphicFrame>
      <p:cxnSp>
        <p:nvCxnSpPr>
          <p:cNvPr id="2" name="直接箭头连接符 1"/>
          <p:cNvCxnSpPr/>
          <p:nvPr/>
        </p:nvCxnSpPr>
        <p:spPr>
          <a:xfrm flipH="1">
            <a:off x="4085590" y="1899920"/>
            <a:ext cx="3238500" cy="121856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633730" y="5391785"/>
            <a:ext cx="2677160" cy="337185"/>
          </a:xfrm>
          <a:prstGeom prst="rect">
            <a:avLst/>
          </a:prstGeom>
          <a:noFill/>
        </p:spPr>
        <p:txBody>
          <a:bodyPr wrap="square" rtlCol="0">
            <a:spAutoFit/>
          </a:bodyPr>
          <a:p>
            <a:r>
              <a:rPr lang="zh-CN" altLang="en-US" sz="1600"/>
              <a:t>真空中的时变</a:t>
            </a:r>
            <a:r>
              <a:rPr lang="zh-CN" altLang="en-US" sz="1600"/>
              <a:t>电磁场的计算</a:t>
            </a:r>
            <a:endParaRPr lang="zh-CN" altLang="en-US" sz="1600"/>
          </a:p>
        </p:txBody>
      </p:sp>
      <p:sp>
        <p:nvSpPr>
          <p:cNvPr id="10" name="文本框 9"/>
          <p:cNvSpPr txBox="1"/>
          <p:nvPr/>
        </p:nvSpPr>
        <p:spPr>
          <a:xfrm>
            <a:off x="744220" y="5763260"/>
            <a:ext cx="11017885" cy="783590"/>
          </a:xfrm>
          <a:prstGeom prst="rect">
            <a:avLst/>
          </a:prstGeom>
          <a:noFill/>
        </p:spPr>
        <p:txBody>
          <a:bodyPr wrap="square" rtlCol="0">
            <a:spAutoFit/>
          </a:bodyPr>
          <a:p>
            <a:pPr algn="l">
              <a:lnSpc>
                <a:spcPts val="1800"/>
              </a:lnSpc>
              <a:buClrTx/>
              <a:buSzTx/>
              <a:buFontTx/>
            </a:pP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在时变电磁场中，已知场源</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和</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的分布，要计算电场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和磁场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a:t>
            </a:r>
            <a:endParaRPr lang="zh-CN" altLang="en-US" sz="1200">
              <a:latin typeface="宋体" panose="02010600030101010101" pitchFamily="2" charset="-122"/>
              <a:ea typeface="宋体" panose="02010600030101010101" pitchFamily="2" charset="-122"/>
            </a:endParaRPr>
          </a:p>
          <a:p>
            <a:pPr algn="l">
              <a:lnSpc>
                <a:spcPts val="1800"/>
              </a:lnSpc>
              <a:buClrTx/>
              <a:buSzTx/>
              <a:buFontTx/>
            </a:pP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由于在时变电磁场中</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和</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是耦合在一起的，它们互为对方的旋度源，由于我们无法知道其中任意一个，因此无法直接通过积分计算出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和</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a:t>
            </a:r>
            <a:endParaRPr lang="zh-CN" altLang="en-US" sz="1200">
              <a:latin typeface="宋体" panose="02010600030101010101" pitchFamily="2" charset="-122"/>
              <a:ea typeface="宋体" panose="02010600030101010101" pitchFamily="2" charset="-122"/>
            </a:endParaRPr>
          </a:p>
          <a:p>
            <a:pPr algn="l">
              <a:lnSpc>
                <a:spcPts val="1800"/>
              </a:lnSpc>
              <a:buClrTx/>
              <a:buSzTx/>
              <a:buFontTx/>
            </a:pPr>
            <a:r>
              <a:rPr lang="zh-CN" altLang="en-US" sz="1200">
                <a:latin typeface="宋体" panose="02010600030101010101" pitchFamily="2" charset="-122"/>
                <a:ea typeface="宋体" panose="02010600030101010101" pitchFamily="2" charset="-122"/>
              </a:rPr>
              <a:t>此时我们可以通过求解波动方程</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来计算出磁矢位</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，然后代入</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可以得到磁场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，最后代入</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便可得到电场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a:t>
            </a:r>
            <a:endParaRPr lang="zh-CN" altLang="en-US" sz="1200">
              <a:latin typeface="宋体" panose="02010600030101010101" pitchFamily="2" charset="-122"/>
              <a:ea typeface="宋体" panose="02010600030101010101" pitchFamily="2" charset="-122"/>
            </a:endParaRPr>
          </a:p>
        </p:txBody>
      </p:sp>
      <p:graphicFrame>
        <p:nvGraphicFramePr>
          <p:cNvPr id="13" name="对象 12">
            <a:hlinkClick r:id="" action="ppaction://ole?verb="/>
          </p:cNvPr>
          <p:cNvGraphicFramePr>
            <a:graphicFrameLocks noChangeAspect="1"/>
          </p:cNvGraphicFramePr>
          <p:nvPr/>
        </p:nvGraphicFramePr>
        <p:xfrm>
          <a:off x="2829560" y="5819140"/>
          <a:ext cx="140970" cy="218440"/>
        </p:xfrm>
        <a:graphic>
          <a:graphicData uri="http://schemas.openxmlformats.org/presentationml/2006/ole">
            <mc:AlternateContent xmlns:mc="http://schemas.openxmlformats.org/markup-compatibility/2006">
              <mc:Choice xmlns:v="urn:schemas-microsoft-com:vml" Requires="v">
                <p:oleObj spid="_x0000_s14" name="" r:id="rId40" imgW="139700" imgH="215900" progId="Equation.KSEE3">
                  <p:embed/>
                </p:oleObj>
              </mc:Choice>
              <mc:Fallback>
                <p:oleObj name="" r:id="rId40" imgW="139700" imgH="215900" progId="Equation.KSEE3">
                  <p:embed/>
                  <p:pic>
                    <p:nvPicPr>
                      <p:cNvPr id="0" name="图片 1024"/>
                      <p:cNvPicPr/>
                      <p:nvPr/>
                    </p:nvPicPr>
                    <p:blipFill>
                      <a:blip r:embed="rId41"/>
                      <a:stretch>
                        <a:fillRect/>
                      </a:stretch>
                    </p:blipFill>
                    <p:spPr>
                      <a:xfrm>
                        <a:off x="2829560" y="5819140"/>
                        <a:ext cx="140970" cy="21844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3121343" y="5864860"/>
          <a:ext cx="154305" cy="167640"/>
        </p:xfrm>
        <a:graphic>
          <a:graphicData uri="http://schemas.openxmlformats.org/presentationml/2006/ole">
            <mc:AlternateContent xmlns:mc="http://schemas.openxmlformats.org/markup-compatibility/2006">
              <mc:Choice xmlns:v="urn:schemas-microsoft-com:vml" Requires="v">
                <p:oleObj spid="_x0000_s22" name="" r:id="rId42" imgW="152400" imgH="165100" progId="Equation.KSEE3">
                  <p:embed/>
                </p:oleObj>
              </mc:Choice>
              <mc:Fallback>
                <p:oleObj name="" r:id="rId42" imgW="152400" imgH="165100" progId="Equation.KSEE3">
                  <p:embed/>
                  <p:pic>
                    <p:nvPicPr>
                      <p:cNvPr id="0" name="图片 1024"/>
                      <p:cNvPicPr/>
                      <p:nvPr/>
                    </p:nvPicPr>
                    <p:blipFill>
                      <a:blip r:embed="rId43"/>
                      <a:stretch>
                        <a:fillRect/>
                      </a:stretch>
                    </p:blipFill>
                    <p:spPr>
                      <a:xfrm>
                        <a:off x="3121343" y="5864860"/>
                        <a:ext cx="154305" cy="167640"/>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nvGraphicFramePr>
        <p:xfrm>
          <a:off x="4645343" y="5814060"/>
          <a:ext cx="154305" cy="205740"/>
        </p:xfrm>
        <a:graphic>
          <a:graphicData uri="http://schemas.openxmlformats.org/presentationml/2006/ole">
            <mc:AlternateContent xmlns:mc="http://schemas.openxmlformats.org/markup-compatibility/2006">
              <mc:Choice xmlns:v="urn:schemas-microsoft-com:vml" Requires="v">
                <p:oleObj spid="_x0000_s24" name="" r:id="rId44" imgW="152400" imgH="203200" progId="Equation.KSEE3">
                  <p:embed/>
                </p:oleObj>
              </mc:Choice>
              <mc:Fallback>
                <p:oleObj name="" r:id="rId44" imgW="152400" imgH="203200" progId="Equation.KSEE3">
                  <p:embed/>
                  <p:pic>
                    <p:nvPicPr>
                      <p:cNvPr id="0" name="图片 1024"/>
                      <p:cNvPicPr/>
                      <p:nvPr/>
                    </p:nvPicPr>
                    <p:blipFill>
                      <a:blip r:embed="rId45"/>
                      <a:stretch>
                        <a:fillRect/>
                      </a:stretch>
                    </p:blipFill>
                    <p:spPr>
                      <a:xfrm>
                        <a:off x="4645343" y="5814060"/>
                        <a:ext cx="154305" cy="205740"/>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nvGraphicFramePr>
        <p:xfrm>
          <a:off x="5239703" y="5817870"/>
          <a:ext cx="179705" cy="205740"/>
        </p:xfrm>
        <a:graphic>
          <a:graphicData uri="http://schemas.openxmlformats.org/presentationml/2006/ole">
            <mc:AlternateContent xmlns:mc="http://schemas.openxmlformats.org/markup-compatibility/2006">
              <mc:Choice xmlns:v="urn:schemas-microsoft-com:vml" Requires="v">
                <p:oleObj spid="_x0000_s27" name="" r:id="rId46" imgW="177165" imgH="203200" progId="Equation.KSEE3">
                  <p:embed/>
                </p:oleObj>
              </mc:Choice>
              <mc:Fallback>
                <p:oleObj name="" r:id="rId46" imgW="177165" imgH="203200" progId="Equation.KSEE3">
                  <p:embed/>
                  <p:pic>
                    <p:nvPicPr>
                      <p:cNvPr id="0" name="图片 1024"/>
                      <p:cNvPicPr/>
                      <p:nvPr/>
                    </p:nvPicPr>
                    <p:blipFill>
                      <a:blip r:embed="rId47"/>
                      <a:stretch>
                        <a:fillRect/>
                      </a:stretch>
                    </p:blipFill>
                    <p:spPr>
                      <a:xfrm>
                        <a:off x="5239703" y="5817870"/>
                        <a:ext cx="179705" cy="205740"/>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2363153" y="6041390"/>
          <a:ext cx="154305" cy="205740"/>
        </p:xfrm>
        <a:graphic>
          <a:graphicData uri="http://schemas.openxmlformats.org/presentationml/2006/ole">
            <mc:AlternateContent xmlns:mc="http://schemas.openxmlformats.org/markup-compatibility/2006">
              <mc:Choice xmlns:v="urn:schemas-microsoft-com:vml" Requires="v">
                <p:oleObj spid="_x0000_s29" name="" r:id="rId48" imgW="152400" imgH="203200" progId="Equation.KSEE3">
                  <p:embed/>
                </p:oleObj>
              </mc:Choice>
              <mc:Fallback>
                <p:oleObj name="" r:id="rId48" imgW="152400" imgH="203200" progId="Equation.KSEE3">
                  <p:embed/>
                  <p:pic>
                    <p:nvPicPr>
                      <p:cNvPr id="0" name="图片 1024"/>
                      <p:cNvPicPr/>
                      <p:nvPr/>
                    </p:nvPicPr>
                    <p:blipFill>
                      <a:blip r:embed="rId45"/>
                      <a:stretch>
                        <a:fillRect/>
                      </a:stretch>
                    </p:blipFill>
                    <p:spPr>
                      <a:xfrm>
                        <a:off x="2363153" y="6041390"/>
                        <a:ext cx="154305" cy="205740"/>
                      </a:xfrm>
                      <a:prstGeom prst="rect">
                        <a:avLst/>
                      </a:prstGeom>
                    </p:spPr>
                  </p:pic>
                </p:oleObj>
              </mc:Fallback>
            </mc:AlternateContent>
          </a:graphicData>
        </a:graphic>
      </p:graphicFrame>
      <p:graphicFrame>
        <p:nvGraphicFramePr>
          <p:cNvPr id="33" name="对象 32">
            <a:hlinkClick r:id="" action="ppaction://ole?verb="/>
          </p:cNvPr>
          <p:cNvGraphicFramePr>
            <a:graphicFrameLocks noChangeAspect="1"/>
          </p:cNvGraphicFramePr>
          <p:nvPr/>
        </p:nvGraphicFramePr>
        <p:xfrm>
          <a:off x="2657158" y="6051550"/>
          <a:ext cx="179705" cy="205740"/>
        </p:xfrm>
        <a:graphic>
          <a:graphicData uri="http://schemas.openxmlformats.org/presentationml/2006/ole">
            <mc:AlternateContent xmlns:mc="http://schemas.openxmlformats.org/markup-compatibility/2006">
              <mc:Choice xmlns:v="urn:schemas-microsoft-com:vml" Requires="v">
                <p:oleObj spid="_x0000_s34" name="" r:id="rId49" imgW="177165" imgH="203200" progId="Equation.KSEE3">
                  <p:embed/>
                </p:oleObj>
              </mc:Choice>
              <mc:Fallback>
                <p:oleObj name="" r:id="rId49" imgW="177165" imgH="203200" progId="Equation.KSEE3">
                  <p:embed/>
                  <p:pic>
                    <p:nvPicPr>
                      <p:cNvPr id="0" name="图片 1024"/>
                      <p:cNvPicPr/>
                      <p:nvPr/>
                    </p:nvPicPr>
                    <p:blipFill>
                      <a:blip r:embed="rId47"/>
                      <a:stretch>
                        <a:fillRect/>
                      </a:stretch>
                    </p:blipFill>
                    <p:spPr>
                      <a:xfrm>
                        <a:off x="2657158" y="6051550"/>
                        <a:ext cx="179705" cy="205740"/>
                      </a:xfrm>
                      <a:prstGeom prst="rect">
                        <a:avLst/>
                      </a:prstGeom>
                    </p:spPr>
                  </p:pic>
                </p:oleObj>
              </mc:Fallback>
            </mc:AlternateContent>
          </a:graphicData>
        </a:graphic>
      </p:graphicFrame>
      <p:graphicFrame>
        <p:nvGraphicFramePr>
          <p:cNvPr id="36" name="对象 35">
            <a:hlinkClick r:id="" action="ppaction://ole?verb="/>
          </p:cNvPr>
          <p:cNvGraphicFramePr>
            <a:graphicFrameLocks noChangeAspect="1"/>
          </p:cNvGraphicFramePr>
          <p:nvPr/>
        </p:nvGraphicFramePr>
        <p:xfrm>
          <a:off x="9972993" y="6040120"/>
          <a:ext cx="154305" cy="205740"/>
        </p:xfrm>
        <a:graphic>
          <a:graphicData uri="http://schemas.openxmlformats.org/presentationml/2006/ole">
            <mc:AlternateContent xmlns:mc="http://schemas.openxmlformats.org/markup-compatibility/2006">
              <mc:Choice xmlns:v="urn:schemas-microsoft-com:vml" Requires="v">
                <p:oleObj spid="_x0000_s37" name="" r:id="rId50" imgW="152400" imgH="203200" progId="Equation.KSEE3">
                  <p:embed/>
                </p:oleObj>
              </mc:Choice>
              <mc:Fallback>
                <p:oleObj name="" r:id="rId50" imgW="152400" imgH="203200" progId="Equation.KSEE3">
                  <p:embed/>
                  <p:pic>
                    <p:nvPicPr>
                      <p:cNvPr id="0" name="图片 1024"/>
                      <p:cNvPicPr/>
                      <p:nvPr/>
                    </p:nvPicPr>
                    <p:blipFill>
                      <a:blip r:embed="rId45"/>
                      <a:stretch>
                        <a:fillRect/>
                      </a:stretch>
                    </p:blipFill>
                    <p:spPr>
                      <a:xfrm>
                        <a:off x="9972993" y="6040120"/>
                        <a:ext cx="154305" cy="205740"/>
                      </a:xfrm>
                      <a:prstGeom prst="rect">
                        <a:avLst/>
                      </a:prstGeom>
                    </p:spPr>
                  </p:pic>
                </p:oleObj>
              </mc:Fallback>
            </mc:AlternateContent>
          </a:graphicData>
        </a:graphic>
      </p:graphicFrame>
      <p:graphicFrame>
        <p:nvGraphicFramePr>
          <p:cNvPr id="38" name="对象 37">
            <a:hlinkClick r:id="" action="ppaction://ole?verb="/>
          </p:cNvPr>
          <p:cNvGraphicFramePr>
            <a:graphicFrameLocks noChangeAspect="1"/>
          </p:cNvGraphicFramePr>
          <p:nvPr/>
        </p:nvGraphicFramePr>
        <p:xfrm>
          <a:off x="10266998" y="6050280"/>
          <a:ext cx="179705" cy="205740"/>
        </p:xfrm>
        <a:graphic>
          <a:graphicData uri="http://schemas.openxmlformats.org/presentationml/2006/ole">
            <mc:AlternateContent xmlns:mc="http://schemas.openxmlformats.org/markup-compatibility/2006">
              <mc:Choice xmlns:v="urn:schemas-microsoft-com:vml" Requires="v">
                <p:oleObj spid="_x0000_s39" name="" r:id="rId51" imgW="177165" imgH="203200" progId="Equation.KSEE3">
                  <p:embed/>
                </p:oleObj>
              </mc:Choice>
              <mc:Fallback>
                <p:oleObj name="" r:id="rId51" imgW="177165" imgH="203200" progId="Equation.KSEE3">
                  <p:embed/>
                  <p:pic>
                    <p:nvPicPr>
                      <p:cNvPr id="0" name="图片 1024"/>
                      <p:cNvPicPr/>
                      <p:nvPr/>
                    </p:nvPicPr>
                    <p:blipFill>
                      <a:blip r:embed="rId47"/>
                      <a:stretch>
                        <a:fillRect/>
                      </a:stretch>
                    </p:blipFill>
                    <p:spPr>
                      <a:xfrm>
                        <a:off x="10266998" y="6050280"/>
                        <a:ext cx="179705" cy="205740"/>
                      </a:xfrm>
                      <a:prstGeom prst="rect">
                        <a:avLst/>
                      </a:prstGeom>
                    </p:spPr>
                  </p:pic>
                </p:oleObj>
              </mc:Fallback>
            </mc:AlternateContent>
          </a:graphicData>
        </a:graphic>
      </p:graphicFrame>
      <p:graphicFrame>
        <p:nvGraphicFramePr>
          <p:cNvPr id="40" name="对象 39">
            <a:hlinkClick r:id="" action="ppaction://ole?verb="/>
          </p:cNvPr>
          <p:cNvGraphicFramePr>
            <a:graphicFrameLocks noChangeAspect="1"/>
          </p:cNvGraphicFramePr>
          <p:nvPr/>
        </p:nvGraphicFramePr>
        <p:xfrm>
          <a:off x="3018790" y="6216015"/>
          <a:ext cx="1388745" cy="389890"/>
        </p:xfrm>
        <a:graphic>
          <a:graphicData uri="http://schemas.openxmlformats.org/presentationml/2006/ole">
            <mc:AlternateContent xmlns:mc="http://schemas.openxmlformats.org/markup-compatibility/2006">
              <mc:Choice xmlns:v="urn:schemas-microsoft-com:vml" Requires="v">
                <p:oleObj spid="_x0000_s41" name="" r:id="rId52" imgW="1498600" imgH="419100" progId="Equation.KSEE3">
                  <p:embed/>
                </p:oleObj>
              </mc:Choice>
              <mc:Fallback>
                <p:oleObj name="" r:id="rId52" imgW="1498600" imgH="419100" progId="Equation.KSEE3">
                  <p:embed/>
                  <p:pic>
                    <p:nvPicPr>
                      <p:cNvPr id="0" name="图片 1024"/>
                      <p:cNvPicPr/>
                      <p:nvPr/>
                    </p:nvPicPr>
                    <p:blipFill>
                      <a:blip r:embed="rId53"/>
                      <a:stretch>
                        <a:fillRect/>
                      </a:stretch>
                    </p:blipFill>
                    <p:spPr>
                      <a:xfrm>
                        <a:off x="3018790" y="6216015"/>
                        <a:ext cx="1388745" cy="389890"/>
                      </a:xfrm>
                      <a:prstGeom prst="rect">
                        <a:avLst/>
                      </a:prstGeom>
                    </p:spPr>
                  </p:pic>
                </p:oleObj>
              </mc:Fallback>
            </mc:AlternateContent>
          </a:graphicData>
        </a:graphic>
      </p:graphicFrame>
      <p:graphicFrame>
        <p:nvGraphicFramePr>
          <p:cNvPr id="42" name="对象 41">
            <a:hlinkClick r:id="" action="ppaction://ole?verb="/>
          </p:cNvPr>
          <p:cNvGraphicFramePr>
            <a:graphicFrameLocks noChangeAspect="1"/>
          </p:cNvGraphicFramePr>
          <p:nvPr/>
        </p:nvGraphicFramePr>
        <p:xfrm>
          <a:off x="5485766" y="6278245"/>
          <a:ext cx="154940" cy="205740"/>
        </p:xfrm>
        <a:graphic>
          <a:graphicData uri="http://schemas.openxmlformats.org/presentationml/2006/ole">
            <mc:AlternateContent xmlns:mc="http://schemas.openxmlformats.org/markup-compatibility/2006">
              <mc:Choice xmlns:v="urn:schemas-microsoft-com:vml" Requires="v">
                <p:oleObj spid="_x0000_s43" name="" r:id="rId54" imgW="152400" imgH="203200" progId="Equation.KSEE3">
                  <p:embed/>
                </p:oleObj>
              </mc:Choice>
              <mc:Fallback>
                <p:oleObj name="" r:id="rId54" imgW="152400" imgH="203200" progId="Equation.KSEE3">
                  <p:embed/>
                  <p:pic>
                    <p:nvPicPr>
                      <p:cNvPr id="0" name="图片 1024"/>
                      <p:cNvPicPr/>
                      <p:nvPr/>
                    </p:nvPicPr>
                    <p:blipFill>
                      <a:blip r:embed="rId55"/>
                      <a:stretch>
                        <a:fillRect/>
                      </a:stretch>
                    </p:blipFill>
                    <p:spPr>
                      <a:xfrm>
                        <a:off x="5485766" y="6278245"/>
                        <a:ext cx="154940" cy="205740"/>
                      </a:xfrm>
                      <a:prstGeom prst="rect">
                        <a:avLst/>
                      </a:prstGeom>
                    </p:spPr>
                  </p:pic>
                </p:oleObj>
              </mc:Fallback>
            </mc:AlternateContent>
          </a:graphicData>
        </a:graphic>
      </p:graphicFrame>
      <p:graphicFrame>
        <p:nvGraphicFramePr>
          <p:cNvPr id="47" name="对象 46">
            <a:hlinkClick r:id="" action="ppaction://ole?verb="/>
          </p:cNvPr>
          <p:cNvGraphicFramePr>
            <a:graphicFrameLocks noChangeAspect="1"/>
          </p:cNvGraphicFramePr>
          <p:nvPr/>
        </p:nvGraphicFramePr>
        <p:xfrm>
          <a:off x="6419215" y="6292850"/>
          <a:ext cx="573405" cy="196850"/>
        </p:xfrm>
        <a:graphic>
          <a:graphicData uri="http://schemas.openxmlformats.org/presentationml/2006/ole">
            <mc:AlternateContent xmlns:mc="http://schemas.openxmlformats.org/markup-compatibility/2006">
              <mc:Choice xmlns:v="urn:schemas-microsoft-com:vml" Requires="v">
                <p:oleObj spid="_x0000_s48" name="" r:id="rId56" imgW="634365" imgH="215900" progId="Equation.KSEE3">
                  <p:embed/>
                </p:oleObj>
              </mc:Choice>
              <mc:Fallback>
                <p:oleObj name="" r:id="rId56" imgW="634365" imgH="215900" progId="Equation.KSEE3">
                  <p:embed/>
                  <p:pic>
                    <p:nvPicPr>
                      <p:cNvPr id="0" name="图片 1024"/>
                      <p:cNvPicPr/>
                      <p:nvPr/>
                    </p:nvPicPr>
                    <p:blipFill>
                      <a:blip r:embed="rId57"/>
                      <a:stretch>
                        <a:fillRect/>
                      </a:stretch>
                    </p:blipFill>
                    <p:spPr>
                      <a:xfrm>
                        <a:off x="6419215" y="6292850"/>
                        <a:ext cx="573405" cy="196850"/>
                      </a:xfrm>
                      <a:prstGeom prst="rect">
                        <a:avLst/>
                      </a:prstGeom>
                    </p:spPr>
                  </p:pic>
                </p:oleObj>
              </mc:Fallback>
            </mc:AlternateContent>
          </a:graphicData>
        </a:graphic>
      </p:graphicFrame>
      <p:graphicFrame>
        <p:nvGraphicFramePr>
          <p:cNvPr id="61" name="对象 60">
            <a:hlinkClick r:id="" action="ppaction://ole?verb="/>
          </p:cNvPr>
          <p:cNvGraphicFramePr>
            <a:graphicFrameLocks noChangeAspect="1"/>
          </p:cNvGraphicFramePr>
          <p:nvPr/>
        </p:nvGraphicFramePr>
        <p:xfrm>
          <a:off x="10662603" y="6177598"/>
          <a:ext cx="476885" cy="462915"/>
        </p:xfrm>
        <a:graphic>
          <a:graphicData uri="http://schemas.openxmlformats.org/presentationml/2006/ole">
            <mc:AlternateContent xmlns:mc="http://schemas.openxmlformats.org/markup-compatibility/2006">
              <mc:Choice xmlns:v="urn:schemas-microsoft-com:vml" Requires="v">
                <p:oleObj spid="_x0000_s62" name="" r:id="rId58" imgW="469900" imgH="457200" progId="Equation.KSEE3">
                  <p:embed/>
                </p:oleObj>
              </mc:Choice>
              <mc:Fallback>
                <p:oleObj name="" r:id="rId58" imgW="469900" imgH="457200" progId="Equation.KSEE3">
                  <p:embed/>
                  <p:pic>
                    <p:nvPicPr>
                      <p:cNvPr id="0" name="图片 1024"/>
                      <p:cNvPicPr/>
                      <p:nvPr/>
                    </p:nvPicPr>
                    <p:blipFill>
                      <a:blip r:embed="rId59"/>
                      <a:stretch>
                        <a:fillRect/>
                      </a:stretch>
                    </p:blipFill>
                    <p:spPr>
                      <a:xfrm>
                        <a:off x="10662603" y="6177598"/>
                        <a:ext cx="476885" cy="462915"/>
                      </a:xfrm>
                      <a:prstGeom prst="rect">
                        <a:avLst/>
                      </a:prstGeom>
                    </p:spPr>
                  </p:pic>
                </p:oleObj>
              </mc:Fallback>
            </mc:AlternateContent>
          </a:graphicData>
        </a:graphic>
      </p:graphicFrame>
      <p:graphicFrame>
        <p:nvGraphicFramePr>
          <p:cNvPr id="63" name="对象 62">
            <a:hlinkClick r:id="" action="ppaction://ole?verb="/>
          </p:cNvPr>
          <p:cNvGraphicFramePr>
            <a:graphicFrameLocks noChangeAspect="1"/>
          </p:cNvGraphicFramePr>
          <p:nvPr/>
        </p:nvGraphicFramePr>
        <p:xfrm>
          <a:off x="7925436" y="6278245"/>
          <a:ext cx="154940" cy="205740"/>
        </p:xfrm>
        <a:graphic>
          <a:graphicData uri="http://schemas.openxmlformats.org/presentationml/2006/ole">
            <mc:AlternateContent xmlns:mc="http://schemas.openxmlformats.org/markup-compatibility/2006">
              <mc:Choice xmlns:v="urn:schemas-microsoft-com:vml" Requires="v">
                <p:oleObj spid="_x0000_s64" name="" r:id="rId60" imgW="152400" imgH="203200" progId="Equation.KSEE3">
                  <p:embed/>
                </p:oleObj>
              </mc:Choice>
              <mc:Fallback>
                <p:oleObj name="" r:id="rId60" imgW="152400" imgH="203200" progId="Equation.KSEE3">
                  <p:embed/>
                  <p:pic>
                    <p:nvPicPr>
                      <p:cNvPr id="0" name="图片 1024"/>
                      <p:cNvPicPr/>
                      <p:nvPr/>
                    </p:nvPicPr>
                    <p:blipFill>
                      <a:blip r:embed="rId61"/>
                      <a:stretch>
                        <a:fillRect/>
                      </a:stretch>
                    </p:blipFill>
                    <p:spPr>
                      <a:xfrm>
                        <a:off x="7925436" y="6278245"/>
                        <a:ext cx="154940" cy="20574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8823325" y="6205855"/>
          <a:ext cx="990600" cy="388620"/>
        </p:xfrm>
        <a:graphic>
          <a:graphicData uri="http://schemas.openxmlformats.org/presentationml/2006/ole">
            <mc:AlternateContent xmlns:mc="http://schemas.openxmlformats.org/markup-compatibility/2006">
              <mc:Choice xmlns:v="urn:schemas-microsoft-com:vml" Requires="v">
                <p:oleObj spid="_x0000_s6" name="" r:id="rId62" imgW="1079500" imgH="419100" progId="Equation.KSEE3">
                  <p:embed/>
                </p:oleObj>
              </mc:Choice>
              <mc:Fallback>
                <p:oleObj name="" r:id="rId62" imgW="1079500" imgH="419100" progId="Equation.KSEE3">
                  <p:embed/>
                  <p:pic>
                    <p:nvPicPr>
                      <p:cNvPr id="0" name="图片 1024"/>
                      <p:cNvPicPr/>
                      <p:nvPr/>
                    </p:nvPicPr>
                    <p:blipFill>
                      <a:blip r:embed="rId63"/>
                      <a:stretch>
                        <a:fillRect/>
                      </a:stretch>
                    </p:blipFill>
                    <p:spPr>
                      <a:xfrm>
                        <a:off x="8823325" y="6205855"/>
                        <a:ext cx="990600" cy="388620"/>
                      </a:xfrm>
                      <a:prstGeom prst="rect">
                        <a:avLst/>
                      </a:prstGeom>
                      <a:ln>
                        <a:noFill/>
                      </a:ln>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2070418" y="3990340"/>
          <a:ext cx="1822450" cy="439420"/>
        </p:xfrm>
        <a:graphic>
          <a:graphicData uri="http://schemas.openxmlformats.org/presentationml/2006/ole">
            <mc:AlternateContent xmlns:mc="http://schemas.openxmlformats.org/markup-compatibility/2006">
              <mc:Choice xmlns:v="urn:schemas-microsoft-com:vml" Requires="v">
                <p:oleObj spid="_x0000_s7" name="" r:id="rId64" imgW="1905000" imgH="457200" progId="Equation.KSEE3">
                  <p:embed/>
                </p:oleObj>
              </mc:Choice>
              <mc:Fallback>
                <p:oleObj name="" r:id="rId64" imgW="1905000" imgH="457200" progId="Equation.KSEE3">
                  <p:embed/>
                  <p:pic>
                    <p:nvPicPr>
                      <p:cNvPr id="0" name="图片 1024"/>
                      <p:cNvPicPr/>
                      <p:nvPr/>
                    </p:nvPicPr>
                    <p:blipFill>
                      <a:blip r:embed="rId65"/>
                      <a:stretch>
                        <a:fillRect/>
                      </a:stretch>
                    </p:blipFill>
                    <p:spPr>
                      <a:xfrm>
                        <a:off x="2070418" y="3990340"/>
                        <a:ext cx="1822450" cy="439420"/>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7830820" y="4076065"/>
          <a:ext cx="1569720" cy="403225"/>
        </p:xfrm>
        <a:graphic>
          <a:graphicData uri="http://schemas.openxmlformats.org/presentationml/2006/ole">
            <mc:AlternateContent xmlns:mc="http://schemas.openxmlformats.org/markup-compatibility/2006">
              <mc:Choice xmlns:v="urn:schemas-microsoft-com:vml" Requires="v">
                <p:oleObj spid="_x0000_s30" name="" r:id="rId66" imgW="1638300" imgH="419100" progId="Equation.KSEE3">
                  <p:embed/>
                </p:oleObj>
              </mc:Choice>
              <mc:Fallback>
                <p:oleObj name="" r:id="rId66" imgW="1638300" imgH="419100" progId="Equation.KSEE3">
                  <p:embed/>
                  <p:pic>
                    <p:nvPicPr>
                      <p:cNvPr id="0" name="图片 1024"/>
                      <p:cNvPicPr/>
                      <p:nvPr/>
                    </p:nvPicPr>
                    <p:blipFill>
                      <a:blip r:embed="rId67"/>
                      <a:stretch>
                        <a:fillRect/>
                      </a:stretch>
                    </p:blipFill>
                    <p:spPr>
                      <a:xfrm>
                        <a:off x="7830820" y="4076065"/>
                        <a:ext cx="1569720" cy="403225"/>
                      </a:xfrm>
                      <a:prstGeom prst="rect">
                        <a:avLst/>
                      </a:prstGeom>
                    </p:spPr>
                  </p:pic>
                </p:oleObj>
              </mc:Fallback>
            </mc:AlternateContent>
          </a:graphicData>
        </a:graphic>
      </p:graphicFrame>
      <p:cxnSp>
        <p:nvCxnSpPr>
          <p:cNvPr id="31" name="直接箭头连接符 30"/>
          <p:cNvCxnSpPr/>
          <p:nvPr/>
        </p:nvCxnSpPr>
        <p:spPr>
          <a:xfrm rot="16200000">
            <a:off x="8480157" y="3182888"/>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44" name="直接箭头连接符 43"/>
          <p:cNvCxnSpPr/>
          <p:nvPr/>
        </p:nvCxnSpPr>
        <p:spPr>
          <a:xfrm rot="16200000">
            <a:off x="3285857" y="3205113"/>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8000" y="425027"/>
            <a:ext cx="4500880" cy="398780"/>
          </a:xfrm>
          <a:prstGeom prst="rect">
            <a:avLst/>
          </a:prstGeom>
          <a:noFill/>
        </p:spPr>
        <p:txBody>
          <a:bodyPr wrap="none" rtlCol="0">
            <a:spAutoFit/>
          </a:bodyPr>
          <a:lstStyle/>
          <a:p>
            <a:r>
              <a:rPr lang="zh-CN" altLang="en-US" sz="2000" dirty="0"/>
              <a:t>四、时变电磁场</a:t>
            </a:r>
            <a:r>
              <a:rPr lang="en-US" altLang="zh-CN" sz="2000" dirty="0"/>
              <a:t>—</a:t>
            </a:r>
            <a:r>
              <a:rPr lang="zh-CN" altLang="en-US" sz="2000" dirty="0"/>
              <a:t>真空中的时变</a:t>
            </a:r>
            <a:r>
              <a:rPr lang="zh-CN" altLang="en-US" sz="2000" dirty="0"/>
              <a:t>电磁场</a:t>
            </a:r>
            <a:endParaRPr lang="zh-CN" altLang="en-US" sz="2000" dirty="0"/>
          </a:p>
        </p:txBody>
      </p:sp>
      <p:sp>
        <p:nvSpPr>
          <p:cNvPr id="2" name="文本框 1"/>
          <p:cNvSpPr txBox="1"/>
          <p:nvPr/>
        </p:nvSpPr>
        <p:spPr>
          <a:xfrm>
            <a:off x="463550" y="932815"/>
            <a:ext cx="11414125" cy="553085"/>
          </a:xfrm>
          <a:prstGeom prst="rect">
            <a:avLst/>
          </a:prstGeom>
          <a:noFill/>
        </p:spPr>
        <p:txBody>
          <a:bodyPr wrap="square" rtlCol="0">
            <a:spAutoFit/>
          </a:bodyPr>
          <a:p>
            <a:pPr algn="l">
              <a:lnSpc>
                <a:spcPts val="1800"/>
              </a:lnSpc>
              <a:buClrTx/>
              <a:buSzTx/>
              <a:buFontTx/>
            </a:pPr>
            <a:r>
              <a:rPr lang="en-US" altLang="zh-CN" sz="1600">
                <a:latin typeface="宋体" panose="02010600030101010101" pitchFamily="2" charset="-122"/>
                <a:ea typeface="宋体" panose="02010600030101010101" pitchFamily="2" charset="-122"/>
              </a:rPr>
              <a:t>  </a:t>
            </a:r>
            <a:r>
              <a:rPr lang="zh-CN" altLang="en-US" sz="1600">
                <a:latin typeface="宋体" panose="02010600030101010101" pitchFamily="2" charset="-122"/>
                <a:ea typeface="宋体" panose="02010600030101010101" pitchFamily="2" charset="-122"/>
              </a:rPr>
              <a:t>格林函数法</a:t>
            </a:r>
            <a:r>
              <a:rPr lang="zh-CN" altLang="en-US" sz="1200">
                <a:latin typeface="宋体" panose="02010600030101010101" pitchFamily="2" charset="-122"/>
                <a:ea typeface="宋体" panose="02010600030101010101" pitchFamily="2" charset="-122"/>
              </a:rPr>
              <a:t>是数学物理方法中用于计算有源区域的场分布问题的有力方法，它利用了线性系统的叠加性，将任意复杂的“源”分解为“点源”的叠加，通过</a:t>
            </a:r>
            <a:endParaRPr lang="zh-CN" altLang="en-US" sz="1200">
              <a:latin typeface="宋体" panose="02010600030101010101" pitchFamily="2" charset="-122"/>
              <a:ea typeface="宋体" panose="02010600030101010101" pitchFamily="2" charset="-122"/>
            </a:endParaRPr>
          </a:p>
          <a:p>
            <a:pPr algn="l">
              <a:lnSpc>
                <a:spcPts val="1800"/>
              </a:lnSpc>
              <a:buClrTx/>
              <a:buSzTx/>
              <a:buFontTx/>
            </a:pPr>
            <a:r>
              <a:rPr lang="zh-CN" altLang="en-US" sz="1200">
                <a:latin typeface="宋体" panose="02010600030101010101" pitchFamily="2" charset="-122"/>
                <a:ea typeface="宋体" panose="02010600030101010101" pitchFamily="2" charset="-122"/>
              </a:rPr>
              <a:t>先求解“点源”产生的标准场（格林函数），再积分得到总</a:t>
            </a:r>
            <a:r>
              <a:rPr lang="zh-CN" altLang="en-US" sz="1200">
                <a:latin typeface="宋体" panose="02010600030101010101" pitchFamily="2" charset="-122"/>
                <a:ea typeface="宋体" panose="02010600030101010101" pitchFamily="2" charset="-122"/>
              </a:rPr>
              <a:t>场。</a:t>
            </a:r>
            <a:endParaRPr lang="zh-CN" altLang="en-US" sz="1200">
              <a:latin typeface="宋体" panose="02010600030101010101" pitchFamily="2" charset="-122"/>
              <a:ea typeface="宋体" panose="02010600030101010101" pitchFamily="2" charset="-122"/>
            </a:endParaRPr>
          </a:p>
        </p:txBody>
      </p:sp>
      <p:sp>
        <p:nvSpPr>
          <p:cNvPr id="3" name="文本框 2"/>
          <p:cNvSpPr txBox="1"/>
          <p:nvPr/>
        </p:nvSpPr>
        <p:spPr>
          <a:xfrm>
            <a:off x="662940" y="1673860"/>
            <a:ext cx="3046095" cy="275590"/>
          </a:xfrm>
          <a:prstGeom prst="rect">
            <a:avLst/>
          </a:prstGeom>
          <a:noFill/>
        </p:spPr>
        <p:txBody>
          <a:bodyPr wrap="square" rtlCol="0">
            <a:spAutoFit/>
          </a:bodyPr>
          <a:p>
            <a:r>
              <a:rPr lang="zh-CN" altLang="en-US" sz="1200"/>
              <a:t>例：求真空中</a:t>
            </a:r>
            <a:r>
              <a:rPr lang="zh-CN" altLang="en-US" sz="1200"/>
              <a:t>电流元的辐射</a:t>
            </a:r>
            <a:r>
              <a:rPr lang="zh-CN" altLang="en-US" sz="1200"/>
              <a:t>场</a:t>
            </a:r>
            <a:endParaRPr lang="zh-CN" altLang="en-US" sz="1200"/>
          </a:p>
        </p:txBody>
      </p:sp>
      <p:sp>
        <p:nvSpPr>
          <p:cNvPr id="32" name="文本框 31"/>
          <p:cNvSpPr txBox="1"/>
          <p:nvPr/>
        </p:nvSpPr>
        <p:spPr>
          <a:xfrm>
            <a:off x="474980" y="3268980"/>
            <a:ext cx="3046095" cy="429895"/>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endParaRPr lang="zh-CN" altLang="en-US" sz="1000">
              <a:solidFill>
                <a:schemeClr val="tx1"/>
              </a:solidFill>
              <a:latin typeface="微软雅黑" panose="020B0503020204020204" charset="-122"/>
              <a:ea typeface="微软雅黑" panose="020B0503020204020204" charset="-122"/>
            </a:endParaRPr>
          </a:p>
          <a:p>
            <a:r>
              <a:rPr lang="en-US" altLang="zh-CN" sz="1000">
                <a:solidFill>
                  <a:srgbClr val="FF0000"/>
                </a:solidFill>
                <a:latin typeface="微软雅黑" panose="020B0503020204020204" charset="-122"/>
                <a:ea typeface="微软雅黑" panose="020B0503020204020204" charset="-122"/>
              </a:rPr>
              <a:t>① </a:t>
            </a:r>
            <a:r>
              <a:rPr lang="zh-CN" altLang="en-US" sz="1000">
                <a:solidFill>
                  <a:srgbClr val="FF0000"/>
                </a:solidFill>
                <a:sym typeface="+mn-ea"/>
              </a:rPr>
              <a:t>计算原问题对应的格林函数</a:t>
            </a: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p:txBody>
      </p:sp>
      <p:sp>
        <p:nvSpPr>
          <p:cNvPr id="35" name="文本框 34"/>
          <p:cNvSpPr txBox="1"/>
          <p:nvPr/>
        </p:nvSpPr>
        <p:spPr>
          <a:xfrm>
            <a:off x="662940" y="1974850"/>
            <a:ext cx="4741545" cy="398780"/>
          </a:xfrm>
          <a:prstGeom prst="rect">
            <a:avLst/>
          </a:prstGeom>
          <a:noFill/>
        </p:spPr>
        <p:txBody>
          <a:bodyPr wrap="square" rtlCol="0">
            <a:spAutoFit/>
          </a:bodyPr>
          <a:p>
            <a:r>
              <a:rPr lang="en-US" altLang="zh-CN" sz="1000"/>
              <a:t>  </a:t>
            </a:r>
            <a:r>
              <a:rPr lang="zh-CN" altLang="en-US" sz="1000"/>
              <a:t>电流元是指长度趋近于零的一段</a:t>
            </a:r>
            <a:r>
              <a:rPr lang="zh-CN" altLang="en-US" sz="1000">
                <a:sym typeface="+mn-ea"/>
              </a:rPr>
              <a:t>高频电流，设其放置于</a:t>
            </a:r>
            <a:r>
              <a:rPr lang="zh-CN" altLang="en-US" sz="1000">
                <a:sym typeface="+mn-ea"/>
              </a:rPr>
              <a:t>原点，幅度为</a:t>
            </a:r>
            <a:r>
              <a:rPr lang="en-US" altLang="zh-CN" sz="1000">
                <a:sym typeface="+mn-ea"/>
              </a:rPr>
              <a:t>I</a:t>
            </a:r>
            <a:r>
              <a:rPr lang="en-US" altLang="zh-CN" sz="1000" baseline="-25000">
                <a:sym typeface="+mn-ea"/>
              </a:rPr>
              <a:t>m</a:t>
            </a:r>
            <a:r>
              <a:rPr lang="zh-CN" altLang="en-US" sz="1000">
                <a:sym typeface="+mn-ea"/>
              </a:rPr>
              <a:t>，角频率为ω，方向沿着</a:t>
            </a:r>
            <a:r>
              <a:rPr lang="en-US" altLang="zh-CN" sz="1000">
                <a:sym typeface="+mn-ea"/>
              </a:rPr>
              <a:t>z</a:t>
            </a:r>
            <a:r>
              <a:rPr lang="zh-CN" altLang="en-US" sz="1000">
                <a:sym typeface="+mn-ea"/>
              </a:rPr>
              <a:t>轴正方向</a:t>
            </a:r>
            <a:r>
              <a:rPr lang="zh-CN" altLang="en-US" sz="1000">
                <a:sym typeface="+mn-ea"/>
              </a:rPr>
              <a:t>。想要计算其辐射场，我们需要求解如下波动</a:t>
            </a:r>
            <a:r>
              <a:rPr lang="zh-CN" altLang="en-US" sz="1000">
                <a:sym typeface="+mn-ea"/>
              </a:rPr>
              <a:t>方程：</a:t>
            </a:r>
            <a:endParaRPr lang="zh-CN" altLang="en-US" sz="1000">
              <a:sym typeface="+mn-ea"/>
            </a:endParaRPr>
          </a:p>
        </p:txBody>
      </p:sp>
      <p:graphicFrame>
        <p:nvGraphicFramePr>
          <p:cNvPr id="40" name="对象 39">
            <a:hlinkClick r:id="" action="ppaction://ole?verb="/>
          </p:cNvPr>
          <p:cNvGraphicFramePr>
            <a:graphicFrameLocks noChangeAspect="1"/>
          </p:cNvGraphicFramePr>
          <p:nvPr/>
        </p:nvGraphicFramePr>
        <p:xfrm>
          <a:off x="1028065" y="2353311"/>
          <a:ext cx="3284855" cy="852170"/>
        </p:xfrm>
        <a:graphic>
          <a:graphicData uri="http://schemas.openxmlformats.org/presentationml/2006/ole">
            <mc:AlternateContent xmlns:mc="http://schemas.openxmlformats.org/markup-compatibility/2006">
              <mc:Choice xmlns:v="urn:schemas-microsoft-com:vml" Requires="v">
                <p:oleObj spid="_x0000_s41" name="" r:id="rId1" imgW="3543300" imgH="914400" progId="Equation.KSEE3">
                  <p:embed/>
                </p:oleObj>
              </mc:Choice>
              <mc:Fallback>
                <p:oleObj name="" r:id="rId1" imgW="3543300" imgH="914400" progId="Equation.KSEE3">
                  <p:embed/>
                  <p:pic>
                    <p:nvPicPr>
                      <p:cNvPr id="0" name="图片 1024"/>
                      <p:cNvPicPr/>
                      <p:nvPr/>
                    </p:nvPicPr>
                    <p:blipFill>
                      <a:blip r:embed="rId2"/>
                      <a:stretch>
                        <a:fillRect/>
                      </a:stretch>
                    </p:blipFill>
                    <p:spPr>
                      <a:xfrm>
                        <a:off x="1028065" y="2353311"/>
                        <a:ext cx="3284855" cy="852170"/>
                      </a:xfrm>
                      <a:prstGeom prst="rect">
                        <a:avLst/>
                      </a:prstGeom>
                    </p:spPr>
                  </p:pic>
                </p:oleObj>
              </mc:Fallback>
            </mc:AlternateContent>
          </a:graphicData>
        </a:graphic>
      </p:graphicFrame>
      <p:sp>
        <p:nvSpPr>
          <p:cNvPr id="9" name="文本框 8"/>
          <p:cNvSpPr txBox="1"/>
          <p:nvPr/>
        </p:nvSpPr>
        <p:spPr>
          <a:xfrm>
            <a:off x="5659755" y="1286510"/>
            <a:ext cx="3847465" cy="275590"/>
          </a:xfrm>
          <a:prstGeom prst="rect">
            <a:avLst/>
          </a:prstGeom>
          <a:noFill/>
        </p:spPr>
        <p:txBody>
          <a:bodyPr wrap="square" rtlCol="0">
            <a:spAutoFit/>
          </a:bodyPr>
          <a:p>
            <a:r>
              <a:rPr lang="zh-CN" altLang="en-US" sz="1000" b="1">
                <a:solidFill>
                  <a:srgbClr val="FF0000"/>
                </a:solidFill>
              </a:rPr>
              <a:t>②</a:t>
            </a:r>
            <a:r>
              <a:rPr lang="zh-CN" altLang="en-US" sz="1000">
                <a:solidFill>
                  <a:srgbClr val="FF0000"/>
                </a:solidFill>
              </a:rPr>
              <a:t> 根据</a:t>
            </a:r>
            <a:r>
              <a:rPr lang="zh-CN" altLang="en-US" sz="1000">
                <a:solidFill>
                  <a:srgbClr val="FF0000"/>
                </a:solidFill>
                <a:sym typeface="+mn-ea"/>
              </a:rPr>
              <a:t>格林公式</a:t>
            </a:r>
            <a:r>
              <a:rPr lang="zh-CN" altLang="en-US" sz="1000">
                <a:solidFill>
                  <a:srgbClr val="FF0000"/>
                </a:solidFill>
                <a:sym typeface="+mn-ea"/>
              </a:rPr>
              <a:t>推出原问题的解的积分表达式，求之便可得结果</a:t>
            </a:r>
            <a:r>
              <a:rPr lang="en-US" altLang="zh-CN" sz="1200">
                <a:latin typeface="微软雅黑" panose="020B0503020204020204" charset="-122"/>
                <a:ea typeface="微软雅黑" panose="020B0503020204020204" charset="-122"/>
              </a:rPr>
              <a:t> </a:t>
            </a:r>
            <a:endParaRPr lang="en-US" altLang="zh-CN" sz="1200">
              <a:latin typeface="微软雅黑" panose="020B0503020204020204" charset="-122"/>
              <a:ea typeface="微软雅黑" panose="020B0503020204020204" charset="-122"/>
            </a:endParaRPr>
          </a:p>
        </p:txBody>
      </p:sp>
      <p:graphicFrame>
        <p:nvGraphicFramePr>
          <p:cNvPr id="15" name="对象 14">
            <a:hlinkClick r:id="" action="ppaction://ole?verb="/>
          </p:cNvPr>
          <p:cNvGraphicFramePr>
            <a:graphicFrameLocks noChangeAspect="1"/>
          </p:cNvGraphicFramePr>
          <p:nvPr/>
        </p:nvGraphicFramePr>
        <p:xfrm>
          <a:off x="5902960" y="1602740"/>
          <a:ext cx="5707380" cy="5175885"/>
        </p:xfrm>
        <a:graphic>
          <a:graphicData uri="http://schemas.openxmlformats.org/presentationml/2006/ole">
            <mc:AlternateContent xmlns:mc="http://schemas.openxmlformats.org/markup-compatibility/2006">
              <mc:Choice xmlns:v="urn:schemas-microsoft-com:vml" Requires="v">
                <p:oleObj spid="_x0000_s16" name="" r:id="rId3" imgW="6908800" imgH="6223000" progId="Equation.KSEE3">
                  <p:embed/>
                </p:oleObj>
              </mc:Choice>
              <mc:Fallback>
                <p:oleObj name="" r:id="rId3" imgW="6908800" imgH="6223000" progId="Equation.KSEE3">
                  <p:embed/>
                  <p:pic>
                    <p:nvPicPr>
                      <p:cNvPr id="0" name="图片 1024"/>
                      <p:cNvPicPr/>
                      <p:nvPr/>
                    </p:nvPicPr>
                    <p:blipFill>
                      <a:blip r:embed="rId4"/>
                      <a:stretch>
                        <a:fillRect/>
                      </a:stretch>
                    </p:blipFill>
                    <p:spPr>
                      <a:xfrm>
                        <a:off x="5902960" y="1602740"/>
                        <a:ext cx="5707380" cy="5175885"/>
                      </a:xfrm>
                      <a:prstGeom prst="rect">
                        <a:avLst/>
                      </a:prstGeom>
                    </p:spPr>
                  </p:pic>
                </p:oleObj>
              </mc:Fallback>
            </mc:AlternateContent>
          </a:graphicData>
        </a:graphic>
      </p:graphicFrame>
      <p:cxnSp>
        <p:nvCxnSpPr>
          <p:cNvPr id="17" name="直接连接符 16"/>
          <p:cNvCxnSpPr/>
          <p:nvPr/>
        </p:nvCxnSpPr>
        <p:spPr>
          <a:xfrm flipV="1">
            <a:off x="6280785" y="2801620"/>
            <a:ext cx="936000" cy="0"/>
          </a:xfrm>
          <a:prstGeom prst="line">
            <a:avLst/>
          </a:prstGeom>
          <a:ln w="9525">
            <a:solidFill>
              <a:srgbClr val="FF0000"/>
            </a:solidFill>
          </a:ln>
        </p:spPr>
        <p:style>
          <a:lnRef idx="2">
            <a:schemeClr val="accent1"/>
          </a:lnRef>
          <a:fillRef idx="0">
            <a:srgbClr val="FFFFFF"/>
          </a:fillRef>
          <a:effectRef idx="0">
            <a:srgbClr val="FFFFFF"/>
          </a:effectRef>
          <a:fontRef idx="minor">
            <a:schemeClr val="tx1"/>
          </a:fontRef>
        </p:style>
      </p:cxnSp>
      <p:graphicFrame>
        <p:nvGraphicFramePr>
          <p:cNvPr id="18" name="对象 17">
            <a:hlinkClick r:id="" action="ppaction://ole?verb="/>
          </p:cNvPr>
          <p:cNvGraphicFramePr>
            <a:graphicFrameLocks noChangeAspect="1"/>
          </p:cNvGraphicFramePr>
          <p:nvPr/>
        </p:nvGraphicFramePr>
        <p:xfrm>
          <a:off x="6031230" y="2820035"/>
          <a:ext cx="1343660" cy="175895"/>
        </p:xfrm>
        <a:graphic>
          <a:graphicData uri="http://schemas.openxmlformats.org/presentationml/2006/ole">
            <mc:AlternateContent xmlns:mc="http://schemas.openxmlformats.org/markup-compatibility/2006">
              <mc:Choice xmlns:v="urn:schemas-microsoft-com:vml" Requires="v">
                <p:oleObj spid="_x0000_s19" name="" r:id="rId5" imgW="1562100" imgH="203200" progId="Equation.KSEE3">
                  <p:embed/>
                </p:oleObj>
              </mc:Choice>
              <mc:Fallback>
                <p:oleObj name="" r:id="rId5" imgW="1562100" imgH="203200" progId="Equation.KSEE3">
                  <p:embed/>
                  <p:pic>
                    <p:nvPicPr>
                      <p:cNvPr id="0" name="图片 1024"/>
                      <p:cNvPicPr/>
                      <p:nvPr/>
                    </p:nvPicPr>
                    <p:blipFill>
                      <a:blip r:embed="rId6"/>
                      <a:stretch>
                        <a:fillRect/>
                      </a:stretch>
                    </p:blipFill>
                    <p:spPr>
                      <a:xfrm>
                        <a:off x="6031230" y="2820035"/>
                        <a:ext cx="1343660" cy="175895"/>
                      </a:xfrm>
                      <a:prstGeom prst="rect">
                        <a:avLst/>
                      </a:prstGeom>
                    </p:spPr>
                  </p:pic>
                </p:oleObj>
              </mc:Fallback>
            </mc:AlternateContent>
          </a:graphicData>
        </a:graphic>
      </p:graphicFrame>
      <p:cxnSp>
        <p:nvCxnSpPr>
          <p:cNvPr id="20" name="直接连接符 19"/>
          <p:cNvCxnSpPr/>
          <p:nvPr/>
        </p:nvCxnSpPr>
        <p:spPr>
          <a:xfrm flipV="1">
            <a:off x="7333615" y="2801620"/>
            <a:ext cx="1800000" cy="0"/>
          </a:xfrm>
          <a:prstGeom prst="line">
            <a:avLst/>
          </a:prstGeom>
          <a:ln w="9525">
            <a:solidFill>
              <a:srgbClr val="FF0000"/>
            </a:solidFill>
          </a:ln>
        </p:spPr>
        <p:style>
          <a:lnRef idx="2">
            <a:schemeClr val="accent1"/>
          </a:lnRef>
          <a:fillRef idx="0">
            <a:srgbClr val="FFFFFF"/>
          </a:fillRef>
          <a:effectRef idx="0">
            <a:srgbClr val="FFFFFF"/>
          </a:effectRef>
          <a:fontRef idx="minor">
            <a:schemeClr val="tx1"/>
          </a:fontRef>
        </p:style>
      </p:cxnSp>
      <p:graphicFrame>
        <p:nvGraphicFramePr>
          <p:cNvPr id="21" name="对象 20">
            <a:hlinkClick r:id="" action="ppaction://ole?verb="/>
          </p:cNvPr>
          <p:cNvGraphicFramePr>
            <a:graphicFrameLocks noChangeAspect="1"/>
          </p:cNvGraphicFramePr>
          <p:nvPr/>
        </p:nvGraphicFramePr>
        <p:xfrm>
          <a:off x="7659688" y="2815590"/>
          <a:ext cx="1223645" cy="175895"/>
        </p:xfrm>
        <a:graphic>
          <a:graphicData uri="http://schemas.openxmlformats.org/presentationml/2006/ole">
            <mc:AlternateContent xmlns:mc="http://schemas.openxmlformats.org/markup-compatibility/2006">
              <mc:Choice xmlns:v="urn:schemas-microsoft-com:vml" Requires="v">
                <p:oleObj spid="_x0000_s22" name="" r:id="rId7" imgW="1422400" imgH="203200" progId="Equation.KSEE3">
                  <p:embed/>
                </p:oleObj>
              </mc:Choice>
              <mc:Fallback>
                <p:oleObj name="" r:id="rId7" imgW="1422400" imgH="203200" progId="Equation.KSEE3">
                  <p:embed/>
                  <p:pic>
                    <p:nvPicPr>
                      <p:cNvPr id="0" name="图片 1024"/>
                      <p:cNvPicPr/>
                      <p:nvPr/>
                    </p:nvPicPr>
                    <p:blipFill>
                      <a:blip r:embed="rId8"/>
                      <a:stretch>
                        <a:fillRect/>
                      </a:stretch>
                    </p:blipFill>
                    <p:spPr>
                      <a:xfrm>
                        <a:off x="7659688" y="2815590"/>
                        <a:ext cx="1223645" cy="175895"/>
                      </a:xfrm>
                      <a:prstGeom prst="rect">
                        <a:avLst/>
                      </a:prstGeom>
                    </p:spPr>
                  </p:pic>
                </p:oleObj>
              </mc:Fallback>
            </mc:AlternateContent>
          </a:graphicData>
        </a:graphic>
      </p:graphicFrame>
      <p:cxnSp>
        <p:nvCxnSpPr>
          <p:cNvPr id="23" name="直接连接符 22"/>
          <p:cNvCxnSpPr/>
          <p:nvPr/>
        </p:nvCxnSpPr>
        <p:spPr>
          <a:xfrm flipV="1">
            <a:off x="9227185" y="2801620"/>
            <a:ext cx="1800000" cy="0"/>
          </a:xfrm>
          <a:prstGeom prst="line">
            <a:avLst/>
          </a:prstGeom>
          <a:ln w="9525">
            <a:solidFill>
              <a:srgbClr val="FF0000"/>
            </a:solidFill>
          </a:ln>
        </p:spPr>
        <p:style>
          <a:lnRef idx="2">
            <a:schemeClr val="accent1"/>
          </a:lnRef>
          <a:fillRef idx="0">
            <a:srgbClr val="FFFFFF"/>
          </a:fillRef>
          <a:effectRef idx="0">
            <a:srgbClr val="FFFFFF"/>
          </a:effectRef>
          <a:fontRef idx="minor">
            <a:schemeClr val="tx1"/>
          </a:fontRef>
        </p:style>
      </p:cxnSp>
      <p:graphicFrame>
        <p:nvGraphicFramePr>
          <p:cNvPr id="24" name="对象 23">
            <a:hlinkClick r:id="" action="ppaction://ole?verb="/>
          </p:cNvPr>
          <p:cNvGraphicFramePr>
            <a:graphicFrameLocks noChangeAspect="1"/>
          </p:cNvGraphicFramePr>
          <p:nvPr/>
        </p:nvGraphicFramePr>
        <p:xfrm>
          <a:off x="9575483" y="2811145"/>
          <a:ext cx="1223645" cy="175895"/>
        </p:xfrm>
        <a:graphic>
          <a:graphicData uri="http://schemas.openxmlformats.org/presentationml/2006/ole">
            <mc:AlternateContent xmlns:mc="http://schemas.openxmlformats.org/markup-compatibility/2006">
              <mc:Choice xmlns:v="urn:schemas-microsoft-com:vml" Requires="v">
                <p:oleObj spid="_x0000_s25" name="" r:id="rId9" imgW="1422400" imgH="203200" progId="Equation.KSEE3">
                  <p:embed/>
                </p:oleObj>
              </mc:Choice>
              <mc:Fallback>
                <p:oleObj name="" r:id="rId9" imgW="1422400" imgH="203200" progId="Equation.KSEE3">
                  <p:embed/>
                  <p:pic>
                    <p:nvPicPr>
                      <p:cNvPr id="0" name="图片 1024"/>
                      <p:cNvPicPr/>
                      <p:nvPr/>
                    </p:nvPicPr>
                    <p:blipFill>
                      <a:blip r:embed="rId10"/>
                      <a:stretch>
                        <a:fillRect/>
                      </a:stretch>
                    </p:blipFill>
                    <p:spPr>
                      <a:xfrm>
                        <a:off x="9575483" y="2811145"/>
                        <a:ext cx="1223645" cy="175895"/>
                      </a:xfrm>
                      <a:prstGeom prst="rect">
                        <a:avLst/>
                      </a:prstGeom>
                    </p:spPr>
                  </p:pic>
                </p:oleObj>
              </mc:Fallback>
            </mc:AlternateContent>
          </a:graphicData>
        </a:graphic>
      </p:graphicFrame>
      <p:pic>
        <p:nvPicPr>
          <p:cNvPr id="26" name="图片 25"/>
          <p:cNvPicPr>
            <a:picLocks noChangeAspect="1"/>
          </p:cNvPicPr>
          <p:nvPr/>
        </p:nvPicPr>
        <p:blipFill>
          <a:blip r:embed="rId11"/>
          <a:srcRect l="-99" t="16820"/>
          <a:stretch>
            <a:fillRect/>
          </a:stretch>
        </p:blipFill>
        <p:spPr>
          <a:xfrm>
            <a:off x="12505690" y="3023870"/>
            <a:ext cx="5784850" cy="2527935"/>
          </a:xfrm>
          <a:prstGeom prst="rect">
            <a:avLst/>
          </a:prstGeom>
        </p:spPr>
      </p:pic>
      <p:pic>
        <p:nvPicPr>
          <p:cNvPr id="27" name="图片 26"/>
          <p:cNvPicPr>
            <a:picLocks noChangeAspect="1"/>
          </p:cNvPicPr>
          <p:nvPr/>
        </p:nvPicPr>
        <p:blipFill>
          <a:blip r:embed="rId12"/>
          <a:stretch>
            <a:fillRect/>
          </a:stretch>
        </p:blipFill>
        <p:spPr>
          <a:xfrm>
            <a:off x="12505690" y="1751330"/>
            <a:ext cx="3736340" cy="336550"/>
          </a:xfrm>
          <a:prstGeom prst="rect">
            <a:avLst/>
          </a:prstGeom>
        </p:spPr>
      </p:pic>
      <p:graphicFrame>
        <p:nvGraphicFramePr>
          <p:cNvPr id="7" name="对象 6">
            <a:hlinkClick r:id="" action="ppaction://ole?verb="/>
          </p:cNvPr>
          <p:cNvGraphicFramePr>
            <a:graphicFrameLocks noChangeAspect="1"/>
          </p:cNvGraphicFramePr>
          <p:nvPr/>
        </p:nvGraphicFramePr>
        <p:xfrm>
          <a:off x="642303" y="3762058"/>
          <a:ext cx="4761865" cy="2327910"/>
        </p:xfrm>
        <a:graphic>
          <a:graphicData uri="http://schemas.openxmlformats.org/presentationml/2006/ole">
            <mc:AlternateContent xmlns:mc="http://schemas.openxmlformats.org/markup-compatibility/2006">
              <mc:Choice xmlns:v="urn:schemas-microsoft-com:vml" Requires="v">
                <p:oleObj spid="_x0000_s8" name="" r:id="rId13" imgW="5334000" imgH="2590800" progId="Equation.KSEE3">
                  <p:embed/>
                </p:oleObj>
              </mc:Choice>
              <mc:Fallback>
                <p:oleObj name="" r:id="rId13" imgW="5334000" imgH="2590800" progId="Equation.KSEE3">
                  <p:embed/>
                  <p:pic>
                    <p:nvPicPr>
                      <p:cNvPr id="0" name="图片 1024"/>
                      <p:cNvPicPr/>
                      <p:nvPr/>
                    </p:nvPicPr>
                    <p:blipFill>
                      <a:blip r:embed="rId14"/>
                      <a:stretch>
                        <a:fillRect/>
                      </a:stretch>
                    </p:blipFill>
                    <p:spPr>
                      <a:xfrm>
                        <a:off x="642303" y="3762058"/>
                        <a:ext cx="4761865" cy="2327910"/>
                      </a:xfrm>
                      <a:prstGeom prst="rect">
                        <a:avLst/>
                      </a:prstGeom>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8000" y="425027"/>
            <a:ext cx="4500880" cy="398780"/>
          </a:xfrm>
          <a:prstGeom prst="rect">
            <a:avLst/>
          </a:prstGeom>
          <a:noFill/>
        </p:spPr>
        <p:txBody>
          <a:bodyPr wrap="none" rtlCol="0">
            <a:spAutoFit/>
          </a:bodyPr>
          <a:lstStyle/>
          <a:p>
            <a:r>
              <a:rPr lang="zh-CN" altLang="en-US" sz="2000" dirty="0"/>
              <a:t>四、时变电磁场</a:t>
            </a:r>
            <a:r>
              <a:rPr lang="en-US" altLang="zh-CN" sz="2000" dirty="0"/>
              <a:t>—</a:t>
            </a:r>
            <a:r>
              <a:rPr lang="zh-CN" altLang="en-US" sz="2000" dirty="0"/>
              <a:t>真空中的时变</a:t>
            </a:r>
            <a:r>
              <a:rPr lang="zh-CN" altLang="en-US" sz="2000" dirty="0"/>
              <a:t>电磁场</a:t>
            </a:r>
            <a:endParaRPr lang="zh-CN" altLang="en-US" sz="2000" dirty="0"/>
          </a:p>
        </p:txBody>
      </p:sp>
      <p:sp>
        <p:nvSpPr>
          <p:cNvPr id="17" name="文本框 16"/>
          <p:cNvSpPr txBox="1"/>
          <p:nvPr/>
        </p:nvSpPr>
        <p:spPr>
          <a:xfrm>
            <a:off x="734060" y="949960"/>
            <a:ext cx="4657725" cy="337185"/>
          </a:xfrm>
          <a:prstGeom prst="rect">
            <a:avLst/>
          </a:prstGeom>
          <a:noFill/>
        </p:spPr>
        <p:txBody>
          <a:bodyPr wrap="square" rtlCol="0">
            <a:spAutoFit/>
          </a:bodyPr>
          <a:p>
            <a:r>
              <a:rPr lang="zh-CN" altLang="en-US" sz="1600"/>
              <a:t>补充：计算无界空间中波动方程的格林函数</a:t>
            </a:r>
            <a:endParaRPr lang="zh-CN" altLang="en-US" sz="1600"/>
          </a:p>
        </p:txBody>
      </p:sp>
      <p:graphicFrame>
        <p:nvGraphicFramePr>
          <p:cNvPr id="2" name="对象 1">
            <a:hlinkClick r:id="" action="ppaction://ole?verb="/>
          </p:cNvPr>
          <p:cNvGraphicFramePr>
            <a:graphicFrameLocks noChangeAspect="1"/>
          </p:cNvGraphicFramePr>
          <p:nvPr/>
        </p:nvGraphicFramePr>
        <p:xfrm>
          <a:off x="817880" y="1300480"/>
          <a:ext cx="4971415" cy="5287010"/>
        </p:xfrm>
        <a:graphic>
          <a:graphicData uri="http://schemas.openxmlformats.org/presentationml/2006/ole">
            <mc:AlternateContent xmlns:mc="http://schemas.openxmlformats.org/markup-compatibility/2006">
              <mc:Choice xmlns:v="urn:schemas-microsoft-com:vml" Requires="v">
                <p:oleObj spid="_x0000_s3" name="" r:id="rId1" imgW="5816600" imgH="6146800" progId="Equation.KSEE3">
                  <p:embed/>
                </p:oleObj>
              </mc:Choice>
              <mc:Fallback>
                <p:oleObj name="" r:id="rId1" imgW="5816600" imgH="6146800" progId="Equation.KSEE3">
                  <p:embed/>
                  <p:pic>
                    <p:nvPicPr>
                      <p:cNvPr id="0" name="图片 1024"/>
                      <p:cNvPicPr/>
                      <p:nvPr/>
                    </p:nvPicPr>
                    <p:blipFill>
                      <a:blip r:embed="rId2"/>
                      <a:stretch>
                        <a:fillRect/>
                      </a:stretch>
                    </p:blipFill>
                    <p:spPr>
                      <a:xfrm>
                        <a:off x="817880" y="1300480"/>
                        <a:ext cx="4971415" cy="5287010"/>
                      </a:xfrm>
                      <a:prstGeom prst="rect">
                        <a:avLst/>
                      </a:prstGeom>
                    </p:spPr>
                  </p:pic>
                </p:oleObj>
              </mc:Fallback>
            </mc:AlternateContent>
          </a:graphicData>
        </a:graphic>
      </p:graphicFrame>
      <p:graphicFrame>
        <p:nvGraphicFramePr>
          <p:cNvPr id="5" name="表格 4"/>
          <p:cNvGraphicFramePr/>
          <p:nvPr>
            <p:custDataLst>
              <p:tags r:id="rId3"/>
            </p:custDataLst>
          </p:nvPr>
        </p:nvGraphicFramePr>
        <p:xfrm>
          <a:off x="6418580" y="1190625"/>
          <a:ext cx="5358130" cy="4376420"/>
        </p:xfrm>
        <a:graphic>
          <a:graphicData uri="http://schemas.openxmlformats.org/drawingml/2006/table">
            <a:tbl>
              <a:tblPr firstRow="1" bandRow="1">
                <a:tableStyleId>{8799B23B-EC83-4686-B30A-512413B5E67A}</a:tableStyleId>
              </a:tblPr>
              <a:tblGrid>
                <a:gridCol w="2679065"/>
                <a:gridCol w="2679065"/>
              </a:tblGrid>
              <a:tr h="1094105">
                <a:tc>
                  <a:txBody>
                    <a:bodyPr/>
                    <a:p>
                      <a:pPr algn="ctr">
                        <a:buNone/>
                      </a:pPr>
                      <a:endParaRPr lang="zh-CN" altLang="en-US"/>
                    </a:p>
                  </a:txBody>
                  <a:tcPr anchor="ctr" anchorCtr="0"/>
                </a:tc>
                <a:tc>
                  <a:txBody>
                    <a:bodyPr/>
                    <a:p>
                      <a:pPr algn="ctr">
                        <a:buNone/>
                      </a:pPr>
                      <a:endParaRPr lang="zh-CN" altLang="en-US"/>
                    </a:p>
                  </a:txBody>
                  <a:tcPr anchor="ctr" anchorCtr="0"/>
                </a:tc>
              </a:tr>
              <a:tr h="1094105">
                <a:tc>
                  <a:txBody>
                    <a:bodyPr/>
                    <a:p>
                      <a:pPr algn="ctr">
                        <a:buNone/>
                      </a:pPr>
                      <a:endParaRPr lang="zh-CN" altLang="en-US"/>
                    </a:p>
                  </a:txBody>
                  <a:tcPr anchor="ctr" anchorCtr="0"/>
                </a:tc>
                <a:tc>
                  <a:txBody>
                    <a:bodyPr/>
                    <a:p>
                      <a:pPr algn="ctr">
                        <a:buNone/>
                      </a:pPr>
                      <a:endParaRPr lang="zh-CN" altLang="en-US"/>
                    </a:p>
                  </a:txBody>
                  <a:tcPr anchor="ctr" anchorCtr="0"/>
                </a:tc>
              </a:tr>
              <a:tr h="1094105">
                <a:tc>
                  <a:txBody>
                    <a:bodyPr/>
                    <a:p>
                      <a:pPr algn="ctr">
                        <a:buNone/>
                      </a:pPr>
                      <a:endParaRPr lang="zh-CN" altLang="en-US"/>
                    </a:p>
                  </a:txBody>
                  <a:tcPr anchor="ctr" anchorCtr="0"/>
                </a:tc>
                <a:tc>
                  <a:txBody>
                    <a:bodyPr/>
                    <a:p>
                      <a:pPr algn="ctr">
                        <a:buNone/>
                      </a:pPr>
                      <a:endParaRPr lang="zh-CN" altLang="en-US"/>
                    </a:p>
                  </a:txBody>
                  <a:tcPr anchor="ctr" anchorCtr="0"/>
                </a:tc>
              </a:tr>
              <a:tr h="1094105">
                <a:tc>
                  <a:txBody>
                    <a:bodyPr/>
                    <a:p>
                      <a:pPr algn="ctr">
                        <a:buNone/>
                      </a:pPr>
                      <a:endParaRPr lang="zh-CN" altLang="en-US"/>
                    </a:p>
                  </a:txBody>
                  <a:tcPr anchor="ctr" anchorCtr="0"/>
                </a:tc>
                <a:tc>
                  <a:txBody>
                    <a:bodyPr/>
                    <a:p>
                      <a:pPr algn="ctr">
                        <a:buNone/>
                      </a:pPr>
                      <a:endParaRPr lang="zh-CN" altLang="en-US"/>
                    </a:p>
                  </a:txBody>
                  <a:tcPr anchor="ctr" anchorCtr="0"/>
                </a:tc>
              </a:tr>
            </a:tbl>
          </a:graphicData>
        </a:graphic>
      </p:graphicFrame>
      <p:graphicFrame>
        <p:nvGraphicFramePr>
          <p:cNvPr id="6" name="对象 5">
            <a:hlinkClick r:id="" action="ppaction://ole?verb="/>
          </p:cNvPr>
          <p:cNvGraphicFramePr>
            <a:graphicFrameLocks noChangeAspect="1"/>
          </p:cNvGraphicFramePr>
          <p:nvPr/>
        </p:nvGraphicFramePr>
        <p:xfrm>
          <a:off x="7004050" y="1516380"/>
          <a:ext cx="1560830" cy="492125"/>
        </p:xfrm>
        <a:graphic>
          <a:graphicData uri="http://schemas.openxmlformats.org/presentationml/2006/ole">
            <mc:AlternateContent xmlns:mc="http://schemas.openxmlformats.org/markup-compatibility/2006">
              <mc:Choice xmlns:v="urn:schemas-microsoft-com:vml" Requires="v">
                <p:oleObj spid="_x0000_s7" name="" r:id="rId4" imgW="1459865" imgH="457200" progId="Equation.KSEE3">
                  <p:embed/>
                </p:oleObj>
              </mc:Choice>
              <mc:Fallback>
                <p:oleObj name="" r:id="rId4" imgW="1459865" imgH="457200" progId="Equation.KSEE3">
                  <p:embed/>
                  <p:pic>
                    <p:nvPicPr>
                      <p:cNvPr id="0" name="图片 1024"/>
                      <p:cNvPicPr/>
                      <p:nvPr/>
                    </p:nvPicPr>
                    <p:blipFill>
                      <a:blip r:embed="rId5"/>
                      <a:stretch>
                        <a:fillRect/>
                      </a:stretch>
                    </p:blipFill>
                    <p:spPr>
                      <a:xfrm>
                        <a:off x="7004050" y="1516380"/>
                        <a:ext cx="1560830" cy="49212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9360218" y="1543050"/>
          <a:ext cx="1484630" cy="508635"/>
        </p:xfrm>
        <a:graphic>
          <a:graphicData uri="http://schemas.openxmlformats.org/presentationml/2006/ole">
            <mc:AlternateContent xmlns:mc="http://schemas.openxmlformats.org/markup-compatibility/2006">
              <mc:Choice xmlns:v="urn:schemas-microsoft-com:vml" Requires="v">
                <p:oleObj spid="_x0000_s9" name="" r:id="rId6" imgW="1308100" imgH="444500" progId="Equation.KSEE3">
                  <p:embed/>
                </p:oleObj>
              </mc:Choice>
              <mc:Fallback>
                <p:oleObj name="" r:id="rId6" imgW="1308100" imgH="444500" progId="Equation.KSEE3">
                  <p:embed/>
                  <p:pic>
                    <p:nvPicPr>
                      <p:cNvPr id="0" name="图片 1024"/>
                      <p:cNvPicPr/>
                      <p:nvPr/>
                    </p:nvPicPr>
                    <p:blipFill>
                      <a:blip r:embed="rId7"/>
                      <a:stretch>
                        <a:fillRect/>
                      </a:stretch>
                    </p:blipFill>
                    <p:spPr>
                      <a:xfrm>
                        <a:off x="9360218" y="1543050"/>
                        <a:ext cx="1484630" cy="508635"/>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6436360" y="3676650"/>
          <a:ext cx="2483485" cy="667385"/>
        </p:xfrm>
        <a:graphic>
          <a:graphicData uri="http://schemas.openxmlformats.org/presentationml/2006/ole">
            <mc:AlternateContent xmlns:mc="http://schemas.openxmlformats.org/markup-compatibility/2006">
              <mc:Choice xmlns:v="urn:schemas-microsoft-com:vml" Requires="v">
                <p:oleObj spid="_x0000_s11" name="" r:id="rId8" imgW="2667000" imgH="711200" progId="Equation.KSEE3">
                  <p:embed/>
                </p:oleObj>
              </mc:Choice>
              <mc:Fallback>
                <p:oleObj name="" r:id="rId8" imgW="2667000" imgH="711200" progId="Equation.KSEE3">
                  <p:embed/>
                  <p:pic>
                    <p:nvPicPr>
                      <p:cNvPr id="0" name="图片 1024"/>
                      <p:cNvPicPr/>
                      <p:nvPr/>
                    </p:nvPicPr>
                    <p:blipFill>
                      <a:blip r:embed="rId9"/>
                      <a:stretch>
                        <a:fillRect/>
                      </a:stretch>
                    </p:blipFill>
                    <p:spPr>
                      <a:xfrm>
                        <a:off x="6436360" y="3676650"/>
                        <a:ext cx="2483485" cy="667385"/>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9133205" y="3792220"/>
          <a:ext cx="2578735" cy="400050"/>
        </p:xfrm>
        <a:graphic>
          <a:graphicData uri="http://schemas.openxmlformats.org/presentationml/2006/ole">
            <mc:AlternateContent xmlns:mc="http://schemas.openxmlformats.org/markup-compatibility/2006">
              <mc:Choice xmlns:v="urn:schemas-microsoft-com:vml" Requires="v">
                <p:oleObj spid="_x0000_s15" name="" r:id="rId10" imgW="3136900" imgH="482600" progId="Equation.KSEE3">
                  <p:embed/>
                </p:oleObj>
              </mc:Choice>
              <mc:Fallback>
                <p:oleObj name="" r:id="rId10" imgW="3136900" imgH="482600" progId="Equation.KSEE3">
                  <p:embed/>
                  <p:pic>
                    <p:nvPicPr>
                      <p:cNvPr id="0" name="图片 1024"/>
                      <p:cNvPicPr/>
                      <p:nvPr/>
                    </p:nvPicPr>
                    <p:blipFill>
                      <a:blip r:embed="rId11"/>
                      <a:stretch>
                        <a:fillRect/>
                      </a:stretch>
                    </p:blipFill>
                    <p:spPr>
                      <a:xfrm>
                        <a:off x="9133205" y="3792220"/>
                        <a:ext cx="2578735" cy="400050"/>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6823710" y="4704715"/>
          <a:ext cx="1745615" cy="455930"/>
        </p:xfrm>
        <a:graphic>
          <a:graphicData uri="http://schemas.openxmlformats.org/presentationml/2006/ole">
            <mc:AlternateContent xmlns:mc="http://schemas.openxmlformats.org/markup-compatibility/2006">
              <mc:Choice xmlns:v="urn:schemas-microsoft-com:vml" Requires="v">
                <p:oleObj spid="_x0000_s18" name="" r:id="rId12" imgW="1765300" imgH="457200" progId="Equation.KSEE3">
                  <p:embed/>
                </p:oleObj>
              </mc:Choice>
              <mc:Fallback>
                <p:oleObj name="" r:id="rId12" imgW="1765300" imgH="457200" progId="Equation.KSEE3">
                  <p:embed/>
                  <p:pic>
                    <p:nvPicPr>
                      <p:cNvPr id="0" name="图片 1024"/>
                      <p:cNvPicPr/>
                      <p:nvPr/>
                    </p:nvPicPr>
                    <p:blipFill>
                      <a:blip r:embed="rId13"/>
                      <a:stretch>
                        <a:fillRect/>
                      </a:stretch>
                    </p:blipFill>
                    <p:spPr>
                      <a:xfrm>
                        <a:off x="6823710" y="4704715"/>
                        <a:ext cx="1745615" cy="455930"/>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9457373" y="4704398"/>
          <a:ext cx="1435100" cy="487680"/>
        </p:xfrm>
        <a:graphic>
          <a:graphicData uri="http://schemas.openxmlformats.org/presentationml/2006/ole">
            <mc:AlternateContent xmlns:mc="http://schemas.openxmlformats.org/markup-compatibility/2006">
              <mc:Choice xmlns:v="urn:schemas-microsoft-com:vml" Requires="v">
                <p:oleObj spid="_x0000_s20" name="" r:id="rId14" imgW="1435100" imgH="482600" progId="Equation.KSEE3">
                  <p:embed/>
                </p:oleObj>
              </mc:Choice>
              <mc:Fallback>
                <p:oleObj name="" r:id="rId14" imgW="1435100" imgH="482600" progId="Equation.KSEE3">
                  <p:embed/>
                  <p:pic>
                    <p:nvPicPr>
                      <p:cNvPr id="0" name="图片 1024"/>
                      <p:cNvPicPr/>
                      <p:nvPr/>
                    </p:nvPicPr>
                    <p:blipFill>
                      <a:blip r:embed="rId15"/>
                      <a:stretch>
                        <a:fillRect/>
                      </a:stretch>
                    </p:blipFill>
                    <p:spPr>
                      <a:xfrm>
                        <a:off x="9457373" y="4704398"/>
                        <a:ext cx="1435100" cy="487680"/>
                      </a:xfrm>
                      <a:prstGeom prst="rect">
                        <a:avLst/>
                      </a:prstGeom>
                    </p:spPr>
                  </p:pic>
                </p:oleObj>
              </mc:Fallback>
            </mc:AlternateContent>
          </a:graphicData>
        </a:graphic>
      </p:graphicFrame>
      <p:graphicFrame>
        <p:nvGraphicFramePr>
          <p:cNvPr id="21" name="对象 20">
            <a:hlinkClick r:id="" action="ppaction://ole?verb="/>
          </p:cNvPr>
          <p:cNvGraphicFramePr>
            <a:graphicFrameLocks noChangeAspect="1"/>
          </p:cNvGraphicFramePr>
          <p:nvPr/>
        </p:nvGraphicFramePr>
        <p:xfrm>
          <a:off x="6587490" y="2487295"/>
          <a:ext cx="2393950" cy="651510"/>
        </p:xfrm>
        <a:graphic>
          <a:graphicData uri="http://schemas.openxmlformats.org/presentationml/2006/ole">
            <mc:AlternateContent xmlns:mc="http://schemas.openxmlformats.org/markup-compatibility/2006">
              <mc:Choice xmlns:v="urn:schemas-microsoft-com:vml" Requires="v">
                <p:oleObj spid="_x0000_s22" name="" r:id="rId16" imgW="2540000" imgH="685800" progId="Equation.KSEE3">
                  <p:embed/>
                </p:oleObj>
              </mc:Choice>
              <mc:Fallback>
                <p:oleObj name="" r:id="rId16" imgW="2540000" imgH="685800" progId="Equation.KSEE3">
                  <p:embed/>
                  <p:pic>
                    <p:nvPicPr>
                      <p:cNvPr id="0" name="图片 1024"/>
                      <p:cNvPicPr/>
                      <p:nvPr/>
                    </p:nvPicPr>
                    <p:blipFill>
                      <a:blip r:embed="rId17"/>
                      <a:stretch>
                        <a:fillRect/>
                      </a:stretch>
                    </p:blipFill>
                    <p:spPr>
                      <a:xfrm>
                        <a:off x="6587490" y="2487295"/>
                        <a:ext cx="2393950" cy="651510"/>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nvGraphicFramePr>
        <p:xfrm>
          <a:off x="9211310" y="2630805"/>
          <a:ext cx="2422525" cy="474980"/>
        </p:xfrm>
        <a:graphic>
          <a:graphicData uri="http://schemas.openxmlformats.org/presentationml/2006/ole">
            <mc:AlternateContent xmlns:mc="http://schemas.openxmlformats.org/markup-compatibility/2006">
              <mc:Choice xmlns:v="urn:schemas-microsoft-com:vml" Requires="v">
                <p:oleObj spid="_x0000_s24" name="" r:id="rId18" imgW="2679700" imgH="520700" progId="Equation.KSEE3">
                  <p:embed/>
                </p:oleObj>
              </mc:Choice>
              <mc:Fallback>
                <p:oleObj name="" r:id="rId18" imgW="2679700" imgH="520700" progId="Equation.KSEE3">
                  <p:embed/>
                  <p:pic>
                    <p:nvPicPr>
                      <p:cNvPr id="0" name="图片 1024"/>
                      <p:cNvPicPr/>
                      <p:nvPr/>
                    </p:nvPicPr>
                    <p:blipFill>
                      <a:blip r:embed="rId19"/>
                      <a:stretch>
                        <a:fillRect/>
                      </a:stretch>
                    </p:blipFill>
                    <p:spPr>
                      <a:xfrm>
                        <a:off x="9211310" y="2630805"/>
                        <a:ext cx="2422525" cy="474980"/>
                      </a:xfrm>
                      <a:prstGeom prst="rect">
                        <a:avLst/>
                      </a:prstGeom>
                    </p:spPr>
                  </p:pic>
                </p:oleObj>
              </mc:Fallback>
            </mc:AlternateContent>
          </a:graphicData>
        </a:graphic>
      </p:graphicFrame>
      <p:sp>
        <p:nvSpPr>
          <p:cNvPr id="25" name="文本框 24"/>
          <p:cNvSpPr txBox="1"/>
          <p:nvPr/>
        </p:nvSpPr>
        <p:spPr>
          <a:xfrm>
            <a:off x="7350760" y="862330"/>
            <a:ext cx="4064000" cy="306705"/>
          </a:xfrm>
          <a:prstGeom prst="rect">
            <a:avLst/>
          </a:prstGeom>
          <a:noFill/>
        </p:spPr>
        <p:txBody>
          <a:bodyPr wrap="square" rtlCol="0">
            <a:spAutoFit/>
          </a:bodyPr>
          <a:p>
            <a:r>
              <a:rPr lang="zh-CN" altLang="en-US" sz="1400"/>
              <a:t>常见偏微分方程在三维无界空间的格林函数</a:t>
            </a:r>
            <a:endParaRPr lang="zh-CN" altLang="en-US" sz="1400"/>
          </a:p>
        </p:txBody>
      </p:sp>
      <p:pic>
        <p:nvPicPr>
          <p:cNvPr id="13" name="图片 12"/>
          <p:cNvPicPr>
            <a:picLocks noChangeAspect="1"/>
          </p:cNvPicPr>
          <p:nvPr/>
        </p:nvPicPr>
        <p:blipFill>
          <a:blip r:embed="rId20"/>
          <a:stretch>
            <a:fillRect/>
          </a:stretch>
        </p:blipFill>
        <p:spPr>
          <a:xfrm>
            <a:off x="12613640" y="1900555"/>
            <a:ext cx="4099560" cy="332867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图片 101"/>
          <p:cNvPicPr>
            <a:picLocks noChangeAspect="1"/>
          </p:cNvPicPr>
          <p:nvPr/>
        </p:nvPicPr>
        <p:blipFill>
          <a:blip r:embed="rId1"/>
          <a:stretch>
            <a:fillRect/>
          </a:stretch>
        </p:blipFill>
        <p:spPr>
          <a:xfrm flipH="1">
            <a:off x="2369820" y="1725930"/>
            <a:ext cx="1409065" cy="2485390"/>
          </a:xfrm>
          <a:prstGeom prst="rect">
            <a:avLst/>
          </a:prstGeom>
        </p:spPr>
      </p:pic>
      <p:pic>
        <p:nvPicPr>
          <p:cNvPr id="99" name="图片 98"/>
          <p:cNvPicPr>
            <a:picLocks noChangeAspect="1"/>
          </p:cNvPicPr>
          <p:nvPr/>
        </p:nvPicPr>
        <p:blipFill>
          <a:blip r:embed="rId1"/>
          <a:stretch>
            <a:fillRect/>
          </a:stretch>
        </p:blipFill>
        <p:spPr>
          <a:xfrm>
            <a:off x="8148320" y="1670685"/>
            <a:ext cx="1438910" cy="2540635"/>
          </a:xfrm>
          <a:prstGeom prst="rect">
            <a:avLst/>
          </a:prstGeom>
        </p:spPr>
      </p:pic>
      <p:sp>
        <p:nvSpPr>
          <p:cNvPr id="4" name="文本框 3"/>
          <p:cNvSpPr txBox="1"/>
          <p:nvPr/>
        </p:nvSpPr>
        <p:spPr>
          <a:xfrm>
            <a:off x="508000" y="489797"/>
            <a:ext cx="4500880" cy="398780"/>
          </a:xfrm>
          <a:prstGeom prst="rect">
            <a:avLst/>
          </a:prstGeom>
          <a:noFill/>
        </p:spPr>
        <p:txBody>
          <a:bodyPr wrap="none" rtlCol="0">
            <a:spAutoFit/>
          </a:bodyPr>
          <a:lstStyle/>
          <a:p>
            <a:r>
              <a:rPr lang="zh-CN" altLang="en-US" sz="2000" dirty="0"/>
              <a:t>四、时变电磁场</a:t>
            </a:r>
            <a:r>
              <a:rPr lang="en-US" altLang="zh-CN" sz="2000" dirty="0"/>
              <a:t>—</a:t>
            </a:r>
            <a:r>
              <a:rPr lang="zh-CN" altLang="en-US" sz="2000" dirty="0"/>
              <a:t>介质中的时变</a:t>
            </a:r>
            <a:r>
              <a:rPr lang="zh-CN" altLang="en-US" sz="2000" dirty="0"/>
              <a:t>电磁场</a:t>
            </a:r>
            <a:endParaRPr lang="zh-CN" altLang="en-US" sz="2000" dirty="0"/>
          </a:p>
        </p:txBody>
      </p:sp>
      <p:graphicFrame>
        <p:nvGraphicFramePr>
          <p:cNvPr id="16" name="对象 15">
            <a:hlinkClick r:id="" action="ppaction://ole?verb="/>
          </p:cNvPr>
          <p:cNvGraphicFramePr>
            <a:graphicFrameLocks noChangeAspect="1"/>
          </p:cNvGraphicFramePr>
          <p:nvPr/>
        </p:nvGraphicFramePr>
        <p:xfrm>
          <a:off x="3817620" y="4008755"/>
          <a:ext cx="949325" cy="278765"/>
        </p:xfrm>
        <a:graphic>
          <a:graphicData uri="http://schemas.openxmlformats.org/presentationml/2006/ole">
            <mc:AlternateContent xmlns:mc="http://schemas.openxmlformats.org/markup-compatibility/2006">
              <mc:Choice xmlns:v="urn:schemas-microsoft-com:vml" Requires="v">
                <p:oleObj spid="_x0000_s17" name="" r:id="rId2" imgW="736600" imgH="215900" progId="Equation.KSEE3">
                  <p:embed/>
                </p:oleObj>
              </mc:Choice>
              <mc:Fallback>
                <p:oleObj name="" r:id="rId2" imgW="736600" imgH="215900" progId="Equation.KSEE3">
                  <p:embed/>
                  <p:pic>
                    <p:nvPicPr>
                      <p:cNvPr id="0" name="图片 1024"/>
                      <p:cNvPicPr/>
                      <p:nvPr/>
                    </p:nvPicPr>
                    <p:blipFill>
                      <a:blip r:embed="rId3"/>
                      <a:stretch>
                        <a:fillRect/>
                      </a:stretch>
                    </p:blipFill>
                    <p:spPr>
                      <a:xfrm>
                        <a:off x="3817620" y="4008755"/>
                        <a:ext cx="949325" cy="278765"/>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3779520" y="2795905"/>
          <a:ext cx="946785" cy="294640"/>
        </p:xfrm>
        <a:graphic>
          <a:graphicData uri="http://schemas.openxmlformats.org/presentationml/2006/ole">
            <mc:AlternateContent xmlns:mc="http://schemas.openxmlformats.org/markup-compatibility/2006">
              <mc:Choice xmlns:v="urn:schemas-microsoft-com:vml" Requires="v">
                <p:oleObj spid="_x0000_s19" name="" r:id="rId4" imgW="736600" imgH="228600" progId="Equation.KSEE3">
                  <p:embed/>
                </p:oleObj>
              </mc:Choice>
              <mc:Fallback>
                <p:oleObj name="" r:id="rId4" imgW="736600" imgH="228600" progId="Equation.KSEE3">
                  <p:embed/>
                  <p:pic>
                    <p:nvPicPr>
                      <p:cNvPr id="0" name="图片 1024"/>
                      <p:cNvPicPr/>
                      <p:nvPr/>
                    </p:nvPicPr>
                    <p:blipFill>
                      <a:blip r:embed="rId5"/>
                      <a:stretch>
                        <a:fillRect/>
                      </a:stretch>
                    </p:blipFill>
                    <p:spPr>
                      <a:xfrm>
                        <a:off x="3779520" y="2795905"/>
                        <a:ext cx="946785" cy="294640"/>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4097020" y="1645285"/>
          <a:ext cx="525145" cy="263525"/>
        </p:xfrm>
        <a:graphic>
          <a:graphicData uri="http://schemas.openxmlformats.org/presentationml/2006/ole">
            <mc:AlternateContent xmlns:mc="http://schemas.openxmlformats.org/markup-compatibility/2006">
              <mc:Choice xmlns:v="urn:schemas-microsoft-com:vml" Requires="v">
                <p:oleObj spid="_x0000_s21" name="" r:id="rId6" imgW="431800" imgH="215900" progId="Equation.KSEE3">
                  <p:embed/>
                </p:oleObj>
              </mc:Choice>
              <mc:Fallback>
                <p:oleObj name="" r:id="rId6" imgW="431800" imgH="215900" progId="Equation.KSEE3">
                  <p:embed/>
                  <p:pic>
                    <p:nvPicPr>
                      <p:cNvPr id="0" name="图片 1024"/>
                      <p:cNvPicPr/>
                      <p:nvPr/>
                    </p:nvPicPr>
                    <p:blipFill>
                      <a:blip r:embed="rId7"/>
                      <a:stretch>
                        <a:fillRect/>
                      </a:stretch>
                    </p:blipFill>
                    <p:spPr>
                      <a:xfrm>
                        <a:off x="4097020" y="1645285"/>
                        <a:ext cx="525145" cy="263525"/>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3034030" y="3177540"/>
          <a:ext cx="1242060" cy="215900"/>
        </p:xfrm>
        <a:graphic>
          <a:graphicData uri="http://schemas.openxmlformats.org/presentationml/2006/ole">
            <mc:AlternateContent xmlns:mc="http://schemas.openxmlformats.org/markup-compatibility/2006">
              <mc:Choice xmlns:v="urn:schemas-microsoft-com:vml" Requires="v">
                <p:oleObj spid="_x0000_s35" name="" r:id="rId8" imgW="1397000" imgH="241300" progId="Equation.KSEE3">
                  <p:embed/>
                </p:oleObj>
              </mc:Choice>
              <mc:Fallback>
                <p:oleObj name="" r:id="rId8" imgW="1397000" imgH="241300" progId="Equation.KSEE3">
                  <p:embed/>
                  <p:pic>
                    <p:nvPicPr>
                      <p:cNvPr id="0" name="图片 1024"/>
                      <p:cNvPicPr/>
                      <p:nvPr/>
                    </p:nvPicPr>
                    <p:blipFill>
                      <a:blip r:embed="rId9">
                        <a:duotone>
                          <a:schemeClr val="accent2">
                            <a:shade val="45000"/>
                            <a:satMod val="135000"/>
                          </a:schemeClr>
                          <a:prstClr val="white"/>
                        </a:duotone>
                      </a:blip>
                      <a:stretch>
                        <a:fillRect/>
                      </a:stretch>
                    </p:blipFill>
                    <p:spPr>
                      <a:xfrm>
                        <a:off x="3034030" y="3177540"/>
                        <a:ext cx="1242060" cy="215900"/>
                      </a:xfrm>
                      <a:prstGeom prst="rect">
                        <a:avLst/>
                      </a:prstGeom>
                    </p:spPr>
                  </p:pic>
                </p:oleObj>
              </mc:Fallback>
            </mc:AlternateContent>
          </a:graphicData>
        </a:graphic>
      </p:graphicFrame>
      <p:graphicFrame>
        <p:nvGraphicFramePr>
          <p:cNvPr id="49" name="对象 48">
            <a:hlinkClick r:id="" action="ppaction://ole?verb="/>
          </p:cNvPr>
          <p:cNvGraphicFramePr>
            <a:graphicFrameLocks noChangeAspect="1"/>
          </p:cNvGraphicFramePr>
          <p:nvPr/>
        </p:nvGraphicFramePr>
        <p:xfrm>
          <a:off x="4406265" y="2145030"/>
          <a:ext cx="791845" cy="361315"/>
        </p:xfrm>
        <a:graphic>
          <a:graphicData uri="http://schemas.openxmlformats.org/presentationml/2006/ole">
            <mc:AlternateContent xmlns:mc="http://schemas.openxmlformats.org/markup-compatibility/2006">
              <mc:Choice xmlns:v="urn:schemas-microsoft-com:vml" Requires="v">
                <p:oleObj spid="_x0000_s50" name="" r:id="rId10" imgW="927100" imgH="419100" progId="Equation.KSEE3">
                  <p:embed/>
                </p:oleObj>
              </mc:Choice>
              <mc:Fallback>
                <p:oleObj name="" r:id="rId10" imgW="927100" imgH="419100" progId="Equation.KSEE3">
                  <p:embed/>
                  <p:pic>
                    <p:nvPicPr>
                      <p:cNvPr id="0" name="图片 1024"/>
                      <p:cNvPicPr/>
                      <p:nvPr/>
                    </p:nvPicPr>
                    <p:blipFill>
                      <a:blip r:embed="rId11"/>
                      <a:stretch>
                        <a:fillRect/>
                      </a:stretch>
                    </p:blipFill>
                    <p:spPr>
                      <a:xfrm>
                        <a:off x="4406265" y="2145030"/>
                        <a:ext cx="791845" cy="361315"/>
                      </a:xfrm>
                      <a:prstGeom prst="rect">
                        <a:avLst/>
                      </a:prstGeom>
                    </p:spPr>
                  </p:pic>
                </p:oleObj>
              </mc:Fallback>
            </mc:AlternateContent>
          </a:graphicData>
        </a:graphic>
      </p:graphicFrame>
      <p:graphicFrame>
        <p:nvGraphicFramePr>
          <p:cNvPr id="53" name="对象 52">
            <a:hlinkClick r:id="" action="ppaction://ole?verb="/>
          </p:cNvPr>
          <p:cNvGraphicFramePr>
            <a:graphicFrameLocks noChangeAspect="1"/>
          </p:cNvGraphicFramePr>
          <p:nvPr/>
        </p:nvGraphicFramePr>
        <p:xfrm>
          <a:off x="9582785" y="1844675"/>
          <a:ext cx="1316990" cy="661670"/>
        </p:xfrm>
        <a:graphic>
          <a:graphicData uri="http://schemas.openxmlformats.org/presentationml/2006/ole">
            <mc:AlternateContent xmlns:mc="http://schemas.openxmlformats.org/markup-compatibility/2006">
              <mc:Choice xmlns:v="urn:schemas-microsoft-com:vml" Requires="v">
                <p:oleObj spid="_x0000_s54" name="" r:id="rId12" imgW="1320165" imgH="660400" progId="Equation.KSEE3">
                  <p:embed/>
                </p:oleObj>
              </mc:Choice>
              <mc:Fallback>
                <p:oleObj name="" r:id="rId12" imgW="1320165" imgH="660400" progId="Equation.KSEE3">
                  <p:embed/>
                  <p:pic>
                    <p:nvPicPr>
                      <p:cNvPr id="0" name="图片 1024"/>
                      <p:cNvPicPr/>
                      <p:nvPr/>
                    </p:nvPicPr>
                    <p:blipFill>
                      <a:blip r:embed="rId13"/>
                      <a:stretch>
                        <a:fillRect/>
                      </a:stretch>
                    </p:blipFill>
                    <p:spPr>
                      <a:xfrm>
                        <a:off x="9582785" y="1844675"/>
                        <a:ext cx="1316990" cy="661670"/>
                      </a:xfrm>
                      <a:prstGeom prst="rect">
                        <a:avLst/>
                      </a:prstGeom>
                    </p:spPr>
                  </p:pic>
                </p:oleObj>
              </mc:Fallback>
            </mc:AlternateContent>
          </a:graphicData>
        </a:graphic>
      </p:graphicFrame>
      <p:graphicFrame>
        <p:nvGraphicFramePr>
          <p:cNvPr id="55" name="对象 54">
            <a:hlinkClick r:id="" action="ppaction://ole?verb="/>
          </p:cNvPr>
          <p:cNvGraphicFramePr>
            <a:graphicFrameLocks noChangeAspect="1"/>
          </p:cNvGraphicFramePr>
          <p:nvPr/>
        </p:nvGraphicFramePr>
        <p:xfrm>
          <a:off x="6950710" y="3982720"/>
          <a:ext cx="959485" cy="303530"/>
        </p:xfrm>
        <a:graphic>
          <a:graphicData uri="http://schemas.openxmlformats.org/presentationml/2006/ole">
            <mc:AlternateContent xmlns:mc="http://schemas.openxmlformats.org/markup-compatibility/2006">
              <mc:Choice xmlns:v="urn:schemas-microsoft-com:vml" Requires="v">
                <p:oleObj spid="_x0000_s56" name="" r:id="rId14" imgW="723900" imgH="228600" progId="Equation.KSEE3">
                  <p:embed/>
                </p:oleObj>
              </mc:Choice>
              <mc:Fallback>
                <p:oleObj name="" r:id="rId14" imgW="723900" imgH="228600" progId="Equation.KSEE3">
                  <p:embed/>
                  <p:pic>
                    <p:nvPicPr>
                      <p:cNvPr id="0" name="图片 1024"/>
                      <p:cNvPicPr/>
                      <p:nvPr/>
                    </p:nvPicPr>
                    <p:blipFill>
                      <a:blip r:embed="rId15"/>
                      <a:stretch>
                        <a:fillRect/>
                      </a:stretch>
                    </p:blipFill>
                    <p:spPr>
                      <a:xfrm>
                        <a:off x="6950710" y="3982720"/>
                        <a:ext cx="959485" cy="303530"/>
                      </a:xfrm>
                      <a:prstGeom prst="rect">
                        <a:avLst/>
                      </a:prstGeom>
                    </p:spPr>
                  </p:pic>
                </p:oleObj>
              </mc:Fallback>
            </mc:AlternateContent>
          </a:graphicData>
        </a:graphic>
      </p:graphicFrame>
      <p:graphicFrame>
        <p:nvGraphicFramePr>
          <p:cNvPr id="57" name="对象 56">
            <a:hlinkClick r:id="" action="ppaction://ole?verb="/>
          </p:cNvPr>
          <p:cNvGraphicFramePr>
            <a:graphicFrameLocks noChangeAspect="1"/>
          </p:cNvGraphicFramePr>
          <p:nvPr/>
        </p:nvGraphicFramePr>
        <p:xfrm>
          <a:off x="4924425" y="4210050"/>
          <a:ext cx="1558925" cy="320675"/>
        </p:xfrm>
        <a:graphic>
          <a:graphicData uri="http://schemas.openxmlformats.org/presentationml/2006/ole">
            <mc:AlternateContent xmlns:mc="http://schemas.openxmlformats.org/markup-compatibility/2006">
              <mc:Choice xmlns:v="urn:schemas-microsoft-com:vml" Requires="v">
                <p:oleObj spid="_x0000_s58" name="" r:id="rId16" imgW="1917065" imgH="393700" progId="Equation.KSEE3">
                  <p:embed/>
                </p:oleObj>
              </mc:Choice>
              <mc:Fallback>
                <p:oleObj name="" r:id="rId16" imgW="1917065" imgH="393700" progId="Equation.KSEE3">
                  <p:embed/>
                  <p:pic>
                    <p:nvPicPr>
                      <p:cNvPr id="0" name="图片 1024"/>
                      <p:cNvPicPr/>
                      <p:nvPr/>
                    </p:nvPicPr>
                    <p:blipFill>
                      <a:blip r:embed="rId17"/>
                      <a:stretch>
                        <a:fillRect/>
                      </a:stretch>
                    </p:blipFill>
                    <p:spPr>
                      <a:xfrm>
                        <a:off x="4924425" y="4210050"/>
                        <a:ext cx="1558925" cy="320675"/>
                      </a:xfrm>
                      <a:prstGeom prst="rect">
                        <a:avLst/>
                      </a:prstGeom>
                    </p:spPr>
                  </p:pic>
                </p:oleObj>
              </mc:Fallback>
            </mc:AlternateContent>
          </a:graphicData>
        </a:graphic>
      </p:graphicFrame>
      <p:cxnSp>
        <p:nvCxnSpPr>
          <p:cNvPr id="59" name="直接箭头连接符 58"/>
          <p:cNvCxnSpPr/>
          <p:nvPr/>
        </p:nvCxnSpPr>
        <p:spPr>
          <a:xfrm flipH="1" flipV="1">
            <a:off x="4767580" y="4138295"/>
            <a:ext cx="20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60" name="对象 59">
            <a:hlinkClick r:id="" action="ppaction://ole?verb="/>
          </p:cNvPr>
          <p:cNvGraphicFramePr>
            <a:graphicFrameLocks noChangeAspect="1"/>
          </p:cNvGraphicFramePr>
          <p:nvPr/>
        </p:nvGraphicFramePr>
        <p:xfrm>
          <a:off x="6958965" y="2783205"/>
          <a:ext cx="1028700" cy="299085"/>
        </p:xfrm>
        <a:graphic>
          <a:graphicData uri="http://schemas.openxmlformats.org/presentationml/2006/ole">
            <mc:AlternateContent xmlns:mc="http://schemas.openxmlformats.org/markup-compatibility/2006">
              <mc:Choice xmlns:v="urn:schemas-microsoft-com:vml" Requires="v">
                <p:oleObj spid="_x0000_s67" name="" r:id="rId18" imgW="787400" imgH="228600" progId="Equation.KSEE3">
                  <p:embed/>
                </p:oleObj>
              </mc:Choice>
              <mc:Fallback>
                <p:oleObj name="" r:id="rId18" imgW="787400" imgH="228600" progId="Equation.KSEE3">
                  <p:embed/>
                  <p:pic>
                    <p:nvPicPr>
                      <p:cNvPr id="0" name="图片 1024"/>
                      <p:cNvPicPr/>
                      <p:nvPr/>
                    </p:nvPicPr>
                    <p:blipFill>
                      <a:blip r:embed="rId19"/>
                      <a:stretch>
                        <a:fillRect/>
                      </a:stretch>
                    </p:blipFill>
                    <p:spPr>
                      <a:xfrm>
                        <a:off x="6958965" y="2783205"/>
                        <a:ext cx="1028700" cy="299085"/>
                      </a:xfrm>
                      <a:prstGeom prst="rect">
                        <a:avLst/>
                      </a:prstGeom>
                    </p:spPr>
                  </p:pic>
                </p:oleObj>
              </mc:Fallback>
            </mc:AlternateContent>
          </a:graphicData>
        </a:graphic>
      </p:graphicFrame>
      <p:graphicFrame>
        <p:nvGraphicFramePr>
          <p:cNvPr id="68" name="对象 67">
            <a:hlinkClick r:id="" action="ppaction://ole?verb="/>
          </p:cNvPr>
          <p:cNvGraphicFramePr>
            <a:graphicFrameLocks noChangeAspect="1"/>
          </p:cNvGraphicFramePr>
          <p:nvPr/>
        </p:nvGraphicFramePr>
        <p:xfrm>
          <a:off x="8173085" y="2828925"/>
          <a:ext cx="1203960" cy="229235"/>
        </p:xfrm>
        <a:graphic>
          <a:graphicData uri="http://schemas.openxmlformats.org/presentationml/2006/ole">
            <mc:AlternateContent xmlns:mc="http://schemas.openxmlformats.org/markup-compatibility/2006">
              <mc:Choice xmlns:v="urn:schemas-microsoft-com:vml" Requires="v">
                <p:oleObj spid="_x0000_s69" name="" r:id="rId20" imgW="1270000" imgH="241300" progId="Equation.KSEE3">
                  <p:embed/>
                </p:oleObj>
              </mc:Choice>
              <mc:Fallback>
                <p:oleObj name="" r:id="rId20" imgW="1270000" imgH="241300" progId="Equation.KSEE3">
                  <p:embed/>
                  <p:pic>
                    <p:nvPicPr>
                      <p:cNvPr id="0" name="图片 1024"/>
                      <p:cNvPicPr/>
                      <p:nvPr/>
                    </p:nvPicPr>
                    <p:blipFill>
                      <a:blip r:embed="rId21">
                        <a:duotone>
                          <a:schemeClr val="accent1">
                            <a:shade val="45000"/>
                            <a:satMod val="135000"/>
                          </a:schemeClr>
                          <a:prstClr val="white"/>
                        </a:duotone>
                      </a:blip>
                      <a:stretch>
                        <a:fillRect/>
                      </a:stretch>
                    </p:blipFill>
                    <p:spPr>
                      <a:xfrm>
                        <a:off x="8173085" y="2828925"/>
                        <a:ext cx="1203960" cy="229235"/>
                      </a:xfrm>
                      <a:prstGeom prst="rect">
                        <a:avLst/>
                      </a:prstGeom>
                    </p:spPr>
                  </p:pic>
                </p:oleObj>
              </mc:Fallback>
            </mc:AlternateContent>
          </a:graphicData>
        </a:graphic>
      </p:graphicFrame>
      <p:graphicFrame>
        <p:nvGraphicFramePr>
          <p:cNvPr id="70" name="对象 69">
            <a:hlinkClick r:id="" action="ppaction://ole?verb="/>
          </p:cNvPr>
          <p:cNvGraphicFramePr>
            <a:graphicFrameLocks noChangeAspect="1"/>
          </p:cNvGraphicFramePr>
          <p:nvPr/>
        </p:nvGraphicFramePr>
        <p:xfrm>
          <a:off x="2508885" y="2840355"/>
          <a:ext cx="1100455" cy="207010"/>
        </p:xfrm>
        <a:graphic>
          <a:graphicData uri="http://schemas.openxmlformats.org/presentationml/2006/ole">
            <mc:AlternateContent xmlns:mc="http://schemas.openxmlformats.org/markup-compatibility/2006">
              <mc:Choice xmlns:v="urn:schemas-microsoft-com:vml" Requires="v">
                <p:oleObj spid="_x0000_s71" name="" r:id="rId22" imgW="1219200" imgH="228600" progId="Equation.KSEE3">
                  <p:embed/>
                </p:oleObj>
              </mc:Choice>
              <mc:Fallback>
                <p:oleObj name="" r:id="rId22" imgW="1219200" imgH="228600" progId="Equation.KSEE3">
                  <p:embed/>
                  <p:pic>
                    <p:nvPicPr>
                      <p:cNvPr id="0" name="图片 1024"/>
                      <p:cNvPicPr/>
                      <p:nvPr/>
                    </p:nvPicPr>
                    <p:blipFill>
                      <a:blip r:embed="rId23">
                        <a:duotone>
                          <a:schemeClr val="accent1">
                            <a:shade val="45000"/>
                            <a:satMod val="135000"/>
                          </a:schemeClr>
                          <a:prstClr val="white"/>
                        </a:duotone>
                      </a:blip>
                      <a:stretch>
                        <a:fillRect/>
                      </a:stretch>
                    </p:blipFill>
                    <p:spPr>
                      <a:xfrm>
                        <a:off x="2508885" y="2840355"/>
                        <a:ext cx="1100455" cy="207010"/>
                      </a:xfrm>
                      <a:prstGeom prst="rect">
                        <a:avLst/>
                      </a:prstGeom>
                    </p:spPr>
                  </p:pic>
                </p:oleObj>
              </mc:Fallback>
            </mc:AlternateContent>
          </a:graphicData>
        </a:graphic>
      </p:graphicFrame>
      <p:graphicFrame>
        <p:nvGraphicFramePr>
          <p:cNvPr id="75" name="对象 74">
            <a:hlinkClick r:id="" action="ppaction://ole?verb="/>
          </p:cNvPr>
          <p:cNvGraphicFramePr>
            <a:graphicFrameLocks noChangeAspect="1"/>
          </p:cNvGraphicFramePr>
          <p:nvPr/>
        </p:nvGraphicFramePr>
        <p:xfrm>
          <a:off x="4878705" y="2534285"/>
          <a:ext cx="2073275" cy="365760"/>
        </p:xfrm>
        <a:graphic>
          <a:graphicData uri="http://schemas.openxmlformats.org/presentationml/2006/ole">
            <mc:AlternateContent xmlns:mc="http://schemas.openxmlformats.org/markup-compatibility/2006">
              <mc:Choice xmlns:v="urn:schemas-microsoft-com:vml" Requires="v">
                <p:oleObj spid="_x0000_s76" name="" r:id="rId24" imgW="2387600" imgH="419100" progId="Equation.KSEE3">
                  <p:embed/>
                </p:oleObj>
              </mc:Choice>
              <mc:Fallback>
                <p:oleObj name="" r:id="rId24" imgW="2387600" imgH="419100" progId="Equation.KSEE3">
                  <p:embed/>
                  <p:pic>
                    <p:nvPicPr>
                      <p:cNvPr id="0" name="图片 1024"/>
                      <p:cNvPicPr/>
                      <p:nvPr/>
                    </p:nvPicPr>
                    <p:blipFill>
                      <a:blip r:embed="rId25">
                        <a:duotone>
                          <a:schemeClr val="accent2">
                            <a:shade val="45000"/>
                            <a:satMod val="135000"/>
                          </a:schemeClr>
                          <a:prstClr val="white"/>
                        </a:duotone>
                      </a:blip>
                      <a:stretch>
                        <a:fillRect/>
                      </a:stretch>
                    </p:blipFill>
                    <p:spPr>
                      <a:xfrm>
                        <a:off x="4878705" y="2534285"/>
                        <a:ext cx="2073275" cy="365760"/>
                      </a:xfrm>
                      <a:prstGeom prst="rect">
                        <a:avLst/>
                      </a:prstGeom>
                    </p:spPr>
                  </p:pic>
                </p:oleObj>
              </mc:Fallback>
            </mc:AlternateContent>
          </a:graphicData>
        </a:graphic>
      </p:graphicFrame>
      <p:cxnSp>
        <p:nvCxnSpPr>
          <p:cNvPr id="77" name="直接箭头连接符 76"/>
          <p:cNvCxnSpPr/>
          <p:nvPr/>
        </p:nvCxnSpPr>
        <p:spPr>
          <a:xfrm flipH="1" flipV="1">
            <a:off x="4798060" y="2993390"/>
            <a:ext cx="2088000"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1" name="对象 80">
            <a:hlinkClick r:id="" action="ppaction://ole?verb="/>
          </p:cNvPr>
          <p:cNvGraphicFramePr>
            <a:graphicFrameLocks noChangeAspect="1"/>
          </p:cNvGraphicFramePr>
          <p:nvPr/>
        </p:nvGraphicFramePr>
        <p:xfrm>
          <a:off x="5529581" y="3000058"/>
          <a:ext cx="1553210" cy="517525"/>
        </p:xfrm>
        <a:graphic>
          <a:graphicData uri="http://schemas.openxmlformats.org/presentationml/2006/ole">
            <mc:AlternateContent xmlns:mc="http://schemas.openxmlformats.org/markup-compatibility/2006">
              <mc:Choice xmlns:v="urn:schemas-microsoft-com:vml" Requires="v">
                <p:oleObj spid="_x0000_s82" name="" r:id="rId26" imgW="2005965" imgH="660400" progId="Equation.KSEE3">
                  <p:embed/>
                </p:oleObj>
              </mc:Choice>
              <mc:Fallback>
                <p:oleObj name="" r:id="rId26" imgW="2005965" imgH="660400" progId="Equation.KSEE3">
                  <p:embed/>
                  <p:pic>
                    <p:nvPicPr>
                      <p:cNvPr id="0" name="图片 1024"/>
                      <p:cNvPicPr/>
                      <p:nvPr/>
                    </p:nvPicPr>
                    <p:blipFill>
                      <a:blip r:embed="rId27">
                        <a:duotone>
                          <a:schemeClr val="accent2">
                            <a:shade val="45000"/>
                            <a:satMod val="135000"/>
                          </a:schemeClr>
                          <a:prstClr val="white"/>
                        </a:duotone>
                      </a:blip>
                      <a:stretch>
                        <a:fillRect/>
                      </a:stretch>
                    </p:blipFill>
                    <p:spPr>
                      <a:xfrm>
                        <a:off x="5529581" y="3000058"/>
                        <a:ext cx="1553210" cy="517525"/>
                      </a:xfrm>
                      <a:prstGeom prst="rect">
                        <a:avLst/>
                      </a:prstGeom>
                      <a:ln>
                        <a:noFill/>
                      </a:ln>
                    </p:spPr>
                  </p:pic>
                </p:oleObj>
              </mc:Fallback>
            </mc:AlternateContent>
          </a:graphicData>
        </a:graphic>
      </p:graphicFrame>
      <p:cxnSp>
        <p:nvCxnSpPr>
          <p:cNvPr id="83" name="直接箭头连接符 82"/>
          <p:cNvCxnSpPr/>
          <p:nvPr/>
        </p:nvCxnSpPr>
        <p:spPr>
          <a:xfrm flipV="1">
            <a:off x="4817110" y="2902585"/>
            <a:ext cx="20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5" name="对象 84">
            <a:hlinkClick r:id="" action="ppaction://ole?verb="/>
          </p:cNvPr>
          <p:cNvGraphicFramePr>
            <a:graphicFrameLocks noChangeAspect="1"/>
          </p:cNvGraphicFramePr>
          <p:nvPr/>
        </p:nvGraphicFramePr>
        <p:xfrm>
          <a:off x="7357110" y="3228340"/>
          <a:ext cx="1645920" cy="222885"/>
        </p:xfrm>
        <a:graphic>
          <a:graphicData uri="http://schemas.openxmlformats.org/presentationml/2006/ole">
            <mc:AlternateContent xmlns:mc="http://schemas.openxmlformats.org/markup-compatibility/2006">
              <mc:Choice xmlns:v="urn:schemas-microsoft-com:vml" Requires="v">
                <p:oleObj spid="_x0000_s86" name="" r:id="rId28" imgW="1803400" imgH="241300" progId="Equation.KSEE3">
                  <p:embed/>
                </p:oleObj>
              </mc:Choice>
              <mc:Fallback>
                <p:oleObj name="" r:id="rId28" imgW="1803400" imgH="241300" progId="Equation.KSEE3">
                  <p:embed/>
                  <p:pic>
                    <p:nvPicPr>
                      <p:cNvPr id="0" name="图片 1024"/>
                      <p:cNvPicPr/>
                      <p:nvPr/>
                    </p:nvPicPr>
                    <p:blipFill>
                      <a:blip r:embed="rId29">
                        <a:duotone>
                          <a:schemeClr val="accent2">
                            <a:shade val="45000"/>
                            <a:satMod val="135000"/>
                          </a:schemeClr>
                          <a:prstClr val="white"/>
                        </a:duotone>
                      </a:blip>
                      <a:stretch>
                        <a:fillRect/>
                      </a:stretch>
                    </p:blipFill>
                    <p:spPr>
                      <a:xfrm>
                        <a:off x="7357110" y="3228340"/>
                        <a:ext cx="1645920" cy="222885"/>
                      </a:xfrm>
                      <a:prstGeom prst="rect">
                        <a:avLst/>
                      </a:prstGeom>
                      <a:ln>
                        <a:noFill/>
                      </a:ln>
                    </p:spPr>
                  </p:pic>
                </p:oleObj>
              </mc:Fallback>
            </mc:AlternateContent>
          </a:graphicData>
        </a:graphic>
      </p:graphicFrame>
      <p:graphicFrame>
        <p:nvGraphicFramePr>
          <p:cNvPr id="90" name="对象 89">
            <a:hlinkClick r:id="" action="ppaction://ole?verb="/>
          </p:cNvPr>
          <p:cNvGraphicFramePr>
            <a:graphicFrameLocks noChangeAspect="1"/>
          </p:cNvGraphicFramePr>
          <p:nvPr/>
        </p:nvGraphicFramePr>
        <p:xfrm>
          <a:off x="6885940" y="1605915"/>
          <a:ext cx="937260" cy="292100"/>
        </p:xfrm>
        <a:graphic>
          <a:graphicData uri="http://schemas.openxmlformats.org/presentationml/2006/ole">
            <mc:AlternateContent xmlns:mc="http://schemas.openxmlformats.org/markup-compatibility/2006">
              <mc:Choice xmlns:v="urn:schemas-microsoft-com:vml" Requires="v">
                <p:oleObj spid="_x0000_s91" name="" r:id="rId30" imgW="736600" imgH="228600" progId="Equation.KSEE3">
                  <p:embed/>
                </p:oleObj>
              </mc:Choice>
              <mc:Fallback>
                <p:oleObj name="" r:id="rId30" imgW="736600" imgH="228600" progId="Equation.KSEE3">
                  <p:embed/>
                  <p:pic>
                    <p:nvPicPr>
                      <p:cNvPr id="0" name="图片 1024"/>
                      <p:cNvPicPr/>
                      <p:nvPr/>
                    </p:nvPicPr>
                    <p:blipFill>
                      <a:blip r:embed="rId31"/>
                      <a:stretch>
                        <a:fillRect/>
                      </a:stretch>
                    </p:blipFill>
                    <p:spPr>
                      <a:xfrm>
                        <a:off x="6885940" y="1605915"/>
                        <a:ext cx="937260" cy="292100"/>
                      </a:xfrm>
                      <a:prstGeom prst="rect">
                        <a:avLst/>
                      </a:prstGeom>
                    </p:spPr>
                  </p:pic>
                </p:oleObj>
              </mc:Fallback>
            </mc:AlternateContent>
          </a:graphicData>
        </a:graphic>
      </p:graphicFrame>
      <p:graphicFrame>
        <p:nvGraphicFramePr>
          <p:cNvPr id="93" name="对象 92">
            <a:hlinkClick r:id="" action="ppaction://ole?verb="/>
          </p:cNvPr>
          <p:cNvGraphicFramePr>
            <a:graphicFrameLocks noChangeAspect="1"/>
          </p:cNvGraphicFramePr>
          <p:nvPr/>
        </p:nvGraphicFramePr>
        <p:xfrm>
          <a:off x="7333933" y="2198053"/>
          <a:ext cx="624205" cy="213995"/>
        </p:xfrm>
        <a:graphic>
          <a:graphicData uri="http://schemas.openxmlformats.org/presentationml/2006/ole">
            <mc:AlternateContent xmlns:mc="http://schemas.openxmlformats.org/markup-compatibility/2006">
              <mc:Choice xmlns:v="urn:schemas-microsoft-com:vml" Requires="v">
                <p:oleObj spid="_x0000_s94" name="" r:id="rId32" imgW="634365" imgH="215900" progId="Equation.KSEE3">
                  <p:embed/>
                </p:oleObj>
              </mc:Choice>
              <mc:Fallback>
                <p:oleObj name="" r:id="rId32" imgW="634365" imgH="215900" progId="Equation.KSEE3">
                  <p:embed/>
                  <p:pic>
                    <p:nvPicPr>
                      <p:cNvPr id="0" name="图片 1024"/>
                      <p:cNvPicPr/>
                      <p:nvPr/>
                    </p:nvPicPr>
                    <p:blipFill>
                      <a:blip r:embed="rId33"/>
                      <a:stretch>
                        <a:fillRect/>
                      </a:stretch>
                    </p:blipFill>
                    <p:spPr>
                      <a:xfrm>
                        <a:off x="7333933" y="2198053"/>
                        <a:ext cx="624205" cy="213995"/>
                      </a:xfrm>
                      <a:prstGeom prst="rect">
                        <a:avLst/>
                      </a:prstGeom>
                    </p:spPr>
                  </p:pic>
                </p:oleObj>
              </mc:Fallback>
            </mc:AlternateContent>
          </a:graphicData>
        </a:graphic>
      </p:graphicFrame>
      <p:graphicFrame>
        <p:nvGraphicFramePr>
          <p:cNvPr id="95" name="对象 94">
            <a:hlinkClick r:id="" action="ppaction://ole?verb="/>
          </p:cNvPr>
          <p:cNvGraphicFramePr>
            <a:graphicFrameLocks noChangeAspect="1"/>
          </p:cNvGraphicFramePr>
          <p:nvPr/>
        </p:nvGraphicFramePr>
        <p:xfrm>
          <a:off x="4921568" y="1471930"/>
          <a:ext cx="1779270" cy="356235"/>
        </p:xfrm>
        <a:graphic>
          <a:graphicData uri="http://schemas.openxmlformats.org/presentationml/2006/ole">
            <mc:AlternateContent xmlns:mc="http://schemas.openxmlformats.org/markup-compatibility/2006">
              <mc:Choice xmlns:v="urn:schemas-microsoft-com:vml" Requires="v">
                <p:oleObj spid="_x0000_s96" name="" r:id="rId34" imgW="1981200" imgH="393700" progId="Equation.KSEE3">
                  <p:embed/>
                </p:oleObj>
              </mc:Choice>
              <mc:Fallback>
                <p:oleObj name="" r:id="rId34" imgW="1981200" imgH="393700" progId="Equation.KSEE3">
                  <p:embed/>
                  <p:pic>
                    <p:nvPicPr>
                      <p:cNvPr id="0" name="图片 1024"/>
                      <p:cNvPicPr/>
                      <p:nvPr/>
                    </p:nvPicPr>
                    <p:blipFill>
                      <a:blip r:embed="rId35"/>
                      <a:stretch>
                        <a:fillRect/>
                      </a:stretch>
                    </p:blipFill>
                    <p:spPr>
                      <a:xfrm>
                        <a:off x="4921568" y="1471930"/>
                        <a:ext cx="1779270" cy="356235"/>
                      </a:xfrm>
                      <a:prstGeom prst="rect">
                        <a:avLst/>
                      </a:prstGeom>
                    </p:spPr>
                  </p:pic>
                </p:oleObj>
              </mc:Fallback>
            </mc:AlternateContent>
          </a:graphicData>
        </a:graphic>
      </p:graphicFrame>
      <p:cxnSp>
        <p:nvCxnSpPr>
          <p:cNvPr id="98" name="直接箭头连接符 97"/>
          <p:cNvCxnSpPr/>
          <p:nvPr/>
        </p:nvCxnSpPr>
        <p:spPr>
          <a:xfrm flipH="1" flipV="1">
            <a:off x="4746625" y="1819275"/>
            <a:ext cx="2088000"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0" name="对象 99">
            <a:hlinkClick r:id="" action="ppaction://ole?verb="/>
          </p:cNvPr>
          <p:cNvGraphicFramePr>
            <a:graphicFrameLocks noChangeAspect="1"/>
          </p:cNvGraphicFramePr>
          <p:nvPr/>
        </p:nvGraphicFramePr>
        <p:xfrm>
          <a:off x="1115695" y="1885950"/>
          <a:ext cx="1213485" cy="633730"/>
        </p:xfrm>
        <a:graphic>
          <a:graphicData uri="http://schemas.openxmlformats.org/presentationml/2006/ole">
            <mc:AlternateContent xmlns:mc="http://schemas.openxmlformats.org/markup-compatibility/2006">
              <mc:Choice xmlns:v="urn:schemas-microsoft-com:vml" Requires="v">
                <p:oleObj spid="_x0000_s101" name="" r:id="rId36" imgW="1270000" imgH="660400" progId="Equation.KSEE3">
                  <p:embed/>
                </p:oleObj>
              </mc:Choice>
              <mc:Fallback>
                <p:oleObj name="" r:id="rId36" imgW="1270000" imgH="660400" progId="Equation.KSEE3">
                  <p:embed/>
                  <p:pic>
                    <p:nvPicPr>
                      <p:cNvPr id="0" name="图片 1024"/>
                      <p:cNvPicPr/>
                      <p:nvPr/>
                    </p:nvPicPr>
                    <p:blipFill>
                      <a:blip r:embed="rId37"/>
                      <a:stretch>
                        <a:fillRect/>
                      </a:stretch>
                    </p:blipFill>
                    <p:spPr>
                      <a:xfrm>
                        <a:off x="1115695" y="1885950"/>
                        <a:ext cx="1213485" cy="633730"/>
                      </a:xfrm>
                      <a:prstGeom prst="rect">
                        <a:avLst/>
                      </a:prstGeom>
                    </p:spPr>
                  </p:pic>
                </p:oleObj>
              </mc:Fallback>
            </mc:AlternateContent>
          </a:graphicData>
        </a:graphic>
      </p:graphicFrame>
      <p:graphicFrame>
        <p:nvGraphicFramePr>
          <p:cNvPr id="2" name="对象 1">
            <a:hlinkClick r:id="" action="ppaction://ole?verb="/>
          </p:cNvPr>
          <p:cNvGraphicFramePr>
            <a:graphicFrameLocks noChangeAspect="1"/>
          </p:cNvGraphicFramePr>
          <p:nvPr/>
        </p:nvGraphicFramePr>
        <p:xfrm>
          <a:off x="693738" y="1035685"/>
          <a:ext cx="7704455" cy="208280"/>
        </p:xfrm>
        <a:graphic>
          <a:graphicData uri="http://schemas.openxmlformats.org/presentationml/2006/ole">
            <mc:AlternateContent xmlns:mc="http://schemas.openxmlformats.org/markup-compatibility/2006">
              <mc:Choice xmlns:v="urn:schemas-microsoft-com:vml" Requires="v">
                <p:oleObj spid="_x0000_s3" name="" r:id="rId38" imgW="7556500" imgH="203200" progId="Equation.KSEE3">
                  <p:embed/>
                </p:oleObj>
              </mc:Choice>
              <mc:Fallback>
                <p:oleObj name="" r:id="rId38" imgW="7556500" imgH="203200" progId="Equation.KSEE3">
                  <p:embed/>
                  <p:pic>
                    <p:nvPicPr>
                      <p:cNvPr id="0" name="图片 1024"/>
                      <p:cNvPicPr/>
                      <p:nvPr/>
                    </p:nvPicPr>
                    <p:blipFill>
                      <a:blip r:embed="rId39"/>
                      <a:stretch>
                        <a:fillRect/>
                      </a:stretch>
                    </p:blipFill>
                    <p:spPr>
                      <a:xfrm>
                        <a:off x="693738" y="1035685"/>
                        <a:ext cx="7704455" cy="208280"/>
                      </a:xfrm>
                      <a:prstGeom prst="rect">
                        <a:avLst/>
                      </a:prstGeom>
                      <a:ln>
                        <a:noFill/>
                      </a:ln>
                    </p:spPr>
                  </p:pic>
                </p:oleObj>
              </mc:Fallback>
            </mc:AlternateContent>
          </a:graphicData>
        </a:graphic>
      </p:graphicFrame>
      <p:cxnSp>
        <p:nvCxnSpPr>
          <p:cNvPr id="5" name="直接箭头连接符 4"/>
          <p:cNvCxnSpPr/>
          <p:nvPr/>
        </p:nvCxnSpPr>
        <p:spPr>
          <a:xfrm>
            <a:off x="4551045" y="3173095"/>
            <a:ext cx="2360930" cy="845820"/>
          </a:xfrm>
          <a:prstGeom prst="straightConnector1">
            <a:avLst/>
          </a:prstGeom>
          <a:ln>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4805045" y="3552190"/>
          <a:ext cx="1221740" cy="397510"/>
        </p:xfrm>
        <a:graphic>
          <a:graphicData uri="http://schemas.openxmlformats.org/presentationml/2006/ole">
            <mc:AlternateContent xmlns:mc="http://schemas.openxmlformats.org/markup-compatibility/2006">
              <mc:Choice xmlns:v="urn:schemas-microsoft-com:vml" Requires="v">
                <p:oleObj spid="_x0000_s7" name="" r:id="rId40" imgW="1498600" imgH="482600" progId="Equation.KSEE3">
                  <p:embed/>
                </p:oleObj>
              </mc:Choice>
              <mc:Fallback>
                <p:oleObj name="" r:id="rId40" imgW="1498600" imgH="482600" progId="Equation.KSEE3">
                  <p:embed/>
                  <p:pic>
                    <p:nvPicPr>
                      <p:cNvPr id="0" name="图片 1024"/>
                      <p:cNvPicPr/>
                      <p:nvPr/>
                    </p:nvPicPr>
                    <p:blipFill>
                      <a:blip r:embed="rId41">
                        <a:duotone>
                          <a:schemeClr val="accent1">
                            <a:shade val="45000"/>
                            <a:satMod val="135000"/>
                          </a:schemeClr>
                          <a:prstClr val="white"/>
                        </a:duotone>
                      </a:blip>
                      <a:stretch>
                        <a:fillRect/>
                      </a:stretch>
                    </p:blipFill>
                    <p:spPr>
                      <a:xfrm>
                        <a:off x="4805045" y="3552190"/>
                        <a:ext cx="1221740" cy="397510"/>
                      </a:xfrm>
                      <a:prstGeom prst="rect">
                        <a:avLst/>
                      </a:prstGeom>
                      <a:ln>
                        <a:noFill/>
                      </a:ln>
                    </p:spPr>
                  </p:pic>
                </p:oleObj>
              </mc:Fallback>
            </mc:AlternateContent>
          </a:graphicData>
        </a:graphic>
      </p:graphicFrame>
      <p:cxnSp>
        <p:nvCxnSpPr>
          <p:cNvPr id="10" name="直接箭头连接符 9"/>
          <p:cNvCxnSpPr/>
          <p:nvPr/>
        </p:nvCxnSpPr>
        <p:spPr>
          <a:xfrm>
            <a:off x="4332605" y="314896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7250430" y="311848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a:off x="4337685" y="1964690"/>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a:off x="7259320" y="1922780"/>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5" name="对象 104">
            <a:hlinkClick r:id="" action="ppaction://ole?verb="/>
          </p:cNvPr>
          <p:cNvGraphicFramePr>
            <a:graphicFrameLocks noChangeAspect="1"/>
          </p:cNvGraphicFramePr>
          <p:nvPr/>
        </p:nvGraphicFramePr>
        <p:xfrm>
          <a:off x="9899968" y="2780983"/>
          <a:ext cx="1840865" cy="1286510"/>
        </p:xfrm>
        <a:graphic>
          <a:graphicData uri="http://schemas.openxmlformats.org/presentationml/2006/ole">
            <mc:AlternateContent xmlns:mc="http://schemas.openxmlformats.org/markup-compatibility/2006">
              <mc:Choice xmlns:v="urn:schemas-microsoft-com:vml" Requires="v">
                <p:oleObj spid="_x0000_s106" name="" r:id="rId42" imgW="2222500" imgH="1536700" progId="Equation.KSEE3">
                  <p:embed/>
                </p:oleObj>
              </mc:Choice>
              <mc:Fallback>
                <p:oleObj name="" r:id="rId42" imgW="2222500" imgH="1536700" progId="Equation.KSEE3">
                  <p:embed/>
                  <p:pic>
                    <p:nvPicPr>
                      <p:cNvPr id="0" name="图片 1024"/>
                      <p:cNvPicPr/>
                      <p:nvPr/>
                    </p:nvPicPr>
                    <p:blipFill>
                      <a:blip r:embed="rId43"/>
                      <a:stretch>
                        <a:fillRect/>
                      </a:stretch>
                    </p:blipFill>
                    <p:spPr>
                      <a:xfrm>
                        <a:off x="9899968" y="2780983"/>
                        <a:ext cx="1840865" cy="1286510"/>
                      </a:xfrm>
                      <a:prstGeom prst="rect">
                        <a:avLst/>
                      </a:prstGeom>
                    </p:spPr>
                  </p:pic>
                </p:oleObj>
              </mc:Fallback>
            </mc:AlternateContent>
          </a:graphicData>
        </a:graphic>
      </p:graphicFrame>
      <p:graphicFrame>
        <p:nvGraphicFramePr>
          <p:cNvPr id="22" name="对象 21">
            <a:hlinkClick r:id="" action="ppaction://ole?verb="/>
          </p:cNvPr>
          <p:cNvGraphicFramePr>
            <a:graphicFrameLocks noChangeAspect="1"/>
          </p:cNvGraphicFramePr>
          <p:nvPr/>
        </p:nvGraphicFramePr>
        <p:xfrm>
          <a:off x="268605" y="2781300"/>
          <a:ext cx="2187575" cy="1197610"/>
        </p:xfrm>
        <a:graphic>
          <a:graphicData uri="http://schemas.openxmlformats.org/presentationml/2006/ole">
            <mc:AlternateContent xmlns:mc="http://schemas.openxmlformats.org/markup-compatibility/2006">
              <mc:Choice xmlns:v="urn:schemas-microsoft-com:vml" Requires="v">
                <p:oleObj spid="_x0000_s23" name="" r:id="rId44" imgW="2857500" imgH="1548765" progId="Equation.KSEE3">
                  <p:embed/>
                </p:oleObj>
              </mc:Choice>
              <mc:Fallback>
                <p:oleObj name="" r:id="rId44" imgW="2857500" imgH="1548765" progId="Equation.KSEE3">
                  <p:embed/>
                  <p:pic>
                    <p:nvPicPr>
                      <p:cNvPr id="0" name="图片 1024"/>
                      <p:cNvPicPr/>
                      <p:nvPr/>
                    </p:nvPicPr>
                    <p:blipFill>
                      <a:blip r:embed="rId45"/>
                      <a:stretch>
                        <a:fillRect/>
                      </a:stretch>
                    </p:blipFill>
                    <p:spPr>
                      <a:xfrm>
                        <a:off x="268605" y="2781300"/>
                        <a:ext cx="2187575" cy="1197610"/>
                      </a:xfrm>
                      <a:prstGeom prst="rect">
                        <a:avLst/>
                      </a:prstGeom>
                    </p:spPr>
                  </p:pic>
                </p:oleObj>
              </mc:Fallback>
            </mc:AlternateContent>
          </a:graphicData>
        </a:graphic>
      </p:graphicFrame>
      <p:cxnSp>
        <p:nvCxnSpPr>
          <p:cNvPr id="26" name="直接连接符 25"/>
          <p:cNvCxnSpPr/>
          <p:nvPr/>
        </p:nvCxnSpPr>
        <p:spPr>
          <a:xfrm>
            <a:off x="10270490" y="2533650"/>
            <a:ext cx="0" cy="254635"/>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H="1">
            <a:off x="4514215" y="1898650"/>
            <a:ext cx="2378710" cy="86233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9" name="对象 8">
            <a:hlinkClick r:id="" action="ppaction://ole?verb="/>
          </p:cNvPr>
          <p:cNvGraphicFramePr>
            <a:graphicFrameLocks noChangeAspect="1"/>
          </p:cNvGraphicFramePr>
          <p:nvPr/>
        </p:nvGraphicFramePr>
        <p:xfrm>
          <a:off x="2810193" y="3501708"/>
          <a:ext cx="1465580" cy="354330"/>
        </p:xfrm>
        <a:graphic>
          <a:graphicData uri="http://schemas.openxmlformats.org/presentationml/2006/ole">
            <mc:AlternateContent xmlns:mc="http://schemas.openxmlformats.org/markup-compatibility/2006">
              <mc:Choice xmlns:v="urn:schemas-microsoft-com:vml" Requires="v">
                <p:oleObj spid="_x0000_s11" name="" r:id="rId46" imgW="1739900" imgH="419100" progId="Equation.KSEE3">
                  <p:embed/>
                </p:oleObj>
              </mc:Choice>
              <mc:Fallback>
                <p:oleObj name="" r:id="rId46" imgW="1739900" imgH="419100" progId="Equation.KSEE3">
                  <p:embed/>
                  <p:pic>
                    <p:nvPicPr>
                      <p:cNvPr id="0" name="图片 1024"/>
                      <p:cNvPicPr/>
                      <p:nvPr/>
                    </p:nvPicPr>
                    <p:blipFill>
                      <a:blip r:embed="rId47">
                        <a:duotone>
                          <a:schemeClr val="accent4">
                            <a:shade val="45000"/>
                            <a:satMod val="135000"/>
                          </a:schemeClr>
                          <a:prstClr val="white"/>
                        </a:duotone>
                      </a:blip>
                      <a:stretch>
                        <a:fillRect/>
                      </a:stretch>
                    </p:blipFill>
                    <p:spPr>
                      <a:xfrm>
                        <a:off x="2810193" y="3501708"/>
                        <a:ext cx="1465580" cy="354330"/>
                      </a:xfrm>
                      <a:prstGeom prst="rect">
                        <a:avLst/>
                      </a:prstGeom>
                    </p:spPr>
                  </p:pic>
                </p:oleObj>
              </mc:Fallback>
            </mc:AlternateContent>
          </a:graphicData>
        </a:graphic>
      </p:graphicFrame>
      <p:graphicFrame>
        <p:nvGraphicFramePr>
          <p:cNvPr id="33" name="对象 32">
            <a:hlinkClick r:id="" action="ppaction://ole?verb="/>
          </p:cNvPr>
          <p:cNvGraphicFramePr>
            <a:graphicFrameLocks noChangeAspect="1"/>
          </p:cNvGraphicFramePr>
          <p:nvPr/>
        </p:nvGraphicFramePr>
        <p:xfrm>
          <a:off x="7357110" y="3525203"/>
          <a:ext cx="1346835" cy="368935"/>
        </p:xfrm>
        <a:graphic>
          <a:graphicData uri="http://schemas.openxmlformats.org/presentationml/2006/ole">
            <mc:AlternateContent xmlns:mc="http://schemas.openxmlformats.org/markup-compatibility/2006">
              <mc:Choice xmlns:v="urn:schemas-microsoft-com:vml" Requires="v">
                <p:oleObj spid="_x0000_s34" name="" r:id="rId48" imgW="1536700" imgH="419100" progId="Equation.KSEE3">
                  <p:embed/>
                </p:oleObj>
              </mc:Choice>
              <mc:Fallback>
                <p:oleObj name="" r:id="rId48" imgW="1536700" imgH="419100" progId="Equation.KSEE3">
                  <p:embed/>
                  <p:pic>
                    <p:nvPicPr>
                      <p:cNvPr id="0" name="图片 1024"/>
                      <p:cNvPicPr/>
                      <p:nvPr/>
                    </p:nvPicPr>
                    <p:blipFill>
                      <a:blip r:embed="rId49">
                        <a:duotone>
                          <a:schemeClr val="accent4">
                            <a:shade val="45000"/>
                            <a:satMod val="135000"/>
                          </a:schemeClr>
                          <a:prstClr val="white"/>
                        </a:duotone>
                      </a:blip>
                      <a:stretch>
                        <a:fillRect/>
                      </a:stretch>
                    </p:blipFill>
                    <p:spPr>
                      <a:xfrm>
                        <a:off x="7357110" y="3525203"/>
                        <a:ext cx="1346835" cy="368935"/>
                      </a:xfrm>
                      <a:prstGeom prst="rect">
                        <a:avLst/>
                      </a:prstGeom>
                    </p:spPr>
                  </p:pic>
                </p:oleObj>
              </mc:Fallback>
            </mc:AlternateContent>
          </a:graphicData>
        </a:graphic>
      </p:graphicFrame>
      <p:cxnSp>
        <p:nvCxnSpPr>
          <p:cNvPr id="12" name="直接箭头连接符 11"/>
          <p:cNvCxnSpPr/>
          <p:nvPr/>
        </p:nvCxnSpPr>
        <p:spPr>
          <a:xfrm rot="16200000">
            <a:off x="8066772" y="2848878"/>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rot="16200000">
            <a:off x="3698607" y="2848878"/>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sp>
        <p:nvSpPr>
          <p:cNvPr id="30" name="文本框 29"/>
          <p:cNvSpPr txBox="1"/>
          <p:nvPr/>
        </p:nvSpPr>
        <p:spPr>
          <a:xfrm>
            <a:off x="736600" y="4824095"/>
            <a:ext cx="2677160" cy="337185"/>
          </a:xfrm>
          <a:prstGeom prst="rect">
            <a:avLst/>
          </a:prstGeom>
          <a:noFill/>
        </p:spPr>
        <p:txBody>
          <a:bodyPr wrap="square" rtlCol="0">
            <a:spAutoFit/>
          </a:bodyPr>
          <a:p>
            <a:r>
              <a:rPr lang="zh-CN" altLang="en-US" sz="1600"/>
              <a:t>介质中的时变</a:t>
            </a:r>
            <a:r>
              <a:rPr lang="zh-CN" altLang="en-US" sz="1600"/>
              <a:t>电磁场的计算</a:t>
            </a:r>
            <a:endParaRPr lang="zh-CN" altLang="en-US" sz="1600"/>
          </a:p>
        </p:txBody>
      </p:sp>
      <p:sp>
        <p:nvSpPr>
          <p:cNvPr id="36" name="文本框 35"/>
          <p:cNvSpPr txBox="1"/>
          <p:nvPr/>
        </p:nvSpPr>
        <p:spPr>
          <a:xfrm>
            <a:off x="736600" y="5170805"/>
            <a:ext cx="10316845" cy="1065530"/>
          </a:xfrm>
          <a:prstGeom prst="rect">
            <a:avLst/>
          </a:prstGeom>
          <a:noFill/>
        </p:spPr>
        <p:txBody>
          <a:bodyPr wrap="square" rtlCol="0">
            <a:spAutoFit/>
          </a:bodyPr>
          <a:p>
            <a:pPr indent="0" algn="l" fontAlgn="auto">
              <a:lnSpc>
                <a:spcPts val="1900"/>
              </a:lnSpc>
              <a:buClrTx/>
              <a:buSzTx/>
              <a:buFontTx/>
            </a:pP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当空间中存在介质时，我们同样可以通过求解关于磁矢位的波动方程</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来计算电磁场，不过考虑到这是一个矢量方程，我们不如直接</a:t>
            </a:r>
            <a:endParaRPr lang="zh-CN" altLang="en-US" sz="1200">
              <a:latin typeface="宋体" panose="02010600030101010101" pitchFamily="2" charset="-122"/>
              <a:ea typeface="宋体" panose="02010600030101010101" pitchFamily="2" charset="-122"/>
            </a:endParaRPr>
          </a:p>
          <a:p>
            <a:pPr indent="0" algn="l" fontAlgn="auto">
              <a:lnSpc>
                <a:spcPts val="1900"/>
              </a:lnSpc>
              <a:buClrTx/>
              <a:buSzTx/>
              <a:buFontTx/>
            </a:pPr>
            <a:r>
              <a:rPr lang="zh-CN" altLang="en-US" sz="1200">
                <a:latin typeface="宋体" panose="02010600030101010101" pitchFamily="2" charset="-122"/>
                <a:ea typeface="宋体" panose="02010600030101010101" pitchFamily="2" charset="-122"/>
              </a:rPr>
              <a:t>求解关于磁场的波动方程</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来计算电磁场。由于在很多场景下，区域内部的场源为</a:t>
            </a:r>
            <a:r>
              <a:rPr lang="en-US" altLang="zh-CN" sz="1200">
                <a:latin typeface="宋体" panose="02010600030101010101" pitchFamily="2" charset="-122"/>
                <a:ea typeface="宋体" panose="02010600030101010101" pitchFamily="2" charset="-122"/>
              </a:rPr>
              <a:t>0</a:t>
            </a:r>
            <a:r>
              <a:rPr lang="zh-CN" altLang="en-US" sz="1200">
                <a:latin typeface="宋体" panose="02010600030101010101" pitchFamily="2" charset="-122"/>
                <a:ea typeface="宋体" panose="02010600030101010101" pitchFamily="2" charset="-122"/>
              </a:rPr>
              <a:t>，比如在空气中传播的电磁场</a:t>
            </a:r>
            <a:r>
              <a:rPr lang="zh-CN" altLang="en-US" sz="1200">
                <a:latin typeface="宋体" panose="02010600030101010101" pitchFamily="2" charset="-122"/>
                <a:ea typeface="宋体" panose="02010600030101010101" pitchFamily="2" charset="-122"/>
                <a:sym typeface="+mn-ea"/>
              </a:rPr>
              <a:t>，或者</a:t>
            </a:r>
            <a:r>
              <a:rPr lang="zh-CN" altLang="en-US" sz="1200">
                <a:latin typeface="宋体" panose="02010600030101010101" pitchFamily="2" charset="-122"/>
                <a:ea typeface="宋体" panose="02010600030101010101" pitchFamily="2" charset="-122"/>
              </a:rPr>
              <a:t>波导管、谐振腔中的电磁场，此时这个方程就简化为</a:t>
            </a:r>
            <a:r>
              <a:rPr lang="zh-CN" altLang="en-US" sz="1200">
                <a:latin typeface="宋体" panose="02010600030101010101" pitchFamily="2" charset="-122"/>
                <a:ea typeface="宋体" panose="02010600030101010101" pitchFamily="2" charset="-122"/>
              </a:rPr>
              <a:t>了齐次波动</a:t>
            </a:r>
            <a:r>
              <a:rPr lang="zh-CN" altLang="en-US" sz="1200">
                <a:latin typeface="宋体" panose="02010600030101010101" pitchFamily="2" charset="-122"/>
                <a:ea typeface="宋体" panose="02010600030101010101" pitchFamily="2" charset="-122"/>
              </a:rPr>
              <a:t>方程。</a:t>
            </a:r>
            <a:endParaRPr lang="zh-CN" altLang="en-US" sz="1200">
              <a:latin typeface="宋体" panose="02010600030101010101" pitchFamily="2" charset="-122"/>
              <a:ea typeface="宋体" panose="02010600030101010101" pitchFamily="2" charset="-122"/>
            </a:endParaRPr>
          </a:p>
          <a:p>
            <a:pPr indent="0" algn="l" fontAlgn="auto">
              <a:lnSpc>
                <a:spcPts val="1900"/>
              </a:lnSpc>
              <a:buClrTx/>
              <a:buSzTx/>
              <a:buFontTx/>
            </a:pP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这种解析方法同样只适用于形状较为简单的介质，对于复杂介质，还是要借助计算机数值</a:t>
            </a:r>
            <a:r>
              <a:rPr lang="zh-CN" altLang="en-US" sz="1200">
                <a:latin typeface="宋体" panose="02010600030101010101" pitchFamily="2" charset="-122"/>
                <a:ea typeface="宋体" panose="02010600030101010101" pitchFamily="2" charset="-122"/>
              </a:rPr>
              <a:t>求解。</a:t>
            </a:r>
            <a:endParaRPr lang="zh-CN" altLang="en-US" sz="1200">
              <a:latin typeface="宋体" panose="02010600030101010101" pitchFamily="2" charset="-122"/>
              <a:ea typeface="宋体" panose="02010600030101010101" pitchFamily="2" charset="-122"/>
            </a:endParaRPr>
          </a:p>
        </p:txBody>
      </p:sp>
      <p:cxnSp>
        <p:nvCxnSpPr>
          <p:cNvPr id="97" name="直接连接符 96"/>
          <p:cNvCxnSpPr/>
          <p:nvPr/>
        </p:nvCxnSpPr>
        <p:spPr>
          <a:xfrm>
            <a:off x="8774430" y="3738245"/>
            <a:ext cx="1116000"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104" name="直接连接符 103"/>
          <p:cNvCxnSpPr/>
          <p:nvPr/>
        </p:nvCxnSpPr>
        <p:spPr>
          <a:xfrm>
            <a:off x="1679575" y="2560955"/>
            <a:ext cx="0" cy="254635"/>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107" name="直接连接符 106"/>
          <p:cNvCxnSpPr/>
          <p:nvPr/>
        </p:nvCxnSpPr>
        <p:spPr>
          <a:xfrm flipH="1">
            <a:off x="1431925" y="3686810"/>
            <a:ext cx="1348105"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graphicFrame>
        <p:nvGraphicFramePr>
          <p:cNvPr id="108" name="对象 107">
            <a:hlinkClick r:id="" action="ppaction://ole?verb="/>
          </p:cNvPr>
          <p:cNvGraphicFramePr>
            <a:graphicFrameLocks noChangeAspect="1"/>
          </p:cNvGraphicFramePr>
          <p:nvPr/>
        </p:nvGraphicFramePr>
        <p:xfrm>
          <a:off x="2531110" y="5410518"/>
          <a:ext cx="1346835" cy="368935"/>
        </p:xfrm>
        <a:graphic>
          <a:graphicData uri="http://schemas.openxmlformats.org/presentationml/2006/ole">
            <mc:AlternateContent xmlns:mc="http://schemas.openxmlformats.org/markup-compatibility/2006">
              <mc:Choice xmlns:v="urn:schemas-microsoft-com:vml" Requires="v">
                <p:oleObj spid="_x0000_s109" name="" r:id="rId50" imgW="1536700" imgH="419100" progId="Equation.KSEE3">
                  <p:embed/>
                </p:oleObj>
              </mc:Choice>
              <mc:Fallback>
                <p:oleObj name="" r:id="rId50" imgW="1536700" imgH="419100" progId="Equation.KSEE3">
                  <p:embed/>
                  <p:pic>
                    <p:nvPicPr>
                      <p:cNvPr id="0" name="图片 1024"/>
                      <p:cNvPicPr/>
                      <p:nvPr/>
                    </p:nvPicPr>
                    <p:blipFill>
                      <a:blip r:embed="rId49"/>
                      <a:stretch>
                        <a:fillRect/>
                      </a:stretch>
                    </p:blipFill>
                    <p:spPr>
                      <a:xfrm>
                        <a:off x="2531110" y="5410518"/>
                        <a:ext cx="1346835" cy="368935"/>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5558790" y="5144135"/>
          <a:ext cx="1141095" cy="363855"/>
        </p:xfrm>
        <a:graphic>
          <a:graphicData uri="http://schemas.openxmlformats.org/presentationml/2006/ole">
            <mc:AlternateContent xmlns:mc="http://schemas.openxmlformats.org/markup-compatibility/2006">
              <mc:Choice xmlns:v="urn:schemas-microsoft-com:vml" Requires="v">
                <p:oleObj spid="_x0000_s27" name="" r:id="rId51" imgW="1320165" imgH="419100" progId="Equation.KSEE3">
                  <p:embed/>
                </p:oleObj>
              </mc:Choice>
              <mc:Fallback>
                <p:oleObj name="" r:id="rId51" imgW="1320165" imgH="419100" progId="Equation.KSEE3">
                  <p:embed/>
                  <p:pic>
                    <p:nvPicPr>
                      <p:cNvPr id="0" name="图片 1024"/>
                      <p:cNvPicPr/>
                      <p:nvPr/>
                    </p:nvPicPr>
                    <p:blipFill>
                      <a:blip r:embed="rId52"/>
                      <a:stretch>
                        <a:fillRect/>
                      </a:stretch>
                    </p:blipFill>
                    <p:spPr>
                      <a:xfrm>
                        <a:off x="5558790" y="5144135"/>
                        <a:ext cx="1141095" cy="363855"/>
                      </a:xfrm>
                      <a:prstGeom prst="rect">
                        <a:avLst/>
                      </a:prstGeom>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文本框 3"/>
          <p:cNvSpPr txBox="1"/>
          <p:nvPr/>
        </p:nvSpPr>
        <p:spPr>
          <a:xfrm>
            <a:off x="725805" y="6085840"/>
            <a:ext cx="10740390" cy="275590"/>
          </a:xfrm>
          <a:prstGeom prst="rect">
            <a:avLst/>
          </a:prstGeom>
          <a:noFill/>
        </p:spPr>
        <p:txBody>
          <a:bodyPr wrap="square" rtlCol="0">
            <a:spAutoFit/>
          </a:bodyPr>
          <a:p>
            <a:r>
              <a:rPr lang="en-US" altLang="zh-CN" sz="1200">
                <a:latin typeface="宋体" panose="02010600030101010101" pitchFamily="2" charset="-122"/>
                <a:ea typeface="宋体" panose="02010600030101010101" pitchFamily="2" charset="-122"/>
                <a:cs typeface="宋体" panose="02010600030101010101" pitchFamily="2" charset="-122"/>
              </a:rPr>
              <a:t>  </a:t>
            </a:r>
            <a:r>
              <a:rPr lang="zh-CN" altLang="en-US" sz="1200">
                <a:latin typeface="宋体" panose="02010600030101010101" pitchFamily="2" charset="-122"/>
                <a:ea typeface="宋体" panose="02010600030101010101" pitchFamily="2" charset="-122"/>
                <a:cs typeface="宋体" panose="02010600030101010101" pitchFamily="2" charset="-122"/>
              </a:rPr>
              <a:t>可以看到，使用复数形式描述正弦电磁场，可以将</a:t>
            </a:r>
            <a:r>
              <a:rPr lang="en-US" altLang="zh-CN" sz="1200">
                <a:latin typeface="宋体" panose="02010600030101010101" pitchFamily="2" charset="-122"/>
                <a:ea typeface="宋体" panose="02010600030101010101" pitchFamily="2" charset="-122"/>
                <a:cs typeface="宋体" panose="02010600030101010101" pitchFamily="2" charset="-122"/>
              </a:rPr>
              <a:t>  </a:t>
            </a:r>
            <a:r>
              <a:rPr lang="zh-CN" altLang="en-US" sz="1200">
                <a:latin typeface="宋体" panose="02010600030101010101" pitchFamily="2" charset="-122"/>
                <a:ea typeface="宋体" panose="02010600030101010101" pitchFamily="2" charset="-122"/>
                <a:cs typeface="宋体" panose="02010600030101010101" pitchFamily="2" charset="-122"/>
              </a:rPr>
              <a:t>运算转化为乘以</a:t>
            </a:r>
            <a:r>
              <a:rPr lang="en-US" altLang="zh-CN" sz="1200">
                <a:latin typeface="宋体" panose="02010600030101010101" pitchFamily="2" charset="-122"/>
                <a:ea typeface="宋体" panose="02010600030101010101" pitchFamily="2" charset="-122"/>
                <a:cs typeface="宋体" panose="02010600030101010101" pitchFamily="2" charset="-122"/>
              </a:rPr>
              <a:t>   </a:t>
            </a:r>
            <a:r>
              <a:rPr lang="zh-CN" altLang="en-US" sz="1200">
                <a:latin typeface="宋体" panose="02010600030101010101" pitchFamily="2" charset="-122"/>
                <a:ea typeface="宋体" panose="02010600030101010101" pitchFamily="2" charset="-122"/>
                <a:cs typeface="宋体" panose="02010600030101010101" pitchFamily="2" charset="-122"/>
              </a:rPr>
              <a:t>，这样我们就剥离了时间</a:t>
            </a:r>
            <a:r>
              <a:rPr lang="en-US" altLang="zh-CN" sz="1200">
                <a:latin typeface="宋体" panose="02010600030101010101" pitchFamily="2" charset="-122"/>
                <a:ea typeface="宋体" panose="02010600030101010101" pitchFamily="2" charset="-122"/>
                <a:cs typeface="宋体" panose="02010600030101010101" pitchFamily="2" charset="-122"/>
              </a:rPr>
              <a:t>t</a:t>
            </a:r>
            <a:r>
              <a:rPr lang="zh-CN" altLang="en-US" sz="1200">
                <a:latin typeface="宋体" panose="02010600030101010101" pitchFamily="2" charset="-122"/>
                <a:ea typeface="宋体" panose="02010600030101010101" pitchFamily="2" charset="-122"/>
                <a:cs typeface="宋体" panose="02010600030101010101" pitchFamily="2" charset="-122"/>
              </a:rPr>
              <a:t>的影响，从而将波动方程转化为更简单的亥姆霍兹方程。</a:t>
            </a:r>
            <a:endParaRPr lang="zh-CN" altLang="en-US" sz="120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2" name="对象 1">
            <a:hlinkClick r:id="" action="ppaction://ole?verb="/>
          </p:cNvPr>
          <p:cNvGraphicFramePr>
            <a:graphicFrameLocks noChangeAspect="1"/>
          </p:cNvGraphicFramePr>
          <p:nvPr/>
        </p:nvGraphicFramePr>
        <p:xfrm>
          <a:off x="631190" y="831215"/>
          <a:ext cx="8823325" cy="1490345"/>
        </p:xfrm>
        <a:graphic>
          <a:graphicData uri="http://schemas.openxmlformats.org/presentationml/2006/ole">
            <mc:AlternateContent xmlns:mc="http://schemas.openxmlformats.org/markup-compatibility/2006">
              <mc:Choice xmlns:v="urn:schemas-microsoft-com:vml" Requires="v">
                <p:oleObj spid="_x0000_s3" name="" r:id="rId1" imgW="9080500" imgH="1524000" progId="Equation.KSEE3">
                  <p:embed/>
                </p:oleObj>
              </mc:Choice>
              <mc:Fallback>
                <p:oleObj name="" r:id="rId1" imgW="9080500" imgH="1524000" progId="Equation.KSEE3">
                  <p:embed/>
                  <p:pic>
                    <p:nvPicPr>
                      <p:cNvPr id="0" name="图片 1024"/>
                      <p:cNvPicPr/>
                      <p:nvPr/>
                    </p:nvPicPr>
                    <p:blipFill>
                      <a:blip r:embed="rId2"/>
                      <a:stretch>
                        <a:fillRect/>
                      </a:stretch>
                    </p:blipFill>
                    <p:spPr>
                      <a:xfrm>
                        <a:off x="631190" y="831215"/>
                        <a:ext cx="8823325" cy="1490345"/>
                      </a:xfrm>
                      <a:prstGeom prst="rect">
                        <a:avLst/>
                      </a:prstGeom>
                      <a:ln>
                        <a:noFill/>
                      </a:ln>
                    </p:spPr>
                  </p:pic>
                </p:oleObj>
              </mc:Fallback>
            </mc:AlternateContent>
          </a:graphicData>
        </a:graphic>
      </p:graphicFrame>
      <p:pic>
        <p:nvPicPr>
          <p:cNvPr id="102" name="图片 101"/>
          <p:cNvPicPr>
            <a:picLocks noChangeAspect="1"/>
          </p:cNvPicPr>
          <p:nvPr/>
        </p:nvPicPr>
        <p:blipFill>
          <a:blip r:embed="rId3"/>
          <a:stretch>
            <a:fillRect/>
          </a:stretch>
        </p:blipFill>
        <p:spPr>
          <a:xfrm flipH="1">
            <a:off x="2413635" y="2763520"/>
            <a:ext cx="1409065" cy="2485390"/>
          </a:xfrm>
          <a:prstGeom prst="rect">
            <a:avLst/>
          </a:prstGeom>
        </p:spPr>
      </p:pic>
      <p:pic>
        <p:nvPicPr>
          <p:cNvPr id="99" name="图片 98"/>
          <p:cNvPicPr>
            <a:picLocks noChangeAspect="1"/>
          </p:cNvPicPr>
          <p:nvPr/>
        </p:nvPicPr>
        <p:blipFill>
          <a:blip r:embed="rId3"/>
          <a:stretch>
            <a:fillRect/>
          </a:stretch>
        </p:blipFill>
        <p:spPr>
          <a:xfrm>
            <a:off x="8171180" y="2736850"/>
            <a:ext cx="1433195" cy="2531110"/>
          </a:xfrm>
          <a:prstGeom prst="rect">
            <a:avLst/>
          </a:prstGeom>
        </p:spPr>
      </p:pic>
      <p:graphicFrame>
        <p:nvGraphicFramePr>
          <p:cNvPr id="5" name="对象 4">
            <a:hlinkClick r:id="" action="ppaction://ole?verb="/>
          </p:cNvPr>
          <p:cNvGraphicFramePr>
            <a:graphicFrameLocks noChangeAspect="1"/>
          </p:cNvGraphicFramePr>
          <p:nvPr/>
        </p:nvGraphicFramePr>
        <p:xfrm>
          <a:off x="3889375" y="5046345"/>
          <a:ext cx="949325" cy="278765"/>
        </p:xfrm>
        <a:graphic>
          <a:graphicData uri="http://schemas.openxmlformats.org/presentationml/2006/ole">
            <mc:AlternateContent xmlns:mc="http://schemas.openxmlformats.org/markup-compatibility/2006">
              <mc:Choice xmlns:v="urn:schemas-microsoft-com:vml" Requires="v">
                <p:oleObj spid="_x0000_s17" name="" r:id="rId4" imgW="736600" imgH="215900" progId="Equation.KSEE3">
                  <p:embed/>
                </p:oleObj>
              </mc:Choice>
              <mc:Fallback>
                <p:oleObj name="" r:id="rId4" imgW="736600" imgH="215900" progId="Equation.KSEE3">
                  <p:embed/>
                  <p:pic>
                    <p:nvPicPr>
                      <p:cNvPr id="0" name="图片 1024"/>
                      <p:cNvPicPr/>
                      <p:nvPr/>
                    </p:nvPicPr>
                    <p:blipFill>
                      <a:blip r:embed="rId5"/>
                      <a:stretch>
                        <a:fillRect/>
                      </a:stretch>
                    </p:blipFill>
                    <p:spPr>
                      <a:xfrm>
                        <a:off x="3889375" y="5046345"/>
                        <a:ext cx="949325" cy="278765"/>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3851275" y="3816668"/>
          <a:ext cx="946785" cy="328295"/>
        </p:xfrm>
        <a:graphic>
          <a:graphicData uri="http://schemas.openxmlformats.org/presentationml/2006/ole">
            <mc:AlternateContent xmlns:mc="http://schemas.openxmlformats.org/markup-compatibility/2006">
              <mc:Choice xmlns:v="urn:schemas-microsoft-com:vml" Requires="v">
                <p:oleObj spid="_x0000_s19" name="" r:id="rId6" imgW="736600" imgH="254000" progId="Equation.KSEE3">
                  <p:embed/>
                </p:oleObj>
              </mc:Choice>
              <mc:Fallback>
                <p:oleObj name="" r:id="rId6" imgW="736600" imgH="254000" progId="Equation.KSEE3">
                  <p:embed/>
                  <p:pic>
                    <p:nvPicPr>
                      <p:cNvPr id="0" name="图片 1024"/>
                      <p:cNvPicPr/>
                      <p:nvPr/>
                    </p:nvPicPr>
                    <p:blipFill>
                      <a:blip r:embed="rId7"/>
                      <a:stretch>
                        <a:fillRect/>
                      </a:stretch>
                    </p:blipFill>
                    <p:spPr>
                      <a:xfrm>
                        <a:off x="3851275" y="3816668"/>
                        <a:ext cx="946785" cy="328295"/>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4168775" y="2682240"/>
          <a:ext cx="525145" cy="264795"/>
        </p:xfrm>
        <a:graphic>
          <a:graphicData uri="http://schemas.openxmlformats.org/presentationml/2006/ole">
            <mc:AlternateContent xmlns:mc="http://schemas.openxmlformats.org/markup-compatibility/2006">
              <mc:Choice xmlns:v="urn:schemas-microsoft-com:vml" Requires="v">
                <p:oleObj spid="_x0000_s21" name="" r:id="rId8" imgW="431800" imgH="215900" progId="Equation.KSEE3">
                  <p:embed/>
                </p:oleObj>
              </mc:Choice>
              <mc:Fallback>
                <p:oleObj name="" r:id="rId8" imgW="431800" imgH="215900" progId="Equation.KSEE3">
                  <p:embed/>
                  <p:pic>
                    <p:nvPicPr>
                      <p:cNvPr id="0" name="图片 1024"/>
                      <p:cNvPicPr/>
                      <p:nvPr/>
                    </p:nvPicPr>
                    <p:blipFill>
                      <a:blip r:embed="rId9"/>
                      <a:stretch>
                        <a:fillRect/>
                      </a:stretch>
                    </p:blipFill>
                    <p:spPr>
                      <a:xfrm>
                        <a:off x="4168775" y="2682240"/>
                        <a:ext cx="525145" cy="264795"/>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2974975" y="4226560"/>
          <a:ext cx="1370330" cy="245110"/>
        </p:xfrm>
        <a:graphic>
          <a:graphicData uri="http://schemas.openxmlformats.org/presentationml/2006/ole">
            <mc:AlternateContent xmlns:mc="http://schemas.openxmlformats.org/markup-compatibility/2006">
              <mc:Choice xmlns:v="urn:schemas-microsoft-com:vml" Requires="v">
                <p:oleObj spid="_x0000_s35" name="" r:id="rId10" imgW="1498600" imgH="266700" progId="Equation.KSEE3">
                  <p:embed/>
                </p:oleObj>
              </mc:Choice>
              <mc:Fallback>
                <p:oleObj name="" r:id="rId10" imgW="1498600" imgH="266700" progId="Equation.KSEE3">
                  <p:embed/>
                  <p:pic>
                    <p:nvPicPr>
                      <p:cNvPr id="0" name="图片 1024"/>
                      <p:cNvPicPr/>
                      <p:nvPr/>
                    </p:nvPicPr>
                    <p:blipFill>
                      <a:blip r:embed="rId11">
                        <a:duotone>
                          <a:schemeClr val="accent2">
                            <a:shade val="45000"/>
                            <a:satMod val="135000"/>
                          </a:schemeClr>
                          <a:prstClr val="white"/>
                        </a:duotone>
                      </a:blip>
                      <a:stretch>
                        <a:fillRect/>
                      </a:stretch>
                    </p:blipFill>
                    <p:spPr>
                      <a:xfrm>
                        <a:off x="2974975" y="4226560"/>
                        <a:ext cx="1370330" cy="245110"/>
                      </a:xfrm>
                      <a:prstGeom prst="rect">
                        <a:avLst/>
                      </a:prstGeom>
                    </p:spPr>
                  </p:pic>
                </p:oleObj>
              </mc:Fallback>
            </mc:AlternateContent>
          </a:graphicData>
        </a:graphic>
      </p:graphicFrame>
      <p:graphicFrame>
        <p:nvGraphicFramePr>
          <p:cNvPr id="49" name="对象 48">
            <a:hlinkClick r:id="" action="ppaction://ole?verb="/>
          </p:cNvPr>
          <p:cNvGraphicFramePr>
            <a:graphicFrameLocks noChangeAspect="1"/>
          </p:cNvGraphicFramePr>
          <p:nvPr/>
        </p:nvGraphicFramePr>
        <p:xfrm>
          <a:off x="4480560" y="3220720"/>
          <a:ext cx="915035" cy="247015"/>
        </p:xfrm>
        <a:graphic>
          <a:graphicData uri="http://schemas.openxmlformats.org/presentationml/2006/ole">
            <mc:AlternateContent xmlns:mc="http://schemas.openxmlformats.org/markup-compatibility/2006">
              <mc:Choice xmlns:v="urn:schemas-microsoft-com:vml" Requires="v">
                <p:oleObj spid="_x0000_s50" name="" r:id="rId12" imgW="1002665" imgH="266700" progId="Equation.KSEE3">
                  <p:embed/>
                </p:oleObj>
              </mc:Choice>
              <mc:Fallback>
                <p:oleObj name="" r:id="rId12" imgW="1002665" imgH="266700" progId="Equation.KSEE3">
                  <p:embed/>
                  <p:pic>
                    <p:nvPicPr>
                      <p:cNvPr id="0" name="图片 1024"/>
                      <p:cNvPicPr/>
                      <p:nvPr/>
                    </p:nvPicPr>
                    <p:blipFill>
                      <a:blip r:embed="rId13"/>
                      <a:stretch>
                        <a:fillRect/>
                      </a:stretch>
                    </p:blipFill>
                    <p:spPr>
                      <a:xfrm>
                        <a:off x="4480560" y="3220720"/>
                        <a:ext cx="915035" cy="247015"/>
                      </a:xfrm>
                      <a:prstGeom prst="rect">
                        <a:avLst/>
                      </a:prstGeom>
                    </p:spPr>
                  </p:pic>
                </p:oleObj>
              </mc:Fallback>
            </mc:AlternateContent>
          </a:graphicData>
        </a:graphic>
      </p:graphicFrame>
      <p:graphicFrame>
        <p:nvGraphicFramePr>
          <p:cNvPr id="53" name="对象 52">
            <a:hlinkClick r:id="" action="ppaction://ole?verb="/>
          </p:cNvPr>
          <p:cNvGraphicFramePr>
            <a:graphicFrameLocks noChangeAspect="1"/>
          </p:cNvGraphicFramePr>
          <p:nvPr/>
        </p:nvGraphicFramePr>
        <p:xfrm>
          <a:off x="9528810" y="2971800"/>
          <a:ext cx="1276985" cy="508635"/>
        </p:xfrm>
        <a:graphic>
          <a:graphicData uri="http://schemas.openxmlformats.org/presentationml/2006/ole">
            <mc:AlternateContent xmlns:mc="http://schemas.openxmlformats.org/markup-compatibility/2006">
              <mc:Choice xmlns:v="urn:schemas-microsoft-com:vml" Requires="v">
                <p:oleObj spid="_x0000_s54" name="" r:id="rId14" imgW="1282700" imgH="508000" progId="Equation.KSEE3">
                  <p:embed/>
                </p:oleObj>
              </mc:Choice>
              <mc:Fallback>
                <p:oleObj name="" r:id="rId14" imgW="1282700" imgH="508000" progId="Equation.KSEE3">
                  <p:embed/>
                  <p:pic>
                    <p:nvPicPr>
                      <p:cNvPr id="0" name="图片 1024"/>
                      <p:cNvPicPr/>
                      <p:nvPr/>
                    </p:nvPicPr>
                    <p:blipFill>
                      <a:blip r:embed="rId15"/>
                      <a:stretch>
                        <a:fillRect/>
                      </a:stretch>
                    </p:blipFill>
                    <p:spPr>
                      <a:xfrm>
                        <a:off x="9528810" y="2971800"/>
                        <a:ext cx="1276985" cy="508635"/>
                      </a:xfrm>
                      <a:prstGeom prst="rect">
                        <a:avLst/>
                      </a:prstGeom>
                    </p:spPr>
                  </p:pic>
                </p:oleObj>
              </mc:Fallback>
            </mc:AlternateContent>
          </a:graphicData>
        </a:graphic>
      </p:graphicFrame>
      <p:graphicFrame>
        <p:nvGraphicFramePr>
          <p:cNvPr id="55" name="对象 54">
            <a:hlinkClick r:id="" action="ppaction://ole?verb="/>
          </p:cNvPr>
          <p:cNvGraphicFramePr>
            <a:graphicFrameLocks noChangeAspect="1"/>
          </p:cNvGraphicFramePr>
          <p:nvPr/>
        </p:nvGraphicFramePr>
        <p:xfrm>
          <a:off x="7022465" y="5003165"/>
          <a:ext cx="959485" cy="337820"/>
        </p:xfrm>
        <a:graphic>
          <a:graphicData uri="http://schemas.openxmlformats.org/presentationml/2006/ole">
            <mc:AlternateContent xmlns:mc="http://schemas.openxmlformats.org/markup-compatibility/2006">
              <mc:Choice xmlns:v="urn:schemas-microsoft-com:vml" Requires="v">
                <p:oleObj spid="_x0000_s56" name="" r:id="rId16" imgW="723900" imgH="254000" progId="Equation.KSEE3">
                  <p:embed/>
                </p:oleObj>
              </mc:Choice>
              <mc:Fallback>
                <p:oleObj name="" r:id="rId16" imgW="723900" imgH="254000" progId="Equation.KSEE3">
                  <p:embed/>
                  <p:pic>
                    <p:nvPicPr>
                      <p:cNvPr id="0" name="图片 1024"/>
                      <p:cNvPicPr/>
                      <p:nvPr/>
                    </p:nvPicPr>
                    <p:blipFill>
                      <a:blip r:embed="rId17"/>
                      <a:stretch>
                        <a:fillRect/>
                      </a:stretch>
                    </p:blipFill>
                    <p:spPr>
                      <a:xfrm>
                        <a:off x="7022465" y="5003165"/>
                        <a:ext cx="959485" cy="337820"/>
                      </a:xfrm>
                      <a:prstGeom prst="rect">
                        <a:avLst/>
                      </a:prstGeom>
                    </p:spPr>
                  </p:pic>
                </p:oleObj>
              </mc:Fallback>
            </mc:AlternateContent>
          </a:graphicData>
        </a:graphic>
      </p:graphicFrame>
      <p:graphicFrame>
        <p:nvGraphicFramePr>
          <p:cNvPr id="57" name="对象 56">
            <a:hlinkClick r:id="" action="ppaction://ole?verb="/>
          </p:cNvPr>
          <p:cNvGraphicFramePr>
            <a:graphicFrameLocks noChangeAspect="1"/>
          </p:cNvGraphicFramePr>
          <p:nvPr/>
        </p:nvGraphicFramePr>
        <p:xfrm>
          <a:off x="5189220" y="5300345"/>
          <a:ext cx="1600835" cy="217805"/>
        </p:xfrm>
        <a:graphic>
          <a:graphicData uri="http://schemas.openxmlformats.org/presentationml/2006/ole">
            <mc:AlternateContent xmlns:mc="http://schemas.openxmlformats.org/markup-compatibility/2006">
              <mc:Choice xmlns:v="urn:schemas-microsoft-com:vml" Requires="v">
                <p:oleObj spid="_x0000_s58" name="" r:id="rId18" imgW="1968500" imgH="266700" progId="Equation.KSEE3">
                  <p:embed/>
                </p:oleObj>
              </mc:Choice>
              <mc:Fallback>
                <p:oleObj name="" r:id="rId18" imgW="1968500" imgH="266700" progId="Equation.KSEE3">
                  <p:embed/>
                  <p:pic>
                    <p:nvPicPr>
                      <p:cNvPr id="0" name="图片 1024"/>
                      <p:cNvPicPr/>
                      <p:nvPr/>
                    </p:nvPicPr>
                    <p:blipFill>
                      <a:blip r:embed="rId19"/>
                      <a:stretch>
                        <a:fillRect/>
                      </a:stretch>
                    </p:blipFill>
                    <p:spPr>
                      <a:xfrm>
                        <a:off x="5189220" y="5300345"/>
                        <a:ext cx="1600835" cy="217805"/>
                      </a:xfrm>
                      <a:prstGeom prst="rect">
                        <a:avLst/>
                      </a:prstGeom>
                    </p:spPr>
                  </p:pic>
                </p:oleObj>
              </mc:Fallback>
            </mc:AlternateContent>
          </a:graphicData>
        </a:graphic>
      </p:graphicFrame>
      <p:cxnSp>
        <p:nvCxnSpPr>
          <p:cNvPr id="59" name="直接箭头连接符 58"/>
          <p:cNvCxnSpPr/>
          <p:nvPr/>
        </p:nvCxnSpPr>
        <p:spPr>
          <a:xfrm flipH="1" flipV="1">
            <a:off x="4839335" y="5175885"/>
            <a:ext cx="20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60" name="对象 59">
            <a:hlinkClick r:id="" action="ppaction://ole?verb="/>
          </p:cNvPr>
          <p:cNvGraphicFramePr>
            <a:graphicFrameLocks noChangeAspect="1"/>
          </p:cNvGraphicFramePr>
          <p:nvPr/>
        </p:nvGraphicFramePr>
        <p:xfrm>
          <a:off x="7030720" y="3803968"/>
          <a:ext cx="1028700" cy="332740"/>
        </p:xfrm>
        <a:graphic>
          <a:graphicData uri="http://schemas.openxmlformats.org/presentationml/2006/ole">
            <mc:AlternateContent xmlns:mc="http://schemas.openxmlformats.org/markup-compatibility/2006">
              <mc:Choice xmlns:v="urn:schemas-microsoft-com:vml" Requires="v">
                <p:oleObj spid="_x0000_s67" name="" r:id="rId20" imgW="787400" imgH="254000" progId="Equation.KSEE3">
                  <p:embed/>
                </p:oleObj>
              </mc:Choice>
              <mc:Fallback>
                <p:oleObj name="" r:id="rId20" imgW="787400" imgH="254000" progId="Equation.KSEE3">
                  <p:embed/>
                  <p:pic>
                    <p:nvPicPr>
                      <p:cNvPr id="0" name="图片 1024"/>
                      <p:cNvPicPr/>
                      <p:nvPr/>
                    </p:nvPicPr>
                    <p:blipFill>
                      <a:blip r:embed="rId21"/>
                      <a:stretch>
                        <a:fillRect/>
                      </a:stretch>
                    </p:blipFill>
                    <p:spPr>
                      <a:xfrm>
                        <a:off x="7030720" y="3803968"/>
                        <a:ext cx="1028700" cy="332740"/>
                      </a:xfrm>
                      <a:prstGeom prst="rect">
                        <a:avLst/>
                      </a:prstGeom>
                    </p:spPr>
                  </p:pic>
                </p:oleObj>
              </mc:Fallback>
            </mc:AlternateContent>
          </a:graphicData>
        </a:graphic>
      </p:graphicFrame>
      <p:graphicFrame>
        <p:nvGraphicFramePr>
          <p:cNvPr id="68" name="对象 67">
            <a:hlinkClick r:id="" action="ppaction://ole?verb="/>
          </p:cNvPr>
          <p:cNvGraphicFramePr>
            <a:graphicFrameLocks noChangeAspect="1"/>
          </p:cNvGraphicFramePr>
          <p:nvPr/>
        </p:nvGraphicFramePr>
        <p:xfrm>
          <a:off x="8238490" y="3867150"/>
          <a:ext cx="1160145" cy="244475"/>
        </p:xfrm>
        <a:graphic>
          <a:graphicData uri="http://schemas.openxmlformats.org/presentationml/2006/ole">
            <mc:AlternateContent xmlns:mc="http://schemas.openxmlformats.org/markup-compatibility/2006">
              <mc:Choice xmlns:v="urn:schemas-microsoft-com:vml" Requires="v">
                <p:oleObj spid="_x0000_s69" name="" r:id="rId22" imgW="1270000" imgH="266700" progId="Equation.KSEE3">
                  <p:embed/>
                </p:oleObj>
              </mc:Choice>
              <mc:Fallback>
                <p:oleObj name="" r:id="rId22" imgW="1270000" imgH="266700" progId="Equation.KSEE3">
                  <p:embed/>
                  <p:pic>
                    <p:nvPicPr>
                      <p:cNvPr id="0" name="图片 1024"/>
                      <p:cNvPicPr/>
                      <p:nvPr/>
                    </p:nvPicPr>
                    <p:blipFill>
                      <a:blip r:embed="rId23">
                        <a:duotone>
                          <a:schemeClr val="accent1">
                            <a:shade val="45000"/>
                            <a:satMod val="135000"/>
                          </a:schemeClr>
                          <a:prstClr val="white"/>
                        </a:duotone>
                      </a:blip>
                      <a:stretch>
                        <a:fillRect/>
                      </a:stretch>
                    </p:blipFill>
                    <p:spPr>
                      <a:xfrm>
                        <a:off x="8238490" y="3867150"/>
                        <a:ext cx="1160145" cy="244475"/>
                      </a:xfrm>
                      <a:prstGeom prst="rect">
                        <a:avLst/>
                      </a:prstGeom>
                    </p:spPr>
                  </p:pic>
                </p:oleObj>
              </mc:Fallback>
            </mc:AlternateContent>
          </a:graphicData>
        </a:graphic>
      </p:graphicFrame>
      <p:graphicFrame>
        <p:nvGraphicFramePr>
          <p:cNvPr id="70" name="对象 69">
            <a:hlinkClick r:id="" action="ppaction://ole?verb="/>
          </p:cNvPr>
          <p:cNvGraphicFramePr>
            <a:graphicFrameLocks noChangeAspect="1"/>
          </p:cNvGraphicFramePr>
          <p:nvPr/>
        </p:nvGraphicFramePr>
        <p:xfrm>
          <a:off x="2566035" y="3882390"/>
          <a:ext cx="1067435" cy="223520"/>
        </p:xfrm>
        <a:graphic>
          <a:graphicData uri="http://schemas.openxmlformats.org/presentationml/2006/ole">
            <mc:AlternateContent xmlns:mc="http://schemas.openxmlformats.org/markup-compatibility/2006">
              <mc:Choice xmlns:v="urn:schemas-microsoft-com:vml" Requires="v">
                <p:oleObj spid="_x0000_s71" name="" r:id="rId24" imgW="1219200" imgH="254000" progId="Equation.KSEE3">
                  <p:embed/>
                </p:oleObj>
              </mc:Choice>
              <mc:Fallback>
                <p:oleObj name="" r:id="rId24" imgW="1219200" imgH="254000" progId="Equation.KSEE3">
                  <p:embed/>
                  <p:pic>
                    <p:nvPicPr>
                      <p:cNvPr id="0" name="图片 1024"/>
                      <p:cNvPicPr/>
                      <p:nvPr/>
                    </p:nvPicPr>
                    <p:blipFill>
                      <a:blip r:embed="rId25">
                        <a:duotone>
                          <a:schemeClr val="accent1">
                            <a:shade val="45000"/>
                            <a:satMod val="135000"/>
                          </a:schemeClr>
                          <a:prstClr val="white"/>
                        </a:duotone>
                      </a:blip>
                      <a:stretch>
                        <a:fillRect/>
                      </a:stretch>
                    </p:blipFill>
                    <p:spPr>
                      <a:xfrm>
                        <a:off x="2566035" y="3882390"/>
                        <a:ext cx="1067435" cy="223520"/>
                      </a:xfrm>
                      <a:prstGeom prst="rect">
                        <a:avLst/>
                      </a:prstGeom>
                    </p:spPr>
                  </p:pic>
                </p:oleObj>
              </mc:Fallback>
            </mc:AlternateContent>
          </a:graphicData>
        </a:graphic>
      </p:graphicFrame>
      <p:graphicFrame>
        <p:nvGraphicFramePr>
          <p:cNvPr id="75" name="对象 74">
            <a:hlinkClick r:id="" action="ppaction://ole?verb="/>
          </p:cNvPr>
          <p:cNvGraphicFramePr>
            <a:graphicFrameLocks noChangeAspect="1"/>
          </p:cNvGraphicFramePr>
          <p:nvPr/>
        </p:nvGraphicFramePr>
        <p:xfrm>
          <a:off x="4841875" y="3651250"/>
          <a:ext cx="2332990" cy="243840"/>
        </p:xfrm>
        <a:graphic>
          <a:graphicData uri="http://schemas.openxmlformats.org/presentationml/2006/ole">
            <mc:AlternateContent xmlns:mc="http://schemas.openxmlformats.org/markup-compatibility/2006">
              <mc:Choice xmlns:v="urn:schemas-microsoft-com:vml" Requires="v">
                <p:oleObj spid="_x0000_s76" name="" r:id="rId26" imgW="2565400" imgH="266700" progId="Equation.KSEE3">
                  <p:embed/>
                </p:oleObj>
              </mc:Choice>
              <mc:Fallback>
                <p:oleObj name="" r:id="rId26" imgW="2565400" imgH="266700" progId="Equation.KSEE3">
                  <p:embed/>
                  <p:pic>
                    <p:nvPicPr>
                      <p:cNvPr id="0" name="图片 1024"/>
                      <p:cNvPicPr/>
                      <p:nvPr/>
                    </p:nvPicPr>
                    <p:blipFill>
                      <a:blip r:embed="rId27">
                        <a:duotone>
                          <a:schemeClr val="accent2">
                            <a:shade val="45000"/>
                            <a:satMod val="135000"/>
                          </a:schemeClr>
                          <a:prstClr val="white"/>
                        </a:duotone>
                      </a:blip>
                      <a:stretch>
                        <a:fillRect/>
                      </a:stretch>
                    </p:blipFill>
                    <p:spPr>
                      <a:xfrm>
                        <a:off x="4841875" y="3651250"/>
                        <a:ext cx="2332990" cy="243840"/>
                      </a:xfrm>
                      <a:prstGeom prst="rect">
                        <a:avLst/>
                      </a:prstGeom>
                    </p:spPr>
                  </p:pic>
                </p:oleObj>
              </mc:Fallback>
            </mc:AlternateContent>
          </a:graphicData>
        </a:graphic>
      </p:graphicFrame>
      <p:cxnSp>
        <p:nvCxnSpPr>
          <p:cNvPr id="77" name="直接箭头连接符 76"/>
          <p:cNvCxnSpPr/>
          <p:nvPr/>
        </p:nvCxnSpPr>
        <p:spPr>
          <a:xfrm flipH="1" flipV="1">
            <a:off x="4839335" y="4027170"/>
            <a:ext cx="2088000"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1" name="对象 80">
            <a:hlinkClick r:id="" action="ppaction://ole?verb="/>
          </p:cNvPr>
          <p:cNvGraphicFramePr>
            <a:graphicFrameLocks noChangeAspect="1"/>
          </p:cNvGraphicFramePr>
          <p:nvPr/>
        </p:nvGraphicFramePr>
        <p:xfrm>
          <a:off x="5442585" y="4050665"/>
          <a:ext cx="1715135" cy="447675"/>
        </p:xfrm>
        <a:graphic>
          <a:graphicData uri="http://schemas.openxmlformats.org/presentationml/2006/ole">
            <mc:AlternateContent xmlns:mc="http://schemas.openxmlformats.org/markup-compatibility/2006">
              <mc:Choice xmlns:v="urn:schemas-microsoft-com:vml" Requires="v">
                <p:oleObj spid="_x0000_s82" name="" r:id="rId28" imgW="1968500" imgH="508000" progId="Equation.KSEE3">
                  <p:embed/>
                </p:oleObj>
              </mc:Choice>
              <mc:Fallback>
                <p:oleObj name="" r:id="rId28" imgW="1968500" imgH="508000" progId="Equation.KSEE3">
                  <p:embed/>
                  <p:pic>
                    <p:nvPicPr>
                      <p:cNvPr id="0" name="图片 1024"/>
                      <p:cNvPicPr/>
                      <p:nvPr/>
                    </p:nvPicPr>
                    <p:blipFill>
                      <a:blip r:embed="rId29">
                        <a:duotone>
                          <a:schemeClr val="accent2">
                            <a:shade val="45000"/>
                            <a:satMod val="135000"/>
                          </a:schemeClr>
                          <a:prstClr val="white"/>
                        </a:duotone>
                      </a:blip>
                      <a:stretch>
                        <a:fillRect/>
                      </a:stretch>
                    </p:blipFill>
                    <p:spPr>
                      <a:xfrm>
                        <a:off x="5442585" y="4050665"/>
                        <a:ext cx="1715135" cy="447675"/>
                      </a:xfrm>
                      <a:prstGeom prst="rect">
                        <a:avLst/>
                      </a:prstGeom>
                      <a:ln>
                        <a:noFill/>
                      </a:ln>
                    </p:spPr>
                  </p:pic>
                </p:oleObj>
              </mc:Fallback>
            </mc:AlternateContent>
          </a:graphicData>
        </a:graphic>
      </p:graphicFrame>
      <p:cxnSp>
        <p:nvCxnSpPr>
          <p:cNvPr id="83" name="直接箭头连接符 82"/>
          <p:cNvCxnSpPr/>
          <p:nvPr/>
        </p:nvCxnSpPr>
        <p:spPr>
          <a:xfrm flipV="1">
            <a:off x="4839335" y="3928745"/>
            <a:ext cx="20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5" name="对象 84">
            <a:hlinkClick r:id="" action="ppaction://ole?verb="/>
          </p:cNvPr>
          <p:cNvGraphicFramePr>
            <a:graphicFrameLocks noChangeAspect="1"/>
          </p:cNvGraphicFramePr>
          <p:nvPr/>
        </p:nvGraphicFramePr>
        <p:xfrm>
          <a:off x="7420928" y="4277995"/>
          <a:ext cx="1856740" cy="252730"/>
        </p:xfrm>
        <a:graphic>
          <a:graphicData uri="http://schemas.openxmlformats.org/presentationml/2006/ole">
            <mc:AlternateContent xmlns:mc="http://schemas.openxmlformats.org/markup-compatibility/2006">
              <mc:Choice xmlns:v="urn:schemas-microsoft-com:vml" Requires="v">
                <p:oleObj spid="_x0000_s86" name="" r:id="rId30" imgW="1981200" imgH="266700" progId="Equation.KSEE3">
                  <p:embed/>
                </p:oleObj>
              </mc:Choice>
              <mc:Fallback>
                <p:oleObj name="" r:id="rId30" imgW="1981200" imgH="266700" progId="Equation.KSEE3">
                  <p:embed/>
                  <p:pic>
                    <p:nvPicPr>
                      <p:cNvPr id="0" name="图片 1024"/>
                      <p:cNvPicPr/>
                      <p:nvPr/>
                    </p:nvPicPr>
                    <p:blipFill>
                      <a:blip r:embed="rId31">
                        <a:duotone>
                          <a:schemeClr val="accent2">
                            <a:shade val="45000"/>
                            <a:satMod val="135000"/>
                          </a:schemeClr>
                          <a:prstClr val="white"/>
                        </a:duotone>
                      </a:blip>
                      <a:stretch>
                        <a:fillRect/>
                      </a:stretch>
                    </p:blipFill>
                    <p:spPr>
                      <a:xfrm>
                        <a:off x="7420928" y="4277995"/>
                        <a:ext cx="1856740" cy="252730"/>
                      </a:xfrm>
                      <a:prstGeom prst="rect">
                        <a:avLst/>
                      </a:prstGeom>
                      <a:ln>
                        <a:noFill/>
                      </a:ln>
                    </p:spPr>
                  </p:pic>
                </p:oleObj>
              </mc:Fallback>
            </mc:AlternateContent>
          </a:graphicData>
        </a:graphic>
      </p:graphicFrame>
      <p:graphicFrame>
        <p:nvGraphicFramePr>
          <p:cNvPr id="90" name="对象 89">
            <a:hlinkClick r:id="" action="ppaction://ole?verb="/>
          </p:cNvPr>
          <p:cNvGraphicFramePr>
            <a:graphicFrameLocks noChangeAspect="1"/>
          </p:cNvGraphicFramePr>
          <p:nvPr/>
        </p:nvGraphicFramePr>
        <p:xfrm>
          <a:off x="6957695" y="2626995"/>
          <a:ext cx="937260" cy="325120"/>
        </p:xfrm>
        <a:graphic>
          <a:graphicData uri="http://schemas.openxmlformats.org/presentationml/2006/ole">
            <mc:AlternateContent xmlns:mc="http://schemas.openxmlformats.org/markup-compatibility/2006">
              <mc:Choice xmlns:v="urn:schemas-microsoft-com:vml" Requires="v">
                <p:oleObj spid="_x0000_s91" name="" r:id="rId32" imgW="736600" imgH="254000" progId="Equation.KSEE3">
                  <p:embed/>
                </p:oleObj>
              </mc:Choice>
              <mc:Fallback>
                <p:oleObj name="" r:id="rId32" imgW="736600" imgH="254000" progId="Equation.KSEE3">
                  <p:embed/>
                  <p:pic>
                    <p:nvPicPr>
                      <p:cNvPr id="0" name="图片 1024"/>
                      <p:cNvPicPr/>
                      <p:nvPr/>
                    </p:nvPicPr>
                    <p:blipFill>
                      <a:blip r:embed="rId33"/>
                      <a:stretch>
                        <a:fillRect/>
                      </a:stretch>
                    </p:blipFill>
                    <p:spPr>
                      <a:xfrm>
                        <a:off x="6957695" y="2626995"/>
                        <a:ext cx="937260" cy="325120"/>
                      </a:xfrm>
                      <a:prstGeom prst="rect">
                        <a:avLst/>
                      </a:prstGeom>
                    </p:spPr>
                  </p:pic>
                </p:oleObj>
              </mc:Fallback>
            </mc:AlternateContent>
          </a:graphicData>
        </a:graphic>
      </p:graphicFrame>
      <p:graphicFrame>
        <p:nvGraphicFramePr>
          <p:cNvPr id="93" name="对象 92">
            <a:hlinkClick r:id="" action="ppaction://ole?verb="/>
          </p:cNvPr>
          <p:cNvGraphicFramePr>
            <a:graphicFrameLocks noChangeAspect="1"/>
          </p:cNvGraphicFramePr>
          <p:nvPr/>
        </p:nvGraphicFramePr>
        <p:xfrm>
          <a:off x="7421245" y="3243580"/>
          <a:ext cx="722630" cy="375920"/>
        </p:xfrm>
        <a:graphic>
          <a:graphicData uri="http://schemas.openxmlformats.org/presentationml/2006/ole">
            <mc:AlternateContent xmlns:mc="http://schemas.openxmlformats.org/markup-compatibility/2006">
              <mc:Choice xmlns:v="urn:schemas-microsoft-com:vml" Requires="v">
                <p:oleObj spid="_x0000_s94" name="" r:id="rId34" imgW="812800" imgH="419100" progId="Equation.KSEE3">
                  <p:embed/>
                </p:oleObj>
              </mc:Choice>
              <mc:Fallback>
                <p:oleObj name="" r:id="rId34" imgW="812800" imgH="419100" progId="Equation.KSEE3">
                  <p:embed/>
                  <p:pic>
                    <p:nvPicPr>
                      <p:cNvPr id="0" name="图片 1024"/>
                      <p:cNvPicPr/>
                      <p:nvPr/>
                    </p:nvPicPr>
                    <p:blipFill>
                      <a:blip r:embed="rId35"/>
                      <a:stretch>
                        <a:fillRect/>
                      </a:stretch>
                    </p:blipFill>
                    <p:spPr>
                      <a:xfrm>
                        <a:off x="7421245" y="3243580"/>
                        <a:ext cx="722630" cy="375920"/>
                      </a:xfrm>
                      <a:prstGeom prst="rect">
                        <a:avLst/>
                      </a:prstGeom>
                    </p:spPr>
                  </p:pic>
                </p:oleObj>
              </mc:Fallback>
            </mc:AlternateContent>
          </a:graphicData>
        </a:graphic>
      </p:graphicFrame>
      <p:graphicFrame>
        <p:nvGraphicFramePr>
          <p:cNvPr id="95" name="对象 94">
            <a:hlinkClick r:id="" action="ppaction://ole?verb="/>
          </p:cNvPr>
          <p:cNvGraphicFramePr>
            <a:graphicFrameLocks noChangeAspect="1"/>
          </p:cNvGraphicFramePr>
          <p:nvPr/>
        </p:nvGraphicFramePr>
        <p:xfrm>
          <a:off x="4981575" y="2561590"/>
          <a:ext cx="1842135" cy="247015"/>
        </p:xfrm>
        <a:graphic>
          <a:graphicData uri="http://schemas.openxmlformats.org/presentationml/2006/ole">
            <mc:AlternateContent xmlns:mc="http://schemas.openxmlformats.org/markup-compatibility/2006">
              <mc:Choice xmlns:v="urn:schemas-microsoft-com:vml" Requires="v">
                <p:oleObj spid="_x0000_s96" name="" r:id="rId36" imgW="2005965" imgH="266700" progId="Equation.KSEE3">
                  <p:embed/>
                </p:oleObj>
              </mc:Choice>
              <mc:Fallback>
                <p:oleObj name="" r:id="rId36" imgW="2005965" imgH="266700" progId="Equation.KSEE3">
                  <p:embed/>
                  <p:pic>
                    <p:nvPicPr>
                      <p:cNvPr id="0" name="图片 1024"/>
                      <p:cNvPicPr/>
                      <p:nvPr/>
                    </p:nvPicPr>
                    <p:blipFill>
                      <a:blip r:embed="rId37"/>
                      <a:stretch>
                        <a:fillRect/>
                      </a:stretch>
                    </p:blipFill>
                    <p:spPr>
                      <a:xfrm>
                        <a:off x="4981575" y="2561590"/>
                        <a:ext cx="1842135" cy="247015"/>
                      </a:xfrm>
                      <a:prstGeom prst="rect">
                        <a:avLst/>
                      </a:prstGeom>
                    </p:spPr>
                  </p:pic>
                </p:oleObj>
              </mc:Fallback>
            </mc:AlternateContent>
          </a:graphicData>
        </a:graphic>
      </p:graphicFrame>
      <p:cxnSp>
        <p:nvCxnSpPr>
          <p:cNvPr id="98" name="直接箭头连接符 97"/>
          <p:cNvCxnSpPr/>
          <p:nvPr/>
        </p:nvCxnSpPr>
        <p:spPr>
          <a:xfrm flipH="1" flipV="1">
            <a:off x="4818380" y="2856865"/>
            <a:ext cx="2088000"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0" name="对象 99">
            <a:hlinkClick r:id="" action="ppaction://ole?verb="/>
          </p:cNvPr>
          <p:cNvGraphicFramePr>
            <a:graphicFrameLocks noChangeAspect="1"/>
          </p:cNvGraphicFramePr>
          <p:nvPr/>
        </p:nvGraphicFramePr>
        <p:xfrm>
          <a:off x="1234440" y="2928620"/>
          <a:ext cx="1231900" cy="630555"/>
        </p:xfrm>
        <a:graphic>
          <a:graphicData uri="http://schemas.openxmlformats.org/presentationml/2006/ole">
            <mc:AlternateContent xmlns:mc="http://schemas.openxmlformats.org/markup-compatibility/2006">
              <mc:Choice xmlns:v="urn:schemas-microsoft-com:vml" Requires="v">
                <p:oleObj spid="_x0000_s101" name="" r:id="rId38" imgW="1244600" imgH="634365" progId="Equation.KSEE3">
                  <p:embed/>
                </p:oleObj>
              </mc:Choice>
              <mc:Fallback>
                <p:oleObj name="" r:id="rId38" imgW="1244600" imgH="634365" progId="Equation.KSEE3">
                  <p:embed/>
                  <p:pic>
                    <p:nvPicPr>
                      <p:cNvPr id="0" name="图片 1024"/>
                      <p:cNvPicPr/>
                      <p:nvPr/>
                    </p:nvPicPr>
                    <p:blipFill>
                      <a:blip r:embed="rId39"/>
                      <a:stretch>
                        <a:fillRect/>
                      </a:stretch>
                    </p:blipFill>
                    <p:spPr>
                      <a:xfrm>
                        <a:off x="1234440" y="2928620"/>
                        <a:ext cx="1231900" cy="630555"/>
                      </a:xfrm>
                      <a:prstGeom prst="rect">
                        <a:avLst/>
                      </a:prstGeom>
                    </p:spPr>
                  </p:pic>
                </p:oleObj>
              </mc:Fallback>
            </mc:AlternateContent>
          </a:graphicData>
        </a:graphic>
      </p:graphicFrame>
      <p:cxnSp>
        <p:nvCxnSpPr>
          <p:cNvPr id="6" name="直接箭头连接符 5"/>
          <p:cNvCxnSpPr/>
          <p:nvPr/>
        </p:nvCxnSpPr>
        <p:spPr>
          <a:xfrm>
            <a:off x="4652645" y="4276725"/>
            <a:ext cx="2272665" cy="747395"/>
          </a:xfrm>
          <a:prstGeom prst="straightConnector1">
            <a:avLst/>
          </a:prstGeom>
          <a:ln>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graphicFrame>
        <p:nvGraphicFramePr>
          <p:cNvPr id="7" name="对象 6">
            <a:hlinkClick r:id="" action="ppaction://ole?verb="/>
          </p:cNvPr>
          <p:cNvGraphicFramePr>
            <a:graphicFrameLocks noChangeAspect="1"/>
          </p:cNvGraphicFramePr>
          <p:nvPr/>
        </p:nvGraphicFramePr>
        <p:xfrm>
          <a:off x="4693920" y="4523105"/>
          <a:ext cx="1240790" cy="425450"/>
        </p:xfrm>
        <a:graphic>
          <a:graphicData uri="http://schemas.openxmlformats.org/presentationml/2006/ole">
            <mc:AlternateContent xmlns:mc="http://schemas.openxmlformats.org/markup-compatibility/2006">
              <mc:Choice xmlns:v="urn:schemas-microsoft-com:vml" Requires="v">
                <p:oleObj spid="_x0000_s8" name="" r:id="rId40" imgW="1498600" imgH="508000" progId="Equation.KSEE3">
                  <p:embed/>
                </p:oleObj>
              </mc:Choice>
              <mc:Fallback>
                <p:oleObj name="" r:id="rId40" imgW="1498600" imgH="508000" progId="Equation.KSEE3">
                  <p:embed/>
                  <p:pic>
                    <p:nvPicPr>
                      <p:cNvPr id="0" name="图片 1024"/>
                      <p:cNvPicPr/>
                      <p:nvPr/>
                    </p:nvPicPr>
                    <p:blipFill>
                      <a:blip r:embed="rId41">
                        <a:duotone>
                          <a:schemeClr val="accent1">
                            <a:shade val="45000"/>
                            <a:satMod val="135000"/>
                          </a:schemeClr>
                          <a:prstClr val="white"/>
                        </a:duotone>
                      </a:blip>
                      <a:stretch>
                        <a:fillRect/>
                      </a:stretch>
                    </p:blipFill>
                    <p:spPr>
                      <a:xfrm>
                        <a:off x="4693920" y="4523105"/>
                        <a:ext cx="1240790" cy="425450"/>
                      </a:xfrm>
                      <a:prstGeom prst="rect">
                        <a:avLst/>
                      </a:prstGeom>
                      <a:ln>
                        <a:noFill/>
                      </a:ln>
                    </p:spPr>
                  </p:pic>
                </p:oleObj>
              </mc:Fallback>
            </mc:AlternateContent>
          </a:graphicData>
        </a:graphic>
      </p:graphicFrame>
      <p:cxnSp>
        <p:nvCxnSpPr>
          <p:cNvPr id="10" name="直接箭头连接符 9"/>
          <p:cNvCxnSpPr/>
          <p:nvPr/>
        </p:nvCxnSpPr>
        <p:spPr>
          <a:xfrm>
            <a:off x="4404360" y="418655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7322185" y="415607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a:off x="7331075" y="2960370"/>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22" name="对象 21">
            <a:hlinkClick r:id="" action="ppaction://ole?verb="/>
          </p:cNvPr>
          <p:cNvGraphicFramePr>
            <a:graphicFrameLocks noChangeAspect="1"/>
          </p:cNvGraphicFramePr>
          <p:nvPr/>
        </p:nvGraphicFramePr>
        <p:xfrm>
          <a:off x="345440" y="3827780"/>
          <a:ext cx="2160270" cy="1085850"/>
        </p:xfrm>
        <a:graphic>
          <a:graphicData uri="http://schemas.openxmlformats.org/presentationml/2006/ole">
            <mc:AlternateContent xmlns:mc="http://schemas.openxmlformats.org/markup-compatibility/2006">
              <mc:Choice xmlns:v="urn:schemas-microsoft-com:vml" Requires="v">
                <p:oleObj spid="_x0000_s23" name="" r:id="rId42" imgW="2781300" imgH="1384300" progId="Equation.KSEE3">
                  <p:embed/>
                </p:oleObj>
              </mc:Choice>
              <mc:Fallback>
                <p:oleObj name="" r:id="rId42" imgW="2781300" imgH="1384300" progId="Equation.KSEE3">
                  <p:embed/>
                  <p:pic>
                    <p:nvPicPr>
                      <p:cNvPr id="0" name="图片 1024"/>
                      <p:cNvPicPr/>
                      <p:nvPr/>
                    </p:nvPicPr>
                    <p:blipFill>
                      <a:blip r:embed="rId43"/>
                      <a:stretch>
                        <a:fillRect/>
                      </a:stretch>
                    </p:blipFill>
                    <p:spPr>
                      <a:xfrm>
                        <a:off x="345440" y="3827780"/>
                        <a:ext cx="2160270" cy="1085850"/>
                      </a:xfrm>
                      <a:prstGeom prst="rect">
                        <a:avLst/>
                      </a:prstGeom>
                    </p:spPr>
                  </p:pic>
                </p:oleObj>
              </mc:Fallback>
            </mc:AlternateContent>
          </a:graphicData>
        </a:graphic>
      </p:graphicFrame>
      <p:cxnSp>
        <p:nvCxnSpPr>
          <p:cNvPr id="24" name="直接连接符 23"/>
          <p:cNvCxnSpPr/>
          <p:nvPr/>
        </p:nvCxnSpPr>
        <p:spPr>
          <a:xfrm>
            <a:off x="1695450" y="3509645"/>
            <a:ext cx="0" cy="28800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graphicFrame>
        <p:nvGraphicFramePr>
          <p:cNvPr id="11" name="对象 10">
            <a:hlinkClick r:id="" action="ppaction://ole?verb="/>
          </p:cNvPr>
          <p:cNvGraphicFramePr>
            <a:graphicFrameLocks noChangeAspect="1"/>
          </p:cNvGraphicFramePr>
          <p:nvPr/>
        </p:nvGraphicFramePr>
        <p:xfrm>
          <a:off x="10025380" y="3749358"/>
          <a:ext cx="1781810" cy="1327785"/>
        </p:xfrm>
        <a:graphic>
          <a:graphicData uri="http://schemas.openxmlformats.org/presentationml/2006/ole">
            <mc:AlternateContent xmlns:mc="http://schemas.openxmlformats.org/markup-compatibility/2006">
              <mc:Choice xmlns:v="urn:schemas-microsoft-com:vml" Requires="v">
                <p:oleObj spid="_x0000_s12" name="" r:id="rId44" imgW="2222500" imgH="1638300" progId="Equation.KSEE3">
                  <p:embed/>
                </p:oleObj>
              </mc:Choice>
              <mc:Fallback>
                <p:oleObj name="" r:id="rId44" imgW="2222500" imgH="1638300" progId="Equation.KSEE3">
                  <p:embed/>
                  <p:pic>
                    <p:nvPicPr>
                      <p:cNvPr id="0" name="图片 1024"/>
                      <p:cNvPicPr/>
                      <p:nvPr/>
                    </p:nvPicPr>
                    <p:blipFill>
                      <a:blip r:embed="rId45"/>
                      <a:stretch>
                        <a:fillRect/>
                      </a:stretch>
                    </p:blipFill>
                    <p:spPr>
                      <a:xfrm>
                        <a:off x="10025380" y="3749358"/>
                        <a:ext cx="1781810" cy="1327785"/>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4313873" y="6018849"/>
          <a:ext cx="178435" cy="374015"/>
        </p:xfrm>
        <a:graphic>
          <a:graphicData uri="http://schemas.openxmlformats.org/presentationml/2006/ole">
            <mc:AlternateContent xmlns:mc="http://schemas.openxmlformats.org/markup-compatibility/2006">
              <mc:Choice xmlns:v="urn:schemas-microsoft-com:vml" Requires="v">
                <p:oleObj spid="_x0000_s29" name="" r:id="rId46" imgW="190500" imgH="393700" progId="Equation.KSEE3">
                  <p:embed/>
                </p:oleObj>
              </mc:Choice>
              <mc:Fallback>
                <p:oleObj name="" r:id="rId46" imgW="190500" imgH="393700" progId="Equation.KSEE3">
                  <p:embed/>
                  <p:pic>
                    <p:nvPicPr>
                      <p:cNvPr id="0" name="图片 1024"/>
                      <p:cNvPicPr/>
                      <p:nvPr/>
                    </p:nvPicPr>
                    <p:blipFill>
                      <a:blip r:embed="rId47"/>
                      <a:stretch>
                        <a:fillRect/>
                      </a:stretch>
                    </p:blipFill>
                    <p:spPr>
                      <a:xfrm>
                        <a:off x="4313873" y="6018849"/>
                        <a:ext cx="178435" cy="374015"/>
                      </a:xfrm>
                      <a:prstGeom prst="rect">
                        <a:avLst/>
                      </a:prstGeom>
                    </p:spPr>
                  </p:pic>
                </p:oleObj>
              </mc:Fallback>
            </mc:AlternateContent>
          </a:graphicData>
        </a:graphic>
      </p:graphicFrame>
      <p:cxnSp>
        <p:nvCxnSpPr>
          <p:cNvPr id="37" name="直接箭头连接符 36"/>
          <p:cNvCxnSpPr/>
          <p:nvPr/>
        </p:nvCxnSpPr>
        <p:spPr>
          <a:xfrm flipH="1">
            <a:off x="4562475" y="2934335"/>
            <a:ext cx="2369820" cy="8788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a:off x="4404360" y="294703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nvGrpSpPr>
          <p:cNvPr id="48" name="组合 47"/>
          <p:cNvGrpSpPr/>
          <p:nvPr>
            <p:custDataLst>
              <p:tags r:id="rId48"/>
            </p:custDataLst>
          </p:nvPr>
        </p:nvGrpSpPr>
        <p:grpSpPr>
          <a:xfrm>
            <a:off x="8517890" y="490220"/>
            <a:ext cx="3528695" cy="857885"/>
            <a:chOff x="13285" y="543"/>
            <a:chExt cx="5557" cy="1351"/>
          </a:xfrm>
        </p:grpSpPr>
        <p:sp>
          <p:nvSpPr>
            <p:cNvPr id="9" name="文本框 8"/>
            <p:cNvSpPr txBox="1"/>
            <p:nvPr>
              <p:custDataLst>
                <p:tags r:id="rId49"/>
              </p:custDataLst>
            </p:nvPr>
          </p:nvSpPr>
          <p:spPr>
            <a:xfrm>
              <a:off x="13285" y="543"/>
              <a:ext cx="1564" cy="386"/>
            </a:xfrm>
            <a:prstGeom prst="rect">
              <a:avLst/>
            </a:prstGeom>
            <a:noFill/>
          </p:spPr>
          <p:txBody>
            <a:bodyPr wrap="square" rtlCol="0">
              <a:spAutoFit/>
            </a:bodyPr>
            <a:p>
              <a:r>
                <a:rPr lang="zh-CN" altLang="en-US" sz="1000"/>
                <a:t>正弦激励</a:t>
              </a:r>
              <a:r>
                <a:rPr lang="zh-CN" altLang="en-US" sz="1000"/>
                <a:t>信号</a:t>
              </a:r>
              <a:endParaRPr lang="zh-CN" altLang="en-US" sz="1000"/>
            </a:p>
          </p:txBody>
        </p:sp>
        <p:sp>
          <p:nvSpPr>
            <p:cNvPr id="14" name="文本框 13"/>
            <p:cNvSpPr txBox="1"/>
            <p:nvPr>
              <p:custDataLst>
                <p:tags r:id="rId50"/>
              </p:custDataLst>
            </p:nvPr>
          </p:nvSpPr>
          <p:spPr>
            <a:xfrm>
              <a:off x="15335" y="543"/>
              <a:ext cx="1271" cy="386"/>
            </a:xfrm>
            <a:prstGeom prst="rect">
              <a:avLst/>
            </a:prstGeom>
          </p:spPr>
          <p:style>
            <a:lnRef idx="2">
              <a:schemeClr val="accent1"/>
            </a:lnRef>
            <a:fillRef idx="0">
              <a:srgbClr val="FFFFFF"/>
            </a:fillRef>
            <a:effectRef idx="0">
              <a:srgbClr val="FFFFFF"/>
            </a:effectRef>
            <a:fontRef idx="minor">
              <a:schemeClr val="tx1"/>
            </a:fontRef>
          </p:style>
          <p:txBody>
            <a:bodyPr wrap="square" rtlCol="0">
              <a:spAutoFit/>
            </a:bodyPr>
            <a:p>
              <a:pPr algn="ctr"/>
              <a:r>
                <a:rPr lang="zh-CN" altLang="en-US" sz="1000"/>
                <a:t>时域</a:t>
              </a:r>
              <a:r>
                <a:rPr lang="zh-CN" altLang="en-US" sz="1000"/>
                <a:t>计算</a:t>
              </a:r>
              <a:endParaRPr lang="zh-CN" altLang="en-US" sz="1000"/>
            </a:p>
          </p:txBody>
        </p:sp>
        <p:sp>
          <p:nvSpPr>
            <p:cNvPr id="27" name="文本框 26"/>
            <p:cNvSpPr txBox="1"/>
            <p:nvPr>
              <p:custDataLst>
                <p:tags r:id="rId51"/>
              </p:custDataLst>
            </p:nvPr>
          </p:nvSpPr>
          <p:spPr>
            <a:xfrm>
              <a:off x="17278" y="543"/>
              <a:ext cx="1564" cy="386"/>
            </a:xfrm>
            <a:prstGeom prst="rect">
              <a:avLst/>
            </a:prstGeom>
            <a:noFill/>
          </p:spPr>
          <p:txBody>
            <a:bodyPr wrap="square" rtlCol="0">
              <a:spAutoFit/>
            </a:bodyPr>
            <a:p>
              <a:r>
                <a:rPr lang="zh-CN" altLang="en-US" sz="1000"/>
                <a:t>正弦</a:t>
              </a:r>
              <a:r>
                <a:rPr lang="zh-CN" altLang="en-US" sz="1000"/>
                <a:t>输出信号</a:t>
              </a:r>
              <a:endParaRPr lang="zh-CN" altLang="en-US" sz="1000"/>
            </a:p>
          </p:txBody>
        </p:sp>
        <p:sp>
          <p:nvSpPr>
            <p:cNvPr id="39" name="文本框 38"/>
            <p:cNvSpPr txBox="1"/>
            <p:nvPr>
              <p:custDataLst>
                <p:tags r:id="rId52"/>
              </p:custDataLst>
            </p:nvPr>
          </p:nvSpPr>
          <p:spPr>
            <a:xfrm>
              <a:off x="15335" y="1387"/>
              <a:ext cx="1271" cy="386"/>
            </a:xfrm>
            <a:prstGeom prst="rect">
              <a:avLst/>
            </a:prstGeom>
          </p:spPr>
          <p:style>
            <a:lnRef idx="2">
              <a:schemeClr val="accent1"/>
            </a:lnRef>
            <a:fillRef idx="0">
              <a:srgbClr val="FFFFFF"/>
            </a:fillRef>
            <a:effectRef idx="0">
              <a:srgbClr val="FFFFFF"/>
            </a:effectRef>
            <a:fontRef idx="minor">
              <a:schemeClr val="tx1"/>
            </a:fontRef>
          </p:style>
          <p:txBody>
            <a:bodyPr wrap="square" rtlCol="0">
              <a:spAutoFit/>
            </a:bodyPr>
            <a:p>
              <a:pPr algn="ctr"/>
              <a:r>
                <a:rPr lang="zh-CN" altLang="en-US" sz="1000"/>
                <a:t>频域计算</a:t>
              </a:r>
              <a:endParaRPr lang="zh-CN" altLang="en-US" sz="1000"/>
            </a:p>
          </p:txBody>
        </p:sp>
        <p:sp>
          <p:nvSpPr>
            <p:cNvPr id="40" name="文本框 39"/>
            <p:cNvSpPr txBox="1"/>
            <p:nvPr>
              <p:custDataLst>
                <p:tags r:id="rId53"/>
              </p:custDataLst>
            </p:nvPr>
          </p:nvSpPr>
          <p:spPr>
            <a:xfrm>
              <a:off x="13407" y="1266"/>
              <a:ext cx="1564" cy="628"/>
            </a:xfrm>
            <a:prstGeom prst="rect">
              <a:avLst/>
            </a:prstGeom>
            <a:noFill/>
          </p:spPr>
          <p:txBody>
            <a:bodyPr wrap="square" rtlCol="0">
              <a:spAutoFit/>
            </a:bodyPr>
            <a:p>
              <a:r>
                <a:rPr lang="zh-CN" altLang="en-US" sz="1000"/>
                <a:t>相量形式</a:t>
              </a:r>
              <a:r>
                <a:rPr lang="zh-CN" altLang="en-US" sz="1000"/>
                <a:t>的</a:t>
              </a:r>
              <a:endParaRPr lang="zh-CN" altLang="en-US" sz="1000"/>
            </a:p>
            <a:p>
              <a:r>
                <a:rPr lang="zh-CN" altLang="en-US" sz="1000"/>
                <a:t>激励</a:t>
              </a:r>
              <a:r>
                <a:rPr lang="zh-CN" altLang="en-US" sz="1000"/>
                <a:t>信号</a:t>
              </a:r>
              <a:endParaRPr lang="zh-CN" altLang="en-US" sz="1000"/>
            </a:p>
          </p:txBody>
        </p:sp>
        <p:sp>
          <p:nvSpPr>
            <p:cNvPr id="41" name="文本框 40"/>
            <p:cNvSpPr txBox="1"/>
            <p:nvPr>
              <p:custDataLst>
                <p:tags r:id="rId54"/>
              </p:custDataLst>
            </p:nvPr>
          </p:nvSpPr>
          <p:spPr>
            <a:xfrm>
              <a:off x="17278" y="1266"/>
              <a:ext cx="1564" cy="628"/>
            </a:xfrm>
            <a:prstGeom prst="rect">
              <a:avLst/>
            </a:prstGeom>
            <a:noFill/>
          </p:spPr>
          <p:txBody>
            <a:bodyPr wrap="square" rtlCol="0">
              <a:spAutoFit/>
            </a:bodyPr>
            <a:p>
              <a:r>
                <a:rPr lang="zh-CN" altLang="en-US" sz="1000"/>
                <a:t>相量形式</a:t>
              </a:r>
              <a:r>
                <a:rPr lang="zh-CN" altLang="en-US" sz="1000"/>
                <a:t>的</a:t>
              </a:r>
              <a:endParaRPr lang="zh-CN" altLang="en-US" sz="1000"/>
            </a:p>
            <a:p>
              <a:r>
                <a:rPr lang="zh-CN" altLang="en-US" sz="1000"/>
                <a:t>输出信号</a:t>
              </a:r>
              <a:endParaRPr lang="zh-CN" altLang="en-US" sz="1000"/>
            </a:p>
          </p:txBody>
        </p:sp>
        <p:cxnSp>
          <p:nvCxnSpPr>
            <p:cNvPr id="42" name="直接箭头连接符 41"/>
            <p:cNvCxnSpPr/>
            <p:nvPr>
              <p:custDataLst>
                <p:tags r:id="rId55"/>
              </p:custDataLst>
            </p:nvPr>
          </p:nvCxnSpPr>
          <p:spPr>
            <a:xfrm>
              <a:off x="14655" y="736"/>
              <a:ext cx="656" cy="0"/>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custDataLst>
                <p:tags r:id="rId56"/>
              </p:custDataLst>
            </p:nvPr>
          </p:nvCxnSpPr>
          <p:spPr>
            <a:xfrm>
              <a:off x="16681" y="736"/>
              <a:ext cx="656" cy="0"/>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4" name="直接箭头连接符 43"/>
            <p:cNvCxnSpPr/>
            <p:nvPr>
              <p:custDataLst>
                <p:tags r:id="rId57"/>
              </p:custDataLst>
            </p:nvPr>
          </p:nvCxnSpPr>
          <p:spPr>
            <a:xfrm>
              <a:off x="16681" y="1580"/>
              <a:ext cx="656" cy="0"/>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custDataLst>
                <p:tags r:id="rId58"/>
              </p:custDataLst>
            </p:nvPr>
          </p:nvCxnSpPr>
          <p:spPr>
            <a:xfrm>
              <a:off x="14655" y="1580"/>
              <a:ext cx="656" cy="0"/>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6" name="直接箭头连接符 45"/>
            <p:cNvCxnSpPr/>
            <p:nvPr>
              <p:custDataLst>
                <p:tags r:id="rId59"/>
              </p:custDataLst>
            </p:nvPr>
          </p:nvCxnSpPr>
          <p:spPr>
            <a:xfrm>
              <a:off x="14059" y="887"/>
              <a:ext cx="0" cy="40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7" name="直接箭头连接符 46"/>
            <p:cNvCxnSpPr/>
            <p:nvPr>
              <p:custDataLst>
                <p:tags r:id="rId60"/>
              </p:custDataLst>
            </p:nvPr>
          </p:nvCxnSpPr>
          <p:spPr>
            <a:xfrm flipV="1">
              <a:off x="17787" y="887"/>
              <a:ext cx="0" cy="40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grpSp>
      <p:graphicFrame>
        <p:nvGraphicFramePr>
          <p:cNvPr id="33" name="对象 32">
            <a:hlinkClick r:id="" action="ppaction://ole?verb="/>
          </p:cNvPr>
          <p:cNvGraphicFramePr>
            <a:graphicFrameLocks noChangeAspect="1"/>
          </p:cNvGraphicFramePr>
          <p:nvPr/>
        </p:nvGraphicFramePr>
        <p:xfrm>
          <a:off x="7421245" y="4596765"/>
          <a:ext cx="1435100" cy="257175"/>
        </p:xfrm>
        <a:graphic>
          <a:graphicData uri="http://schemas.openxmlformats.org/presentationml/2006/ole">
            <mc:AlternateContent xmlns:mc="http://schemas.openxmlformats.org/markup-compatibility/2006">
              <mc:Choice xmlns:v="urn:schemas-microsoft-com:vml" Requires="v">
                <p:oleObj spid="_x0000_s34" name="" r:id="rId61" imgW="1498600" imgH="266700" progId="Equation.KSEE3">
                  <p:embed/>
                </p:oleObj>
              </mc:Choice>
              <mc:Fallback>
                <p:oleObj name="" r:id="rId61" imgW="1498600" imgH="266700" progId="Equation.KSEE3">
                  <p:embed/>
                  <p:pic>
                    <p:nvPicPr>
                      <p:cNvPr id="0" name="图片 1024"/>
                      <p:cNvPicPr/>
                      <p:nvPr/>
                    </p:nvPicPr>
                    <p:blipFill>
                      <a:blip r:embed="rId62">
                        <a:duotone>
                          <a:schemeClr val="accent4">
                            <a:shade val="45000"/>
                            <a:satMod val="135000"/>
                          </a:schemeClr>
                          <a:prstClr val="white"/>
                        </a:duotone>
                      </a:blip>
                      <a:stretch>
                        <a:fillRect/>
                      </a:stretch>
                    </p:blipFill>
                    <p:spPr>
                      <a:xfrm>
                        <a:off x="7421245" y="4596765"/>
                        <a:ext cx="1435100" cy="257175"/>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2753995" y="4526915"/>
          <a:ext cx="1635125" cy="372110"/>
        </p:xfrm>
        <a:graphic>
          <a:graphicData uri="http://schemas.openxmlformats.org/presentationml/2006/ole">
            <mc:AlternateContent xmlns:mc="http://schemas.openxmlformats.org/markup-compatibility/2006">
              <mc:Choice xmlns:v="urn:schemas-microsoft-com:vml" Requires="v">
                <p:oleObj spid="_x0000_s25" name="" r:id="rId63" imgW="1739900" imgH="393700" progId="Equation.KSEE3">
                  <p:embed/>
                </p:oleObj>
              </mc:Choice>
              <mc:Fallback>
                <p:oleObj name="" r:id="rId63" imgW="1739900" imgH="393700" progId="Equation.KSEE3">
                  <p:embed/>
                  <p:pic>
                    <p:nvPicPr>
                      <p:cNvPr id="0" name="图片 1024"/>
                      <p:cNvPicPr/>
                      <p:nvPr/>
                    </p:nvPicPr>
                    <p:blipFill>
                      <a:blip r:embed="rId64">
                        <a:duotone>
                          <a:schemeClr val="accent4">
                            <a:shade val="45000"/>
                            <a:satMod val="135000"/>
                          </a:schemeClr>
                          <a:prstClr val="white"/>
                        </a:duotone>
                      </a:blip>
                      <a:stretch>
                        <a:fillRect/>
                      </a:stretch>
                    </p:blipFill>
                    <p:spPr>
                      <a:xfrm>
                        <a:off x="2753995" y="4526915"/>
                        <a:ext cx="1635125" cy="372110"/>
                      </a:xfrm>
                      <a:prstGeom prst="rect">
                        <a:avLst/>
                      </a:prstGeom>
                    </p:spPr>
                  </p:pic>
                </p:oleObj>
              </mc:Fallback>
            </mc:AlternateContent>
          </a:graphicData>
        </a:graphic>
      </p:graphicFrame>
      <p:cxnSp>
        <p:nvCxnSpPr>
          <p:cNvPr id="30" name="直接箭头连接符 29"/>
          <p:cNvCxnSpPr/>
          <p:nvPr/>
        </p:nvCxnSpPr>
        <p:spPr>
          <a:xfrm rot="16200000">
            <a:off x="8119477" y="3903613"/>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rot="16200000">
            <a:off x="3747502" y="3906153"/>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36" name="直接连接符 35"/>
          <p:cNvCxnSpPr/>
          <p:nvPr/>
        </p:nvCxnSpPr>
        <p:spPr>
          <a:xfrm>
            <a:off x="10276840" y="3467735"/>
            <a:ext cx="0" cy="28800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97" name="直接连接符 96"/>
          <p:cNvCxnSpPr/>
          <p:nvPr/>
        </p:nvCxnSpPr>
        <p:spPr>
          <a:xfrm>
            <a:off x="8875395" y="4735830"/>
            <a:ext cx="1116000"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107" name="直接连接符 106"/>
          <p:cNvCxnSpPr/>
          <p:nvPr/>
        </p:nvCxnSpPr>
        <p:spPr>
          <a:xfrm flipH="1">
            <a:off x="1365885" y="4693920"/>
            <a:ext cx="1404000"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sp>
        <p:nvSpPr>
          <p:cNvPr id="51" name="文本框 50"/>
          <p:cNvSpPr txBox="1"/>
          <p:nvPr/>
        </p:nvSpPr>
        <p:spPr>
          <a:xfrm>
            <a:off x="480695" y="336762"/>
            <a:ext cx="4500880" cy="398780"/>
          </a:xfrm>
          <a:prstGeom prst="rect">
            <a:avLst/>
          </a:prstGeom>
          <a:noFill/>
        </p:spPr>
        <p:txBody>
          <a:bodyPr wrap="none" rtlCol="0">
            <a:spAutoFit/>
          </a:bodyPr>
          <a:lstStyle/>
          <a:p>
            <a:r>
              <a:rPr lang="zh-CN" altLang="en-US" sz="2000" dirty="0"/>
              <a:t>四、时变电磁场</a:t>
            </a:r>
            <a:r>
              <a:rPr lang="en-US" altLang="zh-CN" sz="2000" dirty="0"/>
              <a:t>—</a:t>
            </a:r>
            <a:r>
              <a:rPr lang="zh-CN" altLang="en-US" sz="2000" dirty="0"/>
              <a:t>介质中的时变电磁场</a:t>
            </a:r>
            <a:endParaRPr lang="zh-CN" altLang="en-US" sz="2000" dirty="0"/>
          </a:p>
        </p:txBody>
      </p:sp>
      <p:graphicFrame>
        <p:nvGraphicFramePr>
          <p:cNvPr id="26" name="对象 25">
            <a:hlinkClick r:id="" action="ppaction://ole?verb="/>
          </p:cNvPr>
          <p:cNvGraphicFramePr>
            <a:graphicFrameLocks noChangeAspect="1"/>
          </p:cNvGraphicFramePr>
          <p:nvPr/>
        </p:nvGraphicFramePr>
        <p:xfrm>
          <a:off x="5547678" y="6132514"/>
          <a:ext cx="213995" cy="180975"/>
        </p:xfrm>
        <a:graphic>
          <a:graphicData uri="http://schemas.openxmlformats.org/presentationml/2006/ole">
            <mc:AlternateContent xmlns:mc="http://schemas.openxmlformats.org/markup-compatibility/2006">
              <mc:Choice xmlns:v="urn:schemas-microsoft-com:vml" Requires="v">
                <p:oleObj spid="_x0000_s52" name="" r:id="rId65" imgW="228600" imgH="190500" progId="Equation.KSEE3">
                  <p:embed/>
                </p:oleObj>
              </mc:Choice>
              <mc:Fallback>
                <p:oleObj name="" r:id="rId65" imgW="228600" imgH="190500" progId="Equation.KSEE3">
                  <p:embed/>
                  <p:pic>
                    <p:nvPicPr>
                      <p:cNvPr id="0" name="图片 1024"/>
                      <p:cNvPicPr/>
                      <p:nvPr/>
                    </p:nvPicPr>
                    <p:blipFill>
                      <a:blip r:embed="rId66"/>
                      <a:stretch>
                        <a:fillRect/>
                      </a:stretch>
                    </p:blipFill>
                    <p:spPr>
                      <a:xfrm>
                        <a:off x="5547678" y="6132514"/>
                        <a:ext cx="213995" cy="180975"/>
                      </a:xfrm>
                      <a:prstGeom prst="rect">
                        <a:avLst/>
                      </a:prstGeom>
                    </p:spPr>
                  </p:pic>
                </p:oleObj>
              </mc:Fallback>
            </mc:AlternateContent>
          </a:graphicData>
        </a:graphic>
      </p:graphicFrame>
      <p:pic>
        <p:nvPicPr>
          <p:cNvPr id="63" name="图片 62"/>
          <p:cNvPicPr>
            <a:picLocks noChangeAspect="1"/>
          </p:cNvPicPr>
          <p:nvPr/>
        </p:nvPicPr>
        <p:blipFill>
          <a:blip r:embed="rId67"/>
          <a:stretch>
            <a:fillRect/>
          </a:stretch>
        </p:blipFill>
        <p:spPr>
          <a:xfrm>
            <a:off x="12520295" y="1593850"/>
            <a:ext cx="4275455" cy="72771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1"/>
          <a:stretch>
            <a:fillRect/>
          </a:stretch>
        </p:blipFill>
        <p:spPr>
          <a:xfrm>
            <a:off x="10316845" y="-73025"/>
            <a:ext cx="1789430" cy="1069975"/>
          </a:xfrm>
          <a:prstGeom prst="rect">
            <a:avLst/>
          </a:prstGeom>
        </p:spPr>
      </p:pic>
      <p:sp>
        <p:nvSpPr>
          <p:cNvPr id="17" name="文本框 16"/>
          <p:cNvSpPr txBox="1"/>
          <p:nvPr>
            <p:custDataLst>
              <p:tags r:id="rId2"/>
            </p:custDataLst>
          </p:nvPr>
        </p:nvSpPr>
        <p:spPr>
          <a:xfrm>
            <a:off x="6540186" y="632109"/>
            <a:ext cx="1859280" cy="275590"/>
          </a:xfrm>
          <a:prstGeom prst="rect">
            <a:avLst/>
          </a:prstGeom>
          <a:noFill/>
        </p:spPr>
        <p:txBody>
          <a:bodyPr wrap="none" rtlCol="0">
            <a:spAutoFit/>
          </a:bodyPr>
          <a:lstStyle/>
          <a:p>
            <a:pPr algn="l"/>
            <a:r>
              <a:rPr lang="zh-CN" altLang="en-US" sz="1200" dirty="0"/>
              <a:t>例：</a:t>
            </a:r>
            <a:r>
              <a:rPr lang="zh-CN" altLang="en-US" sz="1200" dirty="0">
                <a:sym typeface="+mn-ea"/>
              </a:rPr>
              <a:t>计算</a:t>
            </a:r>
            <a:r>
              <a:rPr lang="zh-CN" altLang="en-US" sz="1200" dirty="0"/>
              <a:t>矩形波导</a:t>
            </a:r>
            <a:r>
              <a:rPr lang="zh-CN" altLang="en-US" sz="1200" dirty="0"/>
              <a:t>中的场</a:t>
            </a:r>
            <a:endParaRPr lang="zh-CN" altLang="en-US" sz="1200" dirty="0"/>
          </a:p>
        </p:txBody>
      </p:sp>
      <p:sp>
        <p:nvSpPr>
          <p:cNvPr id="5" name="文本框 4"/>
          <p:cNvSpPr txBox="1"/>
          <p:nvPr/>
        </p:nvSpPr>
        <p:spPr>
          <a:xfrm>
            <a:off x="538480" y="162137"/>
            <a:ext cx="4500880" cy="398780"/>
          </a:xfrm>
          <a:prstGeom prst="rect">
            <a:avLst/>
          </a:prstGeom>
          <a:noFill/>
        </p:spPr>
        <p:txBody>
          <a:bodyPr wrap="none" rtlCol="0">
            <a:spAutoFit/>
          </a:bodyPr>
          <a:lstStyle/>
          <a:p>
            <a:r>
              <a:rPr lang="zh-CN" altLang="en-US" sz="2000" dirty="0"/>
              <a:t>四、时变电磁场</a:t>
            </a:r>
            <a:r>
              <a:rPr lang="en-US" altLang="zh-CN" sz="2000" dirty="0"/>
              <a:t>—</a:t>
            </a:r>
            <a:r>
              <a:rPr lang="zh-CN" altLang="en-US" sz="2000" dirty="0"/>
              <a:t>介质中的时变</a:t>
            </a:r>
            <a:r>
              <a:rPr lang="zh-CN" altLang="en-US" sz="2000" dirty="0"/>
              <a:t>电磁场</a:t>
            </a:r>
            <a:endParaRPr lang="zh-CN" altLang="en-US" sz="2000" dirty="0"/>
          </a:p>
        </p:txBody>
      </p:sp>
      <p:sp>
        <p:nvSpPr>
          <p:cNvPr id="4" name="文本框 3"/>
          <p:cNvSpPr txBox="1"/>
          <p:nvPr>
            <p:custDataLst>
              <p:tags r:id="rId3"/>
            </p:custDataLst>
          </p:nvPr>
        </p:nvSpPr>
        <p:spPr>
          <a:xfrm>
            <a:off x="662626" y="659414"/>
            <a:ext cx="1859280" cy="275590"/>
          </a:xfrm>
          <a:prstGeom prst="rect">
            <a:avLst/>
          </a:prstGeom>
          <a:noFill/>
        </p:spPr>
        <p:txBody>
          <a:bodyPr wrap="none" rtlCol="0">
            <a:spAutoFit/>
          </a:bodyPr>
          <a:lstStyle/>
          <a:p>
            <a:pPr algn="l"/>
            <a:r>
              <a:rPr lang="zh-CN" altLang="en-US" sz="1200" dirty="0"/>
              <a:t>例：</a:t>
            </a:r>
            <a:r>
              <a:rPr lang="zh-CN" altLang="en-US" sz="1200" dirty="0">
                <a:sym typeface="+mn-ea"/>
              </a:rPr>
              <a:t>计算</a:t>
            </a:r>
            <a:r>
              <a:rPr lang="zh-CN" altLang="en-US" sz="1200" dirty="0"/>
              <a:t>均匀平面</a:t>
            </a:r>
            <a:r>
              <a:rPr lang="zh-CN" altLang="en-US" sz="1200" dirty="0"/>
              <a:t>电磁波</a:t>
            </a:r>
            <a:endParaRPr lang="zh-CN" altLang="en-US" sz="1200" dirty="0"/>
          </a:p>
        </p:txBody>
      </p:sp>
      <p:sp>
        <p:nvSpPr>
          <p:cNvPr id="35" name="文本框 34"/>
          <p:cNvSpPr txBox="1"/>
          <p:nvPr>
            <p:custDataLst>
              <p:tags r:id="rId4"/>
            </p:custDataLst>
          </p:nvPr>
        </p:nvSpPr>
        <p:spPr>
          <a:xfrm>
            <a:off x="731520" y="926465"/>
            <a:ext cx="4035425" cy="706755"/>
          </a:xfrm>
          <a:prstGeom prst="rect">
            <a:avLst/>
          </a:prstGeom>
          <a:noFill/>
        </p:spPr>
        <p:txBody>
          <a:bodyPr wrap="square" rtlCol="0">
            <a:spAutoFit/>
          </a:bodyPr>
          <a:p>
            <a:r>
              <a:rPr lang="en-US" altLang="zh-CN" sz="1000"/>
              <a:t>  </a:t>
            </a:r>
            <a:r>
              <a:rPr lang="zh-CN" altLang="en-US" sz="1000"/>
              <a:t>在天线辐射的远场区，电磁波可近似看</a:t>
            </a:r>
            <a:r>
              <a:rPr lang="zh-CN" altLang="en-US" sz="1000"/>
              <a:t>成平面电磁波，均匀平面</a:t>
            </a:r>
            <a:r>
              <a:rPr lang="zh-CN" altLang="en-US" sz="1000"/>
              <a:t>波</a:t>
            </a:r>
            <a:endParaRPr lang="zh-CN" altLang="en-US" sz="1000"/>
          </a:p>
          <a:p>
            <a:pPr algn="l">
              <a:buClrTx/>
              <a:buSzTx/>
              <a:buFontTx/>
            </a:pPr>
            <a:r>
              <a:rPr lang="zh-CN" altLang="en-US" sz="1000"/>
              <a:t>指的是等相位面是平面，且等相位面上场的大小方向均相同的电磁波。</a:t>
            </a:r>
            <a:endParaRPr lang="zh-CN" altLang="en-US" sz="1000"/>
          </a:p>
          <a:p>
            <a:pPr algn="l">
              <a:buClrTx/>
              <a:buSzTx/>
              <a:buFontTx/>
            </a:pPr>
            <a:r>
              <a:rPr lang="zh-CN" altLang="en-US" sz="1000"/>
              <a:t>设</a:t>
            </a:r>
            <a:r>
              <a:rPr lang="zh-CN" altLang="en-US" sz="1000"/>
              <a:t>一束均匀平面</a:t>
            </a:r>
            <a:r>
              <a:rPr lang="zh-CN" altLang="en-US" sz="1000"/>
              <a:t>正弦波在空气中</a:t>
            </a:r>
            <a:r>
              <a:rPr lang="zh-CN" altLang="en-US" sz="1000"/>
              <a:t>传播，等相位面为XOY面，沿着</a:t>
            </a:r>
            <a:r>
              <a:rPr lang="zh-CN" altLang="en-US" sz="1000"/>
              <a:t>z轴正方向传播，角频率为ω，计算电场和磁场。</a:t>
            </a:r>
            <a:endParaRPr lang="zh-CN" altLang="en-US" sz="1000"/>
          </a:p>
        </p:txBody>
      </p:sp>
      <p:sp>
        <p:nvSpPr>
          <p:cNvPr id="32" name="文本框 31"/>
          <p:cNvSpPr txBox="1"/>
          <p:nvPr>
            <p:custDataLst>
              <p:tags r:id="rId5"/>
            </p:custDataLst>
          </p:nvPr>
        </p:nvSpPr>
        <p:spPr>
          <a:xfrm>
            <a:off x="782955" y="1595120"/>
            <a:ext cx="3046095" cy="245110"/>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endParaRPr lang="en-US" altLang="zh-CN" sz="1200">
              <a:latin typeface="微软雅黑" panose="020B0503020204020204" charset="-122"/>
              <a:ea typeface="微软雅黑" panose="020B0503020204020204" charset="-122"/>
            </a:endParaRPr>
          </a:p>
        </p:txBody>
      </p:sp>
      <p:graphicFrame>
        <p:nvGraphicFramePr>
          <p:cNvPr id="7" name="对象 6">
            <a:hlinkClick r:id="" action="ppaction://ole?verb="/>
          </p:cNvPr>
          <p:cNvGraphicFramePr>
            <a:graphicFrameLocks noChangeAspect="1"/>
          </p:cNvGraphicFramePr>
          <p:nvPr>
            <p:custDataLst>
              <p:tags r:id="rId6"/>
            </p:custDataLst>
          </p:nvPr>
        </p:nvGraphicFramePr>
        <p:xfrm>
          <a:off x="981710" y="1761490"/>
          <a:ext cx="4107180" cy="4839335"/>
        </p:xfrm>
        <a:graphic>
          <a:graphicData uri="http://schemas.openxmlformats.org/presentationml/2006/ole">
            <mc:AlternateContent xmlns:mc="http://schemas.openxmlformats.org/markup-compatibility/2006">
              <mc:Choice xmlns:v="urn:schemas-microsoft-com:vml" Requires="v">
                <p:oleObj spid="_x0000_s8" name="" r:id="rId7" imgW="4838700" imgH="5638800" progId="Equation.KSEE3">
                  <p:embed/>
                </p:oleObj>
              </mc:Choice>
              <mc:Fallback>
                <p:oleObj name="" r:id="rId7" imgW="4838700" imgH="5638800" progId="Equation.KSEE3">
                  <p:embed/>
                  <p:pic>
                    <p:nvPicPr>
                      <p:cNvPr id="0" name="图片 1024"/>
                      <p:cNvPicPr/>
                      <p:nvPr/>
                    </p:nvPicPr>
                    <p:blipFill>
                      <a:blip r:embed="rId8"/>
                      <a:stretch>
                        <a:fillRect/>
                      </a:stretch>
                    </p:blipFill>
                    <p:spPr>
                      <a:xfrm>
                        <a:off x="981710" y="1761490"/>
                        <a:ext cx="4107180" cy="4839335"/>
                      </a:xfrm>
                      <a:prstGeom prst="rect">
                        <a:avLst/>
                      </a:prstGeom>
                    </p:spPr>
                  </p:pic>
                </p:oleObj>
              </mc:Fallback>
            </mc:AlternateContent>
          </a:graphicData>
        </a:graphic>
      </p:graphicFrame>
      <p:sp>
        <p:nvSpPr>
          <p:cNvPr id="2" name="文本框 1"/>
          <p:cNvSpPr txBox="1"/>
          <p:nvPr>
            <p:custDataLst>
              <p:tags r:id="rId9"/>
            </p:custDataLst>
          </p:nvPr>
        </p:nvSpPr>
        <p:spPr>
          <a:xfrm>
            <a:off x="6630035" y="907415"/>
            <a:ext cx="4297680" cy="398780"/>
          </a:xfrm>
          <a:prstGeom prst="rect">
            <a:avLst/>
          </a:prstGeom>
          <a:noFill/>
        </p:spPr>
        <p:txBody>
          <a:bodyPr wrap="square" rtlCol="0">
            <a:spAutoFit/>
          </a:bodyPr>
          <a:p>
            <a:r>
              <a:rPr lang="en-US" altLang="zh-CN" sz="1000"/>
              <a:t>  </a:t>
            </a:r>
            <a:r>
              <a:rPr lang="zh-CN" altLang="en-US" sz="1000"/>
              <a:t>矩形波导是横截面为矩形的空心金属管，专门用于传输高频电磁信号。设矩形波导宽为</a:t>
            </a:r>
            <a:r>
              <a:rPr lang="en-US" altLang="zh-CN" sz="1000"/>
              <a:t>a</a:t>
            </a:r>
            <a:r>
              <a:rPr lang="zh-CN" altLang="en-US" sz="1000"/>
              <a:t>，</a:t>
            </a:r>
            <a:r>
              <a:rPr lang="zh-CN" altLang="en-US" sz="1000"/>
              <a:t>高为</a:t>
            </a:r>
            <a:r>
              <a:rPr lang="en-US" altLang="zh-CN" sz="1000"/>
              <a:t>b</a:t>
            </a:r>
            <a:r>
              <a:rPr lang="zh-CN" altLang="en-US" sz="1000"/>
              <a:t>，轴向方向沿着</a:t>
            </a:r>
            <a:r>
              <a:rPr lang="en-US" altLang="zh-CN" sz="1000"/>
              <a:t>+z</a:t>
            </a:r>
            <a:r>
              <a:rPr lang="zh-CN" altLang="en-US" sz="1000"/>
              <a:t>方向，求其内部的电场和</a:t>
            </a:r>
            <a:r>
              <a:rPr lang="zh-CN" altLang="en-US" sz="1000"/>
              <a:t>磁场。</a:t>
            </a:r>
            <a:endParaRPr lang="zh-CN" altLang="en-US" sz="1000"/>
          </a:p>
        </p:txBody>
      </p:sp>
      <p:sp>
        <p:nvSpPr>
          <p:cNvPr id="6" name="文本框 5"/>
          <p:cNvSpPr txBox="1"/>
          <p:nvPr>
            <p:custDataLst>
              <p:tags r:id="rId10"/>
            </p:custDataLst>
          </p:nvPr>
        </p:nvSpPr>
        <p:spPr>
          <a:xfrm>
            <a:off x="6733540" y="1299845"/>
            <a:ext cx="556895" cy="245110"/>
          </a:xfrm>
          <a:prstGeom prst="rect">
            <a:avLst/>
          </a:prstGeom>
          <a:noFill/>
        </p:spPr>
        <p:txBody>
          <a:bodyPr wrap="square" rtlCol="0">
            <a:spAutoFit/>
          </a:bodyPr>
          <a:p>
            <a:r>
              <a:rPr lang="zh-CN" altLang="en-US" sz="1000">
                <a:solidFill>
                  <a:schemeClr val="tx1"/>
                </a:solidFill>
                <a:latin typeface="微软雅黑" panose="020B0503020204020204" charset="-122"/>
                <a:ea typeface="微软雅黑" panose="020B0503020204020204" charset="-122"/>
              </a:rPr>
              <a:t>解：</a:t>
            </a:r>
            <a:endParaRPr lang="en-US" altLang="zh-CN" sz="1200">
              <a:latin typeface="微软雅黑" panose="020B0503020204020204" charset="-122"/>
              <a:ea typeface="微软雅黑" panose="020B0503020204020204" charset="-122"/>
            </a:endParaRPr>
          </a:p>
        </p:txBody>
      </p:sp>
      <p:graphicFrame>
        <p:nvGraphicFramePr>
          <p:cNvPr id="9" name="对象 8">
            <a:hlinkClick r:id="" action="ppaction://ole?verb="/>
          </p:cNvPr>
          <p:cNvGraphicFramePr>
            <a:graphicFrameLocks noChangeAspect="1"/>
          </p:cNvGraphicFramePr>
          <p:nvPr>
            <p:custDataLst>
              <p:tags r:id="rId11"/>
            </p:custDataLst>
          </p:nvPr>
        </p:nvGraphicFramePr>
        <p:xfrm>
          <a:off x="6895465" y="1463040"/>
          <a:ext cx="4296410" cy="5095875"/>
        </p:xfrm>
        <a:graphic>
          <a:graphicData uri="http://schemas.openxmlformats.org/presentationml/2006/ole">
            <mc:AlternateContent xmlns:mc="http://schemas.openxmlformats.org/markup-compatibility/2006">
              <mc:Choice xmlns:v="urn:schemas-microsoft-com:vml" Requires="v">
                <p:oleObj spid="_x0000_s10" name="" r:id="rId12" imgW="5054600" imgH="5905500" progId="Equation.KSEE3">
                  <p:embed/>
                </p:oleObj>
              </mc:Choice>
              <mc:Fallback>
                <p:oleObj name="" r:id="rId12" imgW="5054600" imgH="5905500" progId="Equation.KSEE3">
                  <p:embed/>
                  <p:pic>
                    <p:nvPicPr>
                      <p:cNvPr id="0" name="图片 1024"/>
                      <p:cNvPicPr/>
                      <p:nvPr/>
                    </p:nvPicPr>
                    <p:blipFill>
                      <a:blip r:embed="rId13"/>
                      <a:stretch>
                        <a:fillRect/>
                      </a:stretch>
                    </p:blipFill>
                    <p:spPr>
                      <a:xfrm>
                        <a:off x="6895465" y="1463040"/>
                        <a:ext cx="4296410" cy="5095875"/>
                      </a:xfrm>
                      <a:prstGeom prst="rect">
                        <a:avLst/>
                      </a:prstGeom>
                    </p:spPr>
                  </p:pic>
                </p:oleObj>
              </mc:Fallback>
            </mc:AlternateContent>
          </a:graphicData>
        </a:graphic>
      </p:graphicFrame>
      <p:pic>
        <p:nvPicPr>
          <p:cNvPr id="11" name="图片 10"/>
          <p:cNvPicPr>
            <a:picLocks noChangeAspect="1"/>
          </p:cNvPicPr>
          <p:nvPr/>
        </p:nvPicPr>
        <p:blipFill>
          <a:blip r:embed="rId14"/>
          <a:stretch>
            <a:fillRect/>
          </a:stretch>
        </p:blipFill>
        <p:spPr>
          <a:xfrm>
            <a:off x="12442825" y="1840230"/>
            <a:ext cx="3776980" cy="418020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8000" y="554567"/>
            <a:ext cx="2595880" cy="398780"/>
          </a:xfrm>
          <a:prstGeom prst="rect">
            <a:avLst/>
          </a:prstGeom>
          <a:noFill/>
        </p:spPr>
        <p:txBody>
          <a:bodyPr wrap="none" rtlCol="0">
            <a:spAutoFit/>
          </a:bodyPr>
          <a:lstStyle/>
          <a:p>
            <a:pPr algn="l"/>
            <a:r>
              <a:rPr lang="zh-CN" altLang="en-US" sz="2000" dirty="0"/>
              <a:t>四、</a:t>
            </a:r>
            <a:r>
              <a:rPr lang="zh-CN" altLang="en-US" sz="2000" dirty="0">
                <a:sym typeface="+mn-ea"/>
              </a:rPr>
              <a:t>时变电磁场</a:t>
            </a:r>
            <a:r>
              <a:rPr lang="en-US" altLang="zh-CN" sz="2000" dirty="0">
                <a:sym typeface="+mn-ea"/>
              </a:rPr>
              <a:t>-</a:t>
            </a:r>
            <a:r>
              <a:rPr lang="zh-CN" altLang="en-US" sz="2000" dirty="0">
                <a:sym typeface="+mn-ea"/>
              </a:rPr>
              <a:t>其他</a:t>
            </a:r>
            <a:endParaRPr lang="zh-CN" altLang="en-US" sz="2000" dirty="0">
              <a:sym typeface="+mn-ea"/>
            </a:endParaRPr>
          </a:p>
        </p:txBody>
      </p:sp>
      <p:sp>
        <p:nvSpPr>
          <p:cNvPr id="17" name="文本框 16"/>
          <p:cNvSpPr txBox="1"/>
          <p:nvPr/>
        </p:nvSpPr>
        <p:spPr>
          <a:xfrm>
            <a:off x="997271" y="1288064"/>
            <a:ext cx="1097280" cy="275590"/>
          </a:xfrm>
          <a:prstGeom prst="rect">
            <a:avLst/>
          </a:prstGeom>
          <a:noFill/>
        </p:spPr>
        <p:txBody>
          <a:bodyPr wrap="none" rtlCol="0">
            <a:spAutoFit/>
          </a:bodyPr>
          <a:lstStyle/>
          <a:p>
            <a:r>
              <a:rPr lang="zh-CN" altLang="en-US" sz="1200" dirty="0"/>
              <a:t>坡印廷</a:t>
            </a:r>
            <a:r>
              <a:rPr lang="zh-CN" altLang="en-US" sz="1200" dirty="0"/>
              <a:t>定理：</a:t>
            </a:r>
            <a:endParaRPr lang="zh-CN" altLang="en-US" sz="1200" dirty="0"/>
          </a:p>
        </p:txBody>
      </p:sp>
      <p:sp>
        <p:nvSpPr>
          <p:cNvPr id="2" name="文本框 1"/>
          <p:cNvSpPr txBox="1"/>
          <p:nvPr/>
        </p:nvSpPr>
        <p:spPr>
          <a:xfrm>
            <a:off x="989965" y="2440940"/>
            <a:ext cx="7907020" cy="1068070"/>
          </a:xfrm>
          <a:prstGeom prst="rect">
            <a:avLst/>
          </a:prstGeom>
          <a:noFill/>
        </p:spPr>
        <p:txBody>
          <a:bodyPr wrap="square" rtlCol="0">
            <a:spAutoFit/>
          </a:bodyPr>
          <a:lstStyle/>
          <a:p>
            <a:r>
              <a:rPr lang="zh-CN" altLang="en-US" sz="1200" dirty="0"/>
              <a:t>趋肤效应</a:t>
            </a:r>
            <a:r>
              <a:rPr lang="en-US" altLang="zh-CN" sz="1200" dirty="0"/>
              <a:t>:</a:t>
            </a:r>
            <a:endParaRPr lang="en-US" altLang="zh-CN" sz="1200" dirty="0"/>
          </a:p>
          <a:p>
            <a:pPr>
              <a:lnSpc>
                <a:spcPct val="110000"/>
              </a:lnSpc>
            </a:pPr>
            <a:r>
              <a:rPr lang="en-US" altLang="zh-CN" sz="1200" dirty="0">
                <a:latin typeface="宋体" panose="02010600030101010101" pitchFamily="2" charset="-122"/>
                <a:ea typeface="宋体" panose="02010600030101010101" pitchFamily="2" charset="-122"/>
                <a:cs typeface="宋体" panose="02010600030101010101" pitchFamily="2" charset="-122"/>
              </a:rPr>
              <a:t>  </a:t>
            </a:r>
            <a:r>
              <a:rPr lang="zh-CN" altLang="en-US" sz="1200" dirty="0">
                <a:latin typeface="宋体" panose="02010600030101010101" pitchFamily="2" charset="-122"/>
                <a:ea typeface="宋体" panose="02010600030101010101" pitchFamily="2" charset="-122"/>
                <a:cs typeface="宋体" panose="02010600030101010101" pitchFamily="2" charset="-122"/>
              </a:rPr>
              <a:t>当导体流过直流电流时，电流横截面上是均匀分布的；但是当导体流过交流电流时，电流会产生交变磁场，交变磁场又会产生反向电场，阻碍原电流的变化，这种反向电场在横截面上呈现中心大边缘小的特点，且随着频率提高而增大，因此</a:t>
            </a:r>
            <a:r>
              <a:rPr lang="zh-CN" altLang="en-US" sz="1200" u="sng" dirty="0">
                <a:solidFill>
                  <a:srgbClr val="FF0000"/>
                </a:solidFill>
                <a:latin typeface="宋体" panose="02010600030101010101" pitchFamily="2" charset="-122"/>
                <a:ea typeface="宋体" panose="02010600030101010101" pitchFamily="2" charset="-122"/>
                <a:cs typeface="宋体" panose="02010600030101010101" pitchFamily="2" charset="-122"/>
              </a:rPr>
              <a:t>在高频场景下，交流电流主要集中在导体表面很薄的体积内</a:t>
            </a:r>
            <a:r>
              <a:rPr lang="zh-CN" altLang="en-US" sz="1200" dirty="0">
                <a:latin typeface="宋体" panose="02010600030101010101" pitchFamily="2" charset="-122"/>
                <a:ea typeface="宋体" panose="02010600030101010101" pitchFamily="2" charset="-122"/>
                <a:cs typeface="宋体" panose="02010600030101010101" pitchFamily="2" charset="-122"/>
              </a:rPr>
              <a:t>，导体内部绝大多数地方电流和电磁场为</a:t>
            </a:r>
            <a:r>
              <a:rPr lang="en-US" altLang="zh-CN" sz="1200" dirty="0">
                <a:latin typeface="宋体" panose="02010600030101010101" pitchFamily="2" charset="-122"/>
                <a:ea typeface="宋体" panose="02010600030101010101" pitchFamily="2" charset="-122"/>
                <a:cs typeface="宋体" panose="02010600030101010101" pitchFamily="2" charset="-122"/>
              </a:rPr>
              <a:t>0</a:t>
            </a:r>
            <a:r>
              <a:rPr lang="zh-CN" altLang="en-US" sz="1200" dirty="0">
                <a:latin typeface="宋体" panose="02010600030101010101" pitchFamily="2" charset="-122"/>
                <a:ea typeface="宋体" panose="02010600030101010101" pitchFamily="2" charset="-122"/>
                <a:cs typeface="宋体" panose="02010600030101010101" pitchFamily="2" charset="-122"/>
              </a:rPr>
              <a:t>。</a:t>
            </a:r>
            <a:r>
              <a:rPr lang="en-US" altLang="zh-CN" sz="1200" dirty="0">
                <a:latin typeface="宋体" panose="02010600030101010101" pitchFamily="2" charset="-122"/>
                <a:ea typeface="宋体" panose="02010600030101010101" pitchFamily="2" charset="-122"/>
                <a:cs typeface="宋体" panose="02010600030101010101" pitchFamily="2" charset="-122"/>
              </a:rPr>
              <a:t> </a:t>
            </a:r>
            <a:endParaRPr lang="en-US" altLang="zh-CN" sz="1200" dirty="0">
              <a:latin typeface="宋体" panose="02010600030101010101" pitchFamily="2" charset="-122"/>
              <a:ea typeface="宋体" panose="02010600030101010101" pitchFamily="2" charset="-122"/>
              <a:cs typeface="宋体" panose="02010600030101010101" pitchFamily="2" charset="-122"/>
            </a:endParaRPr>
          </a:p>
          <a:p>
            <a:r>
              <a:rPr lang="en-US" altLang="zh-CN" sz="1200" dirty="0">
                <a:latin typeface="宋体" panose="02010600030101010101" pitchFamily="2" charset="-122"/>
                <a:ea typeface="宋体" panose="02010600030101010101" pitchFamily="2" charset="-122"/>
                <a:cs typeface="宋体" panose="02010600030101010101" pitchFamily="2" charset="-122"/>
              </a:rPr>
              <a:t>  </a:t>
            </a:r>
            <a:r>
              <a:rPr lang="zh-CN" altLang="en-US" sz="1200" dirty="0">
                <a:latin typeface="宋体" panose="02010600030101010101" pitchFamily="2" charset="-122"/>
                <a:ea typeface="宋体" panose="02010600030101010101" pitchFamily="2" charset="-122"/>
                <a:cs typeface="宋体" panose="02010600030101010101" pitchFamily="2" charset="-122"/>
              </a:rPr>
              <a:t>使用趋肤深度表示导体</a:t>
            </a:r>
            <a:r>
              <a:rPr lang="zh-CN" altLang="en-US" sz="1200" dirty="0">
                <a:latin typeface="宋体" panose="02010600030101010101" pitchFamily="2" charset="-122"/>
                <a:ea typeface="宋体" panose="02010600030101010101" pitchFamily="2" charset="-122"/>
                <a:cs typeface="宋体" panose="02010600030101010101" pitchFamily="2" charset="-122"/>
              </a:rPr>
              <a:t>内部电流幅度衰减到表面约</a:t>
            </a:r>
            <a:r>
              <a:rPr lang="en-US" altLang="zh-CN" sz="1200" dirty="0">
                <a:latin typeface="宋体" panose="02010600030101010101" pitchFamily="2" charset="-122"/>
                <a:ea typeface="宋体" panose="02010600030101010101" pitchFamily="2" charset="-122"/>
                <a:cs typeface="宋体" panose="02010600030101010101" pitchFamily="2" charset="-122"/>
              </a:rPr>
              <a:t>37%</a:t>
            </a:r>
            <a:r>
              <a:rPr lang="zh-CN" altLang="en-US" sz="1200" dirty="0">
                <a:latin typeface="宋体" panose="02010600030101010101" pitchFamily="2" charset="-122"/>
                <a:ea typeface="宋体" panose="02010600030101010101" pitchFamily="2" charset="-122"/>
                <a:cs typeface="宋体" panose="02010600030101010101" pitchFamily="2" charset="-122"/>
              </a:rPr>
              <a:t>大小时的深度：</a:t>
            </a:r>
            <a:endParaRPr lang="zh-CN" altLang="en-US" sz="1200" dirty="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7" name="对象 6">
            <a:hlinkClick r:id="" action="ppaction://ole?verb="/>
          </p:cNvPr>
          <p:cNvGraphicFramePr>
            <a:graphicFrameLocks noChangeAspect="1"/>
          </p:cNvGraphicFramePr>
          <p:nvPr/>
        </p:nvGraphicFramePr>
        <p:xfrm>
          <a:off x="1824673" y="1898015"/>
          <a:ext cx="1160780" cy="281305"/>
        </p:xfrm>
        <a:graphic>
          <a:graphicData uri="http://schemas.openxmlformats.org/presentationml/2006/ole">
            <mc:AlternateContent xmlns:mc="http://schemas.openxmlformats.org/markup-compatibility/2006">
              <mc:Choice xmlns:v="urn:schemas-microsoft-com:vml" Requires="v">
                <p:oleObj spid="_x0000_s8" name="" r:id="rId1" imgW="1016000" imgH="241300" progId="Equation.KSEE3">
                  <p:embed/>
                </p:oleObj>
              </mc:Choice>
              <mc:Fallback>
                <p:oleObj name="" r:id="rId1" imgW="1016000" imgH="241300" progId="Equation.KSEE3">
                  <p:embed/>
                  <p:pic>
                    <p:nvPicPr>
                      <p:cNvPr id="0" name="图片 1024"/>
                      <p:cNvPicPr/>
                      <p:nvPr/>
                    </p:nvPicPr>
                    <p:blipFill>
                      <a:blip r:embed="rId2"/>
                      <a:stretch>
                        <a:fillRect/>
                      </a:stretch>
                    </p:blipFill>
                    <p:spPr>
                      <a:xfrm>
                        <a:off x="1824673" y="1898015"/>
                        <a:ext cx="1160780" cy="281305"/>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2047240" y="1221105"/>
          <a:ext cx="3210560" cy="465455"/>
        </p:xfrm>
        <a:graphic>
          <a:graphicData uri="http://schemas.openxmlformats.org/presentationml/2006/ole">
            <mc:AlternateContent xmlns:mc="http://schemas.openxmlformats.org/markup-compatibility/2006">
              <mc:Choice xmlns:v="urn:schemas-microsoft-com:vml" Requires="v">
                <p:oleObj spid="_x0000_s5" name="" r:id="rId3" imgW="3213100" imgH="457200" progId="Equation.KSEE3">
                  <p:embed/>
                </p:oleObj>
              </mc:Choice>
              <mc:Fallback>
                <p:oleObj name="" r:id="rId3" imgW="3213100" imgH="457200" progId="Equation.KSEE3">
                  <p:embed/>
                  <p:pic>
                    <p:nvPicPr>
                      <p:cNvPr id="0" name="图片 1024"/>
                      <p:cNvPicPr/>
                      <p:nvPr/>
                    </p:nvPicPr>
                    <p:blipFill>
                      <a:blip r:embed="rId4"/>
                      <a:stretch>
                        <a:fillRect/>
                      </a:stretch>
                    </p:blipFill>
                    <p:spPr>
                      <a:xfrm>
                        <a:off x="2047240" y="1221105"/>
                        <a:ext cx="3210560" cy="465455"/>
                      </a:xfrm>
                      <a:prstGeom prst="rect">
                        <a:avLst/>
                      </a:prstGeom>
                    </p:spPr>
                  </p:pic>
                </p:oleObj>
              </mc:Fallback>
            </mc:AlternateContent>
          </a:graphicData>
        </a:graphic>
      </p:graphicFrame>
      <p:sp>
        <p:nvSpPr>
          <p:cNvPr id="6" name="文本框 5"/>
          <p:cNvSpPr txBox="1"/>
          <p:nvPr/>
        </p:nvSpPr>
        <p:spPr>
          <a:xfrm>
            <a:off x="1006161" y="1898299"/>
            <a:ext cx="944880" cy="275590"/>
          </a:xfrm>
          <a:prstGeom prst="rect">
            <a:avLst/>
          </a:prstGeom>
          <a:noFill/>
        </p:spPr>
        <p:txBody>
          <a:bodyPr wrap="none" rtlCol="0">
            <a:spAutoFit/>
          </a:bodyPr>
          <a:lstStyle/>
          <a:p>
            <a:r>
              <a:rPr lang="zh-CN" altLang="en-US" sz="1200" dirty="0"/>
              <a:t>洛伦兹力：</a:t>
            </a:r>
            <a:endParaRPr lang="zh-CN" altLang="en-US" sz="1200" dirty="0"/>
          </a:p>
        </p:txBody>
      </p:sp>
      <p:graphicFrame>
        <p:nvGraphicFramePr>
          <p:cNvPr id="9" name="对象 8">
            <a:hlinkClick r:id="" action="ppaction://ole?verb="/>
          </p:cNvPr>
          <p:cNvGraphicFramePr>
            <a:graphicFrameLocks noChangeAspect="1"/>
          </p:cNvGraphicFramePr>
          <p:nvPr/>
        </p:nvGraphicFramePr>
        <p:xfrm>
          <a:off x="4243705" y="3536950"/>
          <a:ext cx="1276350" cy="456565"/>
        </p:xfrm>
        <a:graphic>
          <a:graphicData uri="http://schemas.openxmlformats.org/presentationml/2006/ole">
            <mc:AlternateContent xmlns:mc="http://schemas.openxmlformats.org/markup-compatibility/2006">
              <mc:Choice xmlns:v="urn:schemas-microsoft-com:vml" Requires="v">
                <p:oleObj spid="_x0000_s10" name="" r:id="rId5" imgW="1346200" imgH="469900" progId="Equation.KSEE3">
                  <p:embed/>
                </p:oleObj>
              </mc:Choice>
              <mc:Fallback>
                <p:oleObj name="" r:id="rId5" imgW="1346200" imgH="469900" progId="Equation.KSEE3">
                  <p:embed/>
                  <p:pic>
                    <p:nvPicPr>
                      <p:cNvPr id="0" name="图片 1024"/>
                      <p:cNvPicPr/>
                      <p:nvPr/>
                    </p:nvPicPr>
                    <p:blipFill>
                      <a:blip r:embed="rId6"/>
                      <a:stretch>
                        <a:fillRect/>
                      </a:stretch>
                    </p:blipFill>
                    <p:spPr>
                      <a:xfrm>
                        <a:off x="4243705" y="3536950"/>
                        <a:ext cx="1276350" cy="456565"/>
                      </a:xfrm>
                      <a:prstGeom prst="rect">
                        <a:avLst/>
                      </a:prstGeom>
                    </p:spPr>
                  </p:pic>
                </p:oleObj>
              </mc:Fallback>
            </mc:AlternateContent>
          </a:graphicData>
        </a:graphic>
      </p:graphicFrame>
      <p:sp>
        <p:nvSpPr>
          <p:cNvPr id="11" name="文本框 10"/>
          <p:cNvSpPr txBox="1"/>
          <p:nvPr/>
        </p:nvSpPr>
        <p:spPr>
          <a:xfrm>
            <a:off x="1044575" y="4263390"/>
            <a:ext cx="9173845" cy="681355"/>
          </a:xfrm>
          <a:prstGeom prst="rect">
            <a:avLst/>
          </a:prstGeom>
          <a:noFill/>
        </p:spPr>
        <p:txBody>
          <a:bodyPr wrap="square" rtlCol="0" anchor="t">
            <a:spAutoFit/>
          </a:bodyPr>
          <a:p>
            <a:pPr algn="l">
              <a:buClrTx/>
              <a:buSzTx/>
              <a:buFontTx/>
            </a:pPr>
            <a:r>
              <a:rPr lang="zh-CN" altLang="en-US" sz="1200" dirty="0">
                <a:sym typeface="+mn-ea"/>
              </a:rPr>
              <a:t>集</a:t>
            </a:r>
            <a:r>
              <a:rPr lang="zh-CN" altLang="en-US" sz="1200" dirty="0">
                <a:sym typeface="+mn-ea"/>
              </a:rPr>
              <a:t>总</a:t>
            </a:r>
            <a:r>
              <a:rPr lang="zh-CN" altLang="en-US" sz="1200" dirty="0">
                <a:sym typeface="+mn-ea"/>
              </a:rPr>
              <a:t>参数电路与分布参数电路：</a:t>
            </a:r>
            <a:endParaRPr lang="zh-CN" altLang="en-US" sz="1200" dirty="0">
              <a:sym typeface="+mn-ea"/>
            </a:endParaRPr>
          </a:p>
          <a:p>
            <a:pPr>
              <a:lnSpc>
                <a:spcPct val="110000"/>
              </a:lnSpc>
            </a:pPr>
            <a:r>
              <a:rPr lang="en-US" altLang="zh-CN" sz="12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1200" dirty="0">
                <a:latin typeface="宋体" panose="02010600030101010101" pitchFamily="2" charset="-122"/>
                <a:ea typeface="宋体" panose="02010600030101010101" pitchFamily="2" charset="-122"/>
                <a:cs typeface="宋体" panose="02010600030101010101" pitchFamily="2" charset="-122"/>
                <a:sym typeface="+mn-ea"/>
              </a:rPr>
              <a:t>虽然我们常说低于</a:t>
            </a:r>
            <a:r>
              <a:rPr lang="en-US" altLang="zh-CN" sz="1200" dirty="0">
                <a:latin typeface="宋体" panose="02010600030101010101" pitchFamily="2" charset="-122"/>
                <a:ea typeface="宋体" panose="02010600030101010101" pitchFamily="2" charset="-122"/>
                <a:cs typeface="宋体" panose="02010600030101010101" pitchFamily="2" charset="-122"/>
                <a:sym typeface="+mn-ea"/>
              </a:rPr>
              <a:t>1MHz</a:t>
            </a:r>
            <a:r>
              <a:rPr lang="zh-CN" altLang="en-US" sz="1200" dirty="0">
                <a:latin typeface="宋体" panose="02010600030101010101" pitchFamily="2" charset="-122"/>
                <a:ea typeface="宋体" panose="02010600030101010101" pitchFamily="2" charset="-122"/>
                <a:cs typeface="宋体" panose="02010600030101010101" pitchFamily="2" charset="-122"/>
                <a:sym typeface="+mn-ea"/>
              </a:rPr>
              <a:t>的属于低频电路（集</a:t>
            </a:r>
            <a:r>
              <a:rPr lang="zh-CN" altLang="en-US" sz="1200" dirty="0">
                <a:latin typeface="宋体" panose="02010600030101010101" pitchFamily="2" charset="-122"/>
                <a:ea typeface="宋体" panose="02010600030101010101" pitchFamily="2" charset="-122"/>
                <a:cs typeface="宋体" panose="02010600030101010101" pitchFamily="2" charset="-122"/>
                <a:sym typeface="+mn-ea"/>
              </a:rPr>
              <a:t>总</a:t>
            </a:r>
            <a:r>
              <a:rPr lang="zh-CN" altLang="en-US" sz="1200" dirty="0">
                <a:latin typeface="宋体" panose="02010600030101010101" pitchFamily="2" charset="-122"/>
                <a:ea typeface="宋体" panose="02010600030101010101" pitchFamily="2" charset="-122"/>
                <a:cs typeface="宋体" panose="02010600030101010101" pitchFamily="2" charset="-122"/>
                <a:sym typeface="+mn-ea"/>
              </a:rPr>
              <a:t>参数电路），不需要考虑电磁场效应，只需使用经典电路理论就能分析，但实际这个说法并不准确，真正区分集总电路与分布电路的是依据物体的电长度</a:t>
            </a:r>
            <a:r>
              <a:rPr lang="en-US" altLang="zh-CN" sz="1200" dirty="0">
                <a:latin typeface="宋体" panose="02010600030101010101" pitchFamily="2" charset="-122"/>
                <a:ea typeface="宋体" panose="02010600030101010101" pitchFamily="2" charset="-122"/>
                <a:cs typeface="宋体" panose="02010600030101010101" pitchFamily="2" charset="-122"/>
                <a:sym typeface="+mn-ea"/>
              </a:rPr>
              <a:t>L</a:t>
            </a:r>
            <a:r>
              <a:rPr lang="en-US" altLang="zh-CN" sz="1200" baseline="-25000" dirty="0">
                <a:latin typeface="宋体" panose="02010600030101010101" pitchFamily="2" charset="-122"/>
                <a:ea typeface="宋体" panose="02010600030101010101" pitchFamily="2" charset="-122"/>
                <a:cs typeface="宋体" panose="02010600030101010101" pitchFamily="2" charset="-122"/>
                <a:sym typeface="+mn-ea"/>
              </a:rPr>
              <a:t>e</a:t>
            </a:r>
            <a:r>
              <a:rPr lang="zh-CN" altLang="en-US" sz="1200" dirty="0">
                <a:latin typeface="宋体" panose="02010600030101010101" pitchFamily="2" charset="-122"/>
                <a:ea typeface="宋体" panose="02010600030101010101" pitchFamily="2" charset="-122"/>
                <a:cs typeface="宋体" panose="02010600030101010101" pitchFamily="2" charset="-122"/>
                <a:sym typeface="+mn-ea"/>
              </a:rPr>
              <a:t>，它等于物体的物理长度</a:t>
            </a:r>
            <a:r>
              <a:rPr lang="en-US" altLang="zh-CN" sz="1200" dirty="0">
                <a:latin typeface="宋体" panose="02010600030101010101" pitchFamily="2" charset="-122"/>
                <a:ea typeface="宋体" panose="02010600030101010101" pitchFamily="2" charset="-122"/>
                <a:cs typeface="宋体" panose="02010600030101010101" pitchFamily="2" charset="-122"/>
                <a:sym typeface="+mn-ea"/>
              </a:rPr>
              <a:t>L</a:t>
            </a:r>
            <a:r>
              <a:rPr lang="zh-CN" altLang="en-US" sz="1200" dirty="0">
                <a:latin typeface="宋体" panose="02010600030101010101" pitchFamily="2" charset="-122"/>
                <a:ea typeface="宋体" panose="02010600030101010101" pitchFamily="2" charset="-122"/>
                <a:cs typeface="宋体" panose="02010600030101010101" pitchFamily="2" charset="-122"/>
                <a:sym typeface="+mn-ea"/>
              </a:rPr>
              <a:t>除以信号的波长λ：</a:t>
            </a:r>
            <a:endParaRPr lang="zh-CN" altLang="en-US" sz="1200" dirty="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12" name="图片 11"/>
          <p:cNvPicPr>
            <a:picLocks noChangeAspect="1"/>
          </p:cNvPicPr>
          <p:nvPr/>
        </p:nvPicPr>
        <p:blipFill>
          <a:blip r:embed="rId7"/>
          <a:stretch>
            <a:fillRect/>
          </a:stretch>
        </p:blipFill>
        <p:spPr>
          <a:xfrm>
            <a:off x="9192895" y="2616200"/>
            <a:ext cx="2189480" cy="1609090"/>
          </a:xfrm>
          <a:prstGeom prst="rect">
            <a:avLst/>
          </a:prstGeom>
        </p:spPr>
      </p:pic>
      <p:graphicFrame>
        <p:nvGraphicFramePr>
          <p:cNvPr id="13" name="对象 12">
            <a:hlinkClick r:id="" action="ppaction://ole?verb="/>
          </p:cNvPr>
          <p:cNvGraphicFramePr>
            <a:graphicFrameLocks noChangeAspect="1"/>
          </p:cNvGraphicFramePr>
          <p:nvPr/>
        </p:nvGraphicFramePr>
        <p:xfrm>
          <a:off x="1369378" y="4982845"/>
          <a:ext cx="6055995" cy="603885"/>
        </p:xfrm>
        <a:graphic>
          <a:graphicData uri="http://schemas.openxmlformats.org/presentationml/2006/ole">
            <mc:AlternateContent xmlns:mc="http://schemas.openxmlformats.org/markup-compatibility/2006">
              <mc:Choice xmlns:v="urn:schemas-microsoft-com:vml" Requires="v">
                <p:oleObj spid="_x0000_s14" name="" r:id="rId8" imgW="6794500" imgH="660400" progId="Equation.KSEE3">
                  <p:embed/>
                </p:oleObj>
              </mc:Choice>
              <mc:Fallback>
                <p:oleObj name="" r:id="rId8" imgW="6794500" imgH="660400" progId="Equation.KSEE3">
                  <p:embed/>
                  <p:pic>
                    <p:nvPicPr>
                      <p:cNvPr id="0" name="图片 1024"/>
                      <p:cNvPicPr/>
                      <p:nvPr/>
                    </p:nvPicPr>
                    <p:blipFill>
                      <a:blip r:embed="rId9"/>
                      <a:stretch>
                        <a:fillRect/>
                      </a:stretch>
                    </p:blipFill>
                    <p:spPr>
                      <a:xfrm>
                        <a:off x="1369378" y="4982845"/>
                        <a:ext cx="6055995" cy="603885"/>
                      </a:xfrm>
                      <a:prstGeom prst="rect">
                        <a:avLst/>
                      </a:prstGeom>
                    </p:spPr>
                  </p:pic>
                </p:oleObj>
              </mc:Fallback>
            </mc:AlternateContent>
          </a:graphicData>
        </a:graphic>
      </p:graphicFrame>
      <p:pic>
        <p:nvPicPr>
          <p:cNvPr id="15" name="图片 14" descr="3e168fb8ce12a77ad5754865a2794b6b"/>
          <p:cNvPicPr>
            <a:picLocks noChangeAspect="1"/>
          </p:cNvPicPr>
          <p:nvPr/>
        </p:nvPicPr>
        <p:blipFill>
          <a:blip r:embed="rId10"/>
          <a:srcRect l="25527" t="9097" b="9138"/>
          <a:stretch>
            <a:fillRect/>
          </a:stretch>
        </p:blipFill>
        <p:spPr>
          <a:xfrm>
            <a:off x="8098155" y="5039360"/>
            <a:ext cx="3714115" cy="1308735"/>
          </a:xfrm>
          <a:prstGeom prst="rect">
            <a:avLst/>
          </a:prstGeom>
        </p:spPr>
      </p:pic>
      <p:pic>
        <p:nvPicPr>
          <p:cNvPr id="16" name="图片 15"/>
          <p:cNvPicPr>
            <a:picLocks noChangeAspect="1"/>
          </p:cNvPicPr>
          <p:nvPr/>
        </p:nvPicPr>
        <p:blipFill>
          <a:blip r:embed="rId11"/>
          <a:srcRect l="7747" t="21108"/>
          <a:stretch>
            <a:fillRect/>
          </a:stretch>
        </p:blipFill>
        <p:spPr>
          <a:xfrm>
            <a:off x="8662035" y="138430"/>
            <a:ext cx="3250565" cy="23164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1"/>
          <p:cNvSpPr>
            <a:spLocks noGrp="1"/>
          </p:cNvSpPr>
          <p:nvPr/>
        </p:nvSpPr>
        <p:spPr>
          <a:xfrm>
            <a:off x="1275715" y="1362075"/>
            <a:ext cx="9144000" cy="102679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3600" dirty="0">
                <a:sym typeface="+mn-ea"/>
              </a:rPr>
              <a:t>总结和</a:t>
            </a:r>
            <a:r>
              <a:rPr lang="zh-CN" altLang="en-US" sz="3600" dirty="0">
                <a:sym typeface="+mn-ea"/>
              </a:rPr>
              <a:t>补充</a:t>
            </a:r>
            <a:endParaRPr lang="zh-CN" altLang="en-US" sz="3600" dirty="0">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78155" y="209762"/>
            <a:ext cx="690880" cy="398780"/>
          </a:xfrm>
          <a:prstGeom prst="rect">
            <a:avLst/>
          </a:prstGeom>
          <a:noFill/>
        </p:spPr>
        <p:txBody>
          <a:bodyPr wrap="none" rtlCol="0">
            <a:spAutoFit/>
          </a:bodyPr>
          <a:lstStyle/>
          <a:p>
            <a:pPr algn="l"/>
            <a:r>
              <a:rPr lang="zh-CN" altLang="en-US" sz="2000" dirty="0"/>
              <a:t>总结</a:t>
            </a:r>
            <a:endParaRPr lang="zh-CN" altLang="en-US" sz="2000" dirty="0"/>
          </a:p>
        </p:txBody>
      </p:sp>
      <p:sp>
        <p:nvSpPr>
          <p:cNvPr id="2" name="文本框 1"/>
          <p:cNvSpPr txBox="1"/>
          <p:nvPr/>
        </p:nvSpPr>
        <p:spPr>
          <a:xfrm>
            <a:off x="664210" y="580390"/>
            <a:ext cx="10557510" cy="699135"/>
          </a:xfrm>
          <a:prstGeom prst="rect">
            <a:avLst/>
          </a:prstGeom>
          <a:noFill/>
        </p:spPr>
        <p:txBody>
          <a:bodyPr wrap="square" rtlCol="0" anchor="t">
            <a:spAutoFit/>
          </a:bodyPr>
          <a:p>
            <a:pPr>
              <a:lnSpc>
                <a:spcPct val="110000"/>
              </a:lnSpc>
            </a:pPr>
            <a:r>
              <a:rPr lang="en-US" altLang="zh-CN" sz="1200">
                <a:latin typeface="宋体" panose="02010600030101010101" pitchFamily="2" charset="-122"/>
                <a:ea typeface="宋体" panose="02010600030101010101" pitchFamily="2" charset="-122"/>
                <a:cs typeface="宋体" panose="02010600030101010101" pitchFamily="2" charset="-122"/>
                <a:sym typeface="+mn-ea"/>
              </a:rPr>
              <a:t>  </a:t>
            </a:r>
            <a:r>
              <a:rPr lang="zh-CN" altLang="en-US" sz="1200">
                <a:latin typeface="宋体" panose="02010600030101010101" pitchFamily="2" charset="-122"/>
                <a:ea typeface="宋体" panose="02010600030101010101" pitchFamily="2" charset="-122"/>
                <a:cs typeface="宋体" panose="02010600030101010101" pitchFamily="2" charset="-122"/>
                <a:sym typeface="+mn-ea"/>
              </a:rPr>
              <a:t>本文档讲解的内容是描述宏观电磁现象的电磁场理论，按顺序分别介绍了静电场、恒定电流场、静磁场和时变电磁场。</a:t>
            </a:r>
            <a:endParaRPr lang="zh-CN" altLang="en-US" sz="1200">
              <a:latin typeface="宋体" panose="02010600030101010101" pitchFamily="2" charset="-122"/>
              <a:ea typeface="宋体" panose="02010600030101010101" pitchFamily="2" charset="-122"/>
              <a:cs typeface="宋体" panose="02010600030101010101" pitchFamily="2" charset="-122"/>
            </a:endParaRPr>
          </a:p>
          <a:p>
            <a:pPr>
              <a:lnSpc>
                <a:spcPct val="110000"/>
              </a:lnSpc>
            </a:pPr>
            <a:r>
              <a:rPr lang="en-US" altLang="zh-CN" sz="1200">
                <a:latin typeface="宋体" panose="02010600030101010101" pitchFamily="2" charset="-122"/>
                <a:ea typeface="宋体" panose="02010600030101010101" pitchFamily="2" charset="-122"/>
                <a:cs typeface="宋体" panose="02010600030101010101" pitchFamily="2" charset="-122"/>
                <a:sym typeface="+mn-ea"/>
              </a:rPr>
              <a:t>  </a:t>
            </a:r>
            <a:r>
              <a:rPr lang="zh-CN" altLang="en-US" sz="1200">
                <a:latin typeface="宋体" panose="02010600030101010101" pitchFamily="2" charset="-122"/>
                <a:ea typeface="宋体" panose="02010600030101010101" pitchFamily="2" charset="-122"/>
                <a:cs typeface="宋体" panose="02010600030101010101" pitchFamily="2" charset="-122"/>
                <a:sym typeface="+mn-ea"/>
              </a:rPr>
              <a:t>对于每个场，首先介绍它们在真空中的效应、各物理量之间的关系以及场的计算方法；然后再介绍它们在存在介质时的效应、各物理量之间的关系以及场的计算方法。本文档中涉及的介质都是线性、均匀、各项同性、非色散且形状较为简单的介质，对于复杂介质的计算请自行查阅《计算</a:t>
            </a:r>
            <a:r>
              <a:rPr lang="zh-CN" altLang="en-US" sz="1200">
                <a:latin typeface="宋体" panose="02010600030101010101" pitchFamily="2" charset="-122"/>
                <a:ea typeface="宋体" panose="02010600030101010101" pitchFamily="2" charset="-122"/>
                <a:cs typeface="宋体" panose="02010600030101010101" pitchFamily="2" charset="-122"/>
                <a:sym typeface="+mn-ea"/>
              </a:rPr>
              <a:t>电磁学》相关</a:t>
            </a:r>
            <a:r>
              <a:rPr lang="zh-CN" altLang="en-US" sz="1200">
                <a:latin typeface="宋体" panose="02010600030101010101" pitchFamily="2" charset="-122"/>
                <a:ea typeface="宋体" panose="02010600030101010101" pitchFamily="2" charset="-122"/>
                <a:cs typeface="宋体" panose="02010600030101010101" pitchFamily="2" charset="-122"/>
                <a:sym typeface="+mn-ea"/>
              </a:rPr>
              <a:t>书籍。</a:t>
            </a:r>
            <a:endParaRPr lang="zh-CN" altLang="en-US" sz="1200">
              <a:latin typeface="宋体" panose="02010600030101010101" pitchFamily="2" charset="-122"/>
              <a:ea typeface="宋体" panose="02010600030101010101" pitchFamily="2" charset="-122"/>
              <a:cs typeface="宋体" panose="02010600030101010101" pitchFamily="2" charset="-122"/>
              <a:sym typeface="+mn-ea"/>
            </a:endParaRPr>
          </a:p>
        </p:txBody>
      </p:sp>
      <p:pic>
        <p:nvPicPr>
          <p:cNvPr id="102" name="图片 101"/>
          <p:cNvPicPr>
            <a:picLocks noChangeAspect="1"/>
          </p:cNvPicPr>
          <p:nvPr/>
        </p:nvPicPr>
        <p:blipFill>
          <a:blip r:embed="rId1"/>
          <a:stretch>
            <a:fillRect/>
          </a:stretch>
        </p:blipFill>
        <p:spPr>
          <a:xfrm flipH="1">
            <a:off x="2514600" y="1548765"/>
            <a:ext cx="1409065" cy="2485390"/>
          </a:xfrm>
          <a:prstGeom prst="rect">
            <a:avLst/>
          </a:prstGeom>
        </p:spPr>
      </p:pic>
      <p:pic>
        <p:nvPicPr>
          <p:cNvPr id="99" name="图片 98"/>
          <p:cNvPicPr>
            <a:picLocks noChangeAspect="1"/>
          </p:cNvPicPr>
          <p:nvPr/>
        </p:nvPicPr>
        <p:blipFill>
          <a:blip r:embed="rId1"/>
          <a:stretch>
            <a:fillRect/>
          </a:stretch>
        </p:blipFill>
        <p:spPr>
          <a:xfrm>
            <a:off x="8293100" y="1493520"/>
            <a:ext cx="1438910" cy="2540635"/>
          </a:xfrm>
          <a:prstGeom prst="rect">
            <a:avLst/>
          </a:prstGeom>
        </p:spPr>
      </p:pic>
      <p:graphicFrame>
        <p:nvGraphicFramePr>
          <p:cNvPr id="16" name="对象 15">
            <a:hlinkClick r:id="" action="ppaction://ole?verb="/>
          </p:cNvPr>
          <p:cNvGraphicFramePr>
            <a:graphicFrameLocks noChangeAspect="1"/>
          </p:cNvGraphicFramePr>
          <p:nvPr/>
        </p:nvGraphicFramePr>
        <p:xfrm>
          <a:off x="3962400" y="3831590"/>
          <a:ext cx="949325" cy="278765"/>
        </p:xfrm>
        <a:graphic>
          <a:graphicData uri="http://schemas.openxmlformats.org/presentationml/2006/ole">
            <mc:AlternateContent xmlns:mc="http://schemas.openxmlformats.org/markup-compatibility/2006">
              <mc:Choice xmlns:v="urn:schemas-microsoft-com:vml" Requires="v">
                <p:oleObj spid="_x0000_s17" name="" r:id="rId2" imgW="736600" imgH="215900" progId="Equation.KSEE3">
                  <p:embed/>
                </p:oleObj>
              </mc:Choice>
              <mc:Fallback>
                <p:oleObj name="" r:id="rId2" imgW="736600" imgH="215900" progId="Equation.KSEE3">
                  <p:embed/>
                  <p:pic>
                    <p:nvPicPr>
                      <p:cNvPr id="0" name="图片 1024"/>
                      <p:cNvPicPr/>
                      <p:nvPr/>
                    </p:nvPicPr>
                    <p:blipFill>
                      <a:blip r:embed="rId3"/>
                      <a:stretch>
                        <a:fillRect/>
                      </a:stretch>
                    </p:blipFill>
                    <p:spPr>
                      <a:xfrm>
                        <a:off x="3962400" y="3831590"/>
                        <a:ext cx="949325" cy="278765"/>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3924300" y="2618740"/>
          <a:ext cx="946785" cy="294640"/>
        </p:xfrm>
        <a:graphic>
          <a:graphicData uri="http://schemas.openxmlformats.org/presentationml/2006/ole">
            <mc:AlternateContent xmlns:mc="http://schemas.openxmlformats.org/markup-compatibility/2006">
              <mc:Choice xmlns:v="urn:schemas-microsoft-com:vml" Requires="v">
                <p:oleObj spid="_x0000_s19" name="" r:id="rId4" imgW="736600" imgH="228600" progId="Equation.KSEE3">
                  <p:embed/>
                </p:oleObj>
              </mc:Choice>
              <mc:Fallback>
                <p:oleObj name="" r:id="rId4" imgW="736600" imgH="228600" progId="Equation.KSEE3">
                  <p:embed/>
                  <p:pic>
                    <p:nvPicPr>
                      <p:cNvPr id="0" name="图片 1024"/>
                      <p:cNvPicPr/>
                      <p:nvPr/>
                    </p:nvPicPr>
                    <p:blipFill>
                      <a:blip r:embed="rId5"/>
                      <a:stretch>
                        <a:fillRect/>
                      </a:stretch>
                    </p:blipFill>
                    <p:spPr>
                      <a:xfrm>
                        <a:off x="3924300" y="2618740"/>
                        <a:ext cx="946785" cy="294640"/>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4241800" y="1468120"/>
          <a:ext cx="525145" cy="263525"/>
        </p:xfrm>
        <a:graphic>
          <a:graphicData uri="http://schemas.openxmlformats.org/presentationml/2006/ole">
            <mc:AlternateContent xmlns:mc="http://schemas.openxmlformats.org/markup-compatibility/2006">
              <mc:Choice xmlns:v="urn:schemas-microsoft-com:vml" Requires="v">
                <p:oleObj spid="_x0000_s21" name="" r:id="rId6" imgW="431800" imgH="215900" progId="Equation.KSEE3">
                  <p:embed/>
                </p:oleObj>
              </mc:Choice>
              <mc:Fallback>
                <p:oleObj name="" r:id="rId6" imgW="431800" imgH="215900" progId="Equation.KSEE3">
                  <p:embed/>
                  <p:pic>
                    <p:nvPicPr>
                      <p:cNvPr id="0" name="图片 1024"/>
                      <p:cNvPicPr/>
                      <p:nvPr/>
                    </p:nvPicPr>
                    <p:blipFill>
                      <a:blip r:embed="rId7"/>
                      <a:stretch>
                        <a:fillRect/>
                      </a:stretch>
                    </p:blipFill>
                    <p:spPr>
                      <a:xfrm>
                        <a:off x="4241800" y="1468120"/>
                        <a:ext cx="525145" cy="263525"/>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3178810" y="3000375"/>
          <a:ext cx="1242060" cy="215900"/>
        </p:xfrm>
        <a:graphic>
          <a:graphicData uri="http://schemas.openxmlformats.org/presentationml/2006/ole">
            <mc:AlternateContent xmlns:mc="http://schemas.openxmlformats.org/markup-compatibility/2006">
              <mc:Choice xmlns:v="urn:schemas-microsoft-com:vml" Requires="v">
                <p:oleObj spid="_x0000_s35" name="" r:id="rId8" imgW="1397000" imgH="241300" progId="Equation.KSEE3">
                  <p:embed/>
                </p:oleObj>
              </mc:Choice>
              <mc:Fallback>
                <p:oleObj name="" r:id="rId8" imgW="1397000" imgH="241300" progId="Equation.KSEE3">
                  <p:embed/>
                  <p:pic>
                    <p:nvPicPr>
                      <p:cNvPr id="0" name="图片 1024"/>
                      <p:cNvPicPr/>
                      <p:nvPr/>
                    </p:nvPicPr>
                    <p:blipFill>
                      <a:blip r:embed="rId9">
                        <a:duotone>
                          <a:schemeClr val="accent2">
                            <a:shade val="45000"/>
                            <a:satMod val="135000"/>
                          </a:schemeClr>
                          <a:prstClr val="white"/>
                        </a:duotone>
                      </a:blip>
                      <a:stretch>
                        <a:fillRect/>
                      </a:stretch>
                    </p:blipFill>
                    <p:spPr>
                      <a:xfrm>
                        <a:off x="3178810" y="3000375"/>
                        <a:ext cx="1242060" cy="215900"/>
                      </a:xfrm>
                      <a:prstGeom prst="rect">
                        <a:avLst/>
                      </a:prstGeom>
                    </p:spPr>
                  </p:pic>
                </p:oleObj>
              </mc:Fallback>
            </mc:AlternateContent>
          </a:graphicData>
        </a:graphic>
      </p:graphicFrame>
      <p:graphicFrame>
        <p:nvGraphicFramePr>
          <p:cNvPr id="49" name="对象 48">
            <a:hlinkClick r:id="" action="ppaction://ole?verb="/>
          </p:cNvPr>
          <p:cNvGraphicFramePr>
            <a:graphicFrameLocks noChangeAspect="1"/>
          </p:cNvGraphicFramePr>
          <p:nvPr/>
        </p:nvGraphicFramePr>
        <p:xfrm>
          <a:off x="4551045" y="1965960"/>
          <a:ext cx="795655" cy="363220"/>
        </p:xfrm>
        <a:graphic>
          <a:graphicData uri="http://schemas.openxmlformats.org/presentationml/2006/ole">
            <mc:AlternateContent xmlns:mc="http://schemas.openxmlformats.org/markup-compatibility/2006">
              <mc:Choice xmlns:v="urn:schemas-microsoft-com:vml" Requires="v">
                <p:oleObj spid="_x0000_s50" name="" r:id="rId10" imgW="927100" imgH="419100" progId="Equation.KSEE3">
                  <p:embed/>
                </p:oleObj>
              </mc:Choice>
              <mc:Fallback>
                <p:oleObj name="" r:id="rId10" imgW="927100" imgH="419100" progId="Equation.KSEE3">
                  <p:embed/>
                  <p:pic>
                    <p:nvPicPr>
                      <p:cNvPr id="0" name="图片 1024"/>
                      <p:cNvPicPr/>
                      <p:nvPr/>
                    </p:nvPicPr>
                    <p:blipFill>
                      <a:blip r:embed="rId11"/>
                      <a:stretch>
                        <a:fillRect/>
                      </a:stretch>
                    </p:blipFill>
                    <p:spPr>
                      <a:xfrm>
                        <a:off x="4551045" y="1965960"/>
                        <a:ext cx="795655" cy="363220"/>
                      </a:xfrm>
                      <a:prstGeom prst="rect">
                        <a:avLst/>
                      </a:prstGeom>
                    </p:spPr>
                  </p:pic>
                </p:oleObj>
              </mc:Fallback>
            </mc:AlternateContent>
          </a:graphicData>
        </a:graphic>
      </p:graphicFrame>
      <p:graphicFrame>
        <p:nvGraphicFramePr>
          <p:cNvPr id="53" name="对象 52">
            <a:hlinkClick r:id="" action="ppaction://ole?verb="/>
          </p:cNvPr>
          <p:cNvGraphicFramePr>
            <a:graphicFrameLocks noChangeAspect="1"/>
          </p:cNvGraphicFramePr>
          <p:nvPr/>
        </p:nvGraphicFramePr>
        <p:xfrm>
          <a:off x="9732010" y="1673860"/>
          <a:ext cx="1304925" cy="655320"/>
        </p:xfrm>
        <a:graphic>
          <a:graphicData uri="http://schemas.openxmlformats.org/presentationml/2006/ole">
            <mc:AlternateContent xmlns:mc="http://schemas.openxmlformats.org/markup-compatibility/2006">
              <mc:Choice xmlns:v="urn:schemas-microsoft-com:vml" Requires="v">
                <p:oleObj spid="_x0000_s54" name="" r:id="rId12" imgW="1320165" imgH="660400" progId="Equation.KSEE3">
                  <p:embed/>
                </p:oleObj>
              </mc:Choice>
              <mc:Fallback>
                <p:oleObj name="" r:id="rId12" imgW="1320165" imgH="660400" progId="Equation.KSEE3">
                  <p:embed/>
                  <p:pic>
                    <p:nvPicPr>
                      <p:cNvPr id="0" name="图片 1024"/>
                      <p:cNvPicPr/>
                      <p:nvPr/>
                    </p:nvPicPr>
                    <p:blipFill>
                      <a:blip r:embed="rId13"/>
                      <a:stretch>
                        <a:fillRect/>
                      </a:stretch>
                    </p:blipFill>
                    <p:spPr>
                      <a:xfrm>
                        <a:off x="9732010" y="1673860"/>
                        <a:ext cx="1304925" cy="655320"/>
                      </a:xfrm>
                      <a:prstGeom prst="rect">
                        <a:avLst/>
                      </a:prstGeom>
                    </p:spPr>
                  </p:pic>
                </p:oleObj>
              </mc:Fallback>
            </mc:AlternateContent>
          </a:graphicData>
        </a:graphic>
      </p:graphicFrame>
      <p:graphicFrame>
        <p:nvGraphicFramePr>
          <p:cNvPr id="55" name="对象 54">
            <a:hlinkClick r:id="" action="ppaction://ole?verb="/>
          </p:cNvPr>
          <p:cNvGraphicFramePr>
            <a:graphicFrameLocks noChangeAspect="1"/>
          </p:cNvGraphicFramePr>
          <p:nvPr/>
        </p:nvGraphicFramePr>
        <p:xfrm>
          <a:off x="7095490" y="3805555"/>
          <a:ext cx="959485" cy="303530"/>
        </p:xfrm>
        <a:graphic>
          <a:graphicData uri="http://schemas.openxmlformats.org/presentationml/2006/ole">
            <mc:AlternateContent xmlns:mc="http://schemas.openxmlformats.org/markup-compatibility/2006">
              <mc:Choice xmlns:v="urn:schemas-microsoft-com:vml" Requires="v">
                <p:oleObj spid="_x0000_s56" name="" r:id="rId14" imgW="723900" imgH="228600" progId="Equation.KSEE3">
                  <p:embed/>
                </p:oleObj>
              </mc:Choice>
              <mc:Fallback>
                <p:oleObj name="" r:id="rId14" imgW="723900" imgH="228600" progId="Equation.KSEE3">
                  <p:embed/>
                  <p:pic>
                    <p:nvPicPr>
                      <p:cNvPr id="0" name="图片 1024"/>
                      <p:cNvPicPr/>
                      <p:nvPr/>
                    </p:nvPicPr>
                    <p:blipFill>
                      <a:blip r:embed="rId15"/>
                      <a:stretch>
                        <a:fillRect/>
                      </a:stretch>
                    </p:blipFill>
                    <p:spPr>
                      <a:xfrm>
                        <a:off x="7095490" y="3805555"/>
                        <a:ext cx="959485" cy="303530"/>
                      </a:xfrm>
                      <a:prstGeom prst="rect">
                        <a:avLst/>
                      </a:prstGeom>
                    </p:spPr>
                  </p:pic>
                </p:oleObj>
              </mc:Fallback>
            </mc:AlternateContent>
          </a:graphicData>
        </a:graphic>
      </p:graphicFrame>
      <p:graphicFrame>
        <p:nvGraphicFramePr>
          <p:cNvPr id="57" name="对象 56">
            <a:hlinkClick r:id="" action="ppaction://ole?verb="/>
          </p:cNvPr>
          <p:cNvGraphicFramePr>
            <a:graphicFrameLocks noChangeAspect="1"/>
          </p:cNvGraphicFramePr>
          <p:nvPr/>
        </p:nvGraphicFramePr>
        <p:xfrm>
          <a:off x="5069205" y="4032885"/>
          <a:ext cx="1558925" cy="320675"/>
        </p:xfrm>
        <a:graphic>
          <a:graphicData uri="http://schemas.openxmlformats.org/presentationml/2006/ole">
            <mc:AlternateContent xmlns:mc="http://schemas.openxmlformats.org/markup-compatibility/2006">
              <mc:Choice xmlns:v="urn:schemas-microsoft-com:vml" Requires="v">
                <p:oleObj spid="_x0000_s58" name="" r:id="rId16" imgW="1917065" imgH="393700" progId="Equation.KSEE3">
                  <p:embed/>
                </p:oleObj>
              </mc:Choice>
              <mc:Fallback>
                <p:oleObj name="" r:id="rId16" imgW="1917065" imgH="393700" progId="Equation.KSEE3">
                  <p:embed/>
                  <p:pic>
                    <p:nvPicPr>
                      <p:cNvPr id="0" name="图片 1024"/>
                      <p:cNvPicPr/>
                      <p:nvPr/>
                    </p:nvPicPr>
                    <p:blipFill>
                      <a:blip r:embed="rId17"/>
                      <a:stretch>
                        <a:fillRect/>
                      </a:stretch>
                    </p:blipFill>
                    <p:spPr>
                      <a:xfrm>
                        <a:off x="5069205" y="4032885"/>
                        <a:ext cx="1558925" cy="320675"/>
                      </a:xfrm>
                      <a:prstGeom prst="rect">
                        <a:avLst/>
                      </a:prstGeom>
                    </p:spPr>
                  </p:pic>
                </p:oleObj>
              </mc:Fallback>
            </mc:AlternateContent>
          </a:graphicData>
        </a:graphic>
      </p:graphicFrame>
      <p:cxnSp>
        <p:nvCxnSpPr>
          <p:cNvPr id="59" name="直接箭头连接符 58"/>
          <p:cNvCxnSpPr/>
          <p:nvPr/>
        </p:nvCxnSpPr>
        <p:spPr>
          <a:xfrm flipH="1" flipV="1">
            <a:off x="4912360" y="3961130"/>
            <a:ext cx="20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60" name="对象 59">
            <a:hlinkClick r:id="" action="ppaction://ole?verb="/>
          </p:cNvPr>
          <p:cNvGraphicFramePr>
            <a:graphicFrameLocks noChangeAspect="1"/>
          </p:cNvGraphicFramePr>
          <p:nvPr/>
        </p:nvGraphicFramePr>
        <p:xfrm>
          <a:off x="7103745" y="2606040"/>
          <a:ext cx="1028700" cy="299085"/>
        </p:xfrm>
        <a:graphic>
          <a:graphicData uri="http://schemas.openxmlformats.org/presentationml/2006/ole">
            <mc:AlternateContent xmlns:mc="http://schemas.openxmlformats.org/markup-compatibility/2006">
              <mc:Choice xmlns:v="urn:schemas-microsoft-com:vml" Requires="v">
                <p:oleObj spid="_x0000_s67" name="" r:id="rId18" imgW="787400" imgH="228600" progId="Equation.KSEE3">
                  <p:embed/>
                </p:oleObj>
              </mc:Choice>
              <mc:Fallback>
                <p:oleObj name="" r:id="rId18" imgW="787400" imgH="228600" progId="Equation.KSEE3">
                  <p:embed/>
                  <p:pic>
                    <p:nvPicPr>
                      <p:cNvPr id="0" name="图片 1024"/>
                      <p:cNvPicPr/>
                      <p:nvPr/>
                    </p:nvPicPr>
                    <p:blipFill>
                      <a:blip r:embed="rId19"/>
                      <a:stretch>
                        <a:fillRect/>
                      </a:stretch>
                    </p:blipFill>
                    <p:spPr>
                      <a:xfrm>
                        <a:off x="7103745" y="2606040"/>
                        <a:ext cx="1028700" cy="299085"/>
                      </a:xfrm>
                      <a:prstGeom prst="rect">
                        <a:avLst/>
                      </a:prstGeom>
                    </p:spPr>
                  </p:pic>
                </p:oleObj>
              </mc:Fallback>
            </mc:AlternateContent>
          </a:graphicData>
        </a:graphic>
      </p:graphicFrame>
      <p:graphicFrame>
        <p:nvGraphicFramePr>
          <p:cNvPr id="68" name="对象 67">
            <a:hlinkClick r:id="" action="ppaction://ole?verb="/>
          </p:cNvPr>
          <p:cNvGraphicFramePr>
            <a:graphicFrameLocks noChangeAspect="1"/>
          </p:cNvGraphicFramePr>
          <p:nvPr/>
        </p:nvGraphicFramePr>
        <p:xfrm>
          <a:off x="8317865" y="2651760"/>
          <a:ext cx="1203960" cy="229235"/>
        </p:xfrm>
        <a:graphic>
          <a:graphicData uri="http://schemas.openxmlformats.org/presentationml/2006/ole">
            <mc:AlternateContent xmlns:mc="http://schemas.openxmlformats.org/markup-compatibility/2006">
              <mc:Choice xmlns:v="urn:schemas-microsoft-com:vml" Requires="v">
                <p:oleObj spid="_x0000_s69" name="" r:id="rId20" imgW="1270000" imgH="241300" progId="Equation.KSEE3">
                  <p:embed/>
                </p:oleObj>
              </mc:Choice>
              <mc:Fallback>
                <p:oleObj name="" r:id="rId20" imgW="1270000" imgH="241300" progId="Equation.KSEE3">
                  <p:embed/>
                  <p:pic>
                    <p:nvPicPr>
                      <p:cNvPr id="0" name="图片 1024"/>
                      <p:cNvPicPr/>
                      <p:nvPr/>
                    </p:nvPicPr>
                    <p:blipFill>
                      <a:blip r:embed="rId21">
                        <a:duotone>
                          <a:schemeClr val="accent1">
                            <a:shade val="45000"/>
                            <a:satMod val="135000"/>
                          </a:schemeClr>
                          <a:prstClr val="white"/>
                        </a:duotone>
                      </a:blip>
                      <a:stretch>
                        <a:fillRect/>
                      </a:stretch>
                    </p:blipFill>
                    <p:spPr>
                      <a:xfrm>
                        <a:off x="8317865" y="2651760"/>
                        <a:ext cx="1203960" cy="229235"/>
                      </a:xfrm>
                      <a:prstGeom prst="rect">
                        <a:avLst/>
                      </a:prstGeom>
                    </p:spPr>
                  </p:pic>
                </p:oleObj>
              </mc:Fallback>
            </mc:AlternateContent>
          </a:graphicData>
        </a:graphic>
      </p:graphicFrame>
      <p:graphicFrame>
        <p:nvGraphicFramePr>
          <p:cNvPr id="70" name="对象 69">
            <a:hlinkClick r:id="" action="ppaction://ole?verb="/>
          </p:cNvPr>
          <p:cNvGraphicFramePr>
            <a:graphicFrameLocks noChangeAspect="1"/>
          </p:cNvGraphicFramePr>
          <p:nvPr/>
        </p:nvGraphicFramePr>
        <p:xfrm>
          <a:off x="2653665" y="2663190"/>
          <a:ext cx="1100455" cy="207010"/>
        </p:xfrm>
        <a:graphic>
          <a:graphicData uri="http://schemas.openxmlformats.org/presentationml/2006/ole">
            <mc:AlternateContent xmlns:mc="http://schemas.openxmlformats.org/markup-compatibility/2006">
              <mc:Choice xmlns:v="urn:schemas-microsoft-com:vml" Requires="v">
                <p:oleObj spid="_x0000_s71" name="" r:id="rId22" imgW="1219200" imgH="228600" progId="Equation.KSEE3">
                  <p:embed/>
                </p:oleObj>
              </mc:Choice>
              <mc:Fallback>
                <p:oleObj name="" r:id="rId22" imgW="1219200" imgH="228600" progId="Equation.KSEE3">
                  <p:embed/>
                  <p:pic>
                    <p:nvPicPr>
                      <p:cNvPr id="0" name="图片 1024"/>
                      <p:cNvPicPr/>
                      <p:nvPr/>
                    </p:nvPicPr>
                    <p:blipFill>
                      <a:blip r:embed="rId23">
                        <a:duotone>
                          <a:schemeClr val="accent1">
                            <a:shade val="45000"/>
                            <a:satMod val="135000"/>
                          </a:schemeClr>
                          <a:prstClr val="white"/>
                        </a:duotone>
                      </a:blip>
                      <a:stretch>
                        <a:fillRect/>
                      </a:stretch>
                    </p:blipFill>
                    <p:spPr>
                      <a:xfrm>
                        <a:off x="2653665" y="2663190"/>
                        <a:ext cx="1100455" cy="207010"/>
                      </a:xfrm>
                      <a:prstGeom prst="rect">
                        <a:avLst/>
                      </a:prstGeom>
                    </p:spPr>
                  </p:pic>
                </p:oleObj>
              </mc:Fallback>
            </mc:AlternateContent>
          </a:graphicData>
        </a:graphic>
      </p:graphicFrame>
      <p:graphicFrame>
        <p:nvGraphicFramePr>
          <p:cNvPr id="75" name="对象 74">
            <a:hlinkClick r:id="" action="ppaction://ole?verb="/>
          </p:cNvPr>
          <p:cNvGraphicFramePr>
            <a:graphicFrameLocks noChangeAspect="1"/>
          </p:cNvGraphicFramePr>
          <p:nvPr/>
        </p:nvGraphicFramePr>
        <p:xfrm>
          <a:off x="5023485" y="2357120"/>
          <a:ext cx="2073275" cy="365760"/>
        </p:xfrm>
        <a:graphic>
          <a:graphicData uri="http://schemas.openxmlformats.org/presentationml/2006/ole">
            <mc:AlternateContent xmlns:mc="http://schemas.openxmlformats.org/markup-compatibility/2006">
              <mc:Choice xmlns:v="urn:schemas-microsoft-com:vml" Requires="v">
                <p:oleObj spid="_x0000_s76" name="" r:id="rId24" imgW="2387600" imgH="419100" progId="Equation.KSEE3">
                  <p:embed/>
                </p:oleObj>
              </mc:Choice>
              <mc:Fallback>
                <p:oleObj name="" r:id="rId24" imgW="2387600" imgH="419100" progId="Equation.KSEE3">
                  <p:embed/>
                  <p:pic>
                    <p:nvPicPr>
                      <p:cNvPr id="0" name="图片 1024"/>
                      <p:cNvPicPr/>
                      <p:nvPr/>
                    </p:nvPicPr>
                    <p:blipFill>
                      <a:blip r:embed="rId25">
                        <a:duotone>
                          <a:schemeClr val="accent2">
                            <a:shade val="45000"/>
                            <a:satMod val="135000"/>
                          </a:schemeClr>
                          <a:prstClr val="white"/>
                        </a:duotone>
                      </a:blip>
                      <a:stretch>
                        <a:fillRect/>
                      </a:stretch>
                    </p:blipFill>
                    <p:spPr>
                      <a:xfrm>
                        <a:off x="5023485" y="2357120"/>
                        <a:ext cx="2073275" cy="365760"/>
                      </a:xfrm>
                      <a:prstGeom prst="rect">
                        <a:avLst/>
                      </a:prstGeom>
                    </p:spPr>
                  </p:pic>
                </p:oleObj>
              </mc:Fallback>
            </mc:AlternateContent>
          </a:graphicData>
        </a:graphic>
      </p:graphicFrame>
      <p:cxnSp>
        <p:nvCxnSpPr>
          <p:cNvPr id="77" name="直接箭头连接符 76"/>
          <p:cNvCxnSpPr/>
          <p:nvPr/>
        </p:nvCxnSpPr>
        <p:spPr>
          <a:xfrm flipH="1" flipV="1">
            <a:off x="4942840" y="2816225"/>
            <a:ext cx="2088000"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1" name="对象 80">
            <a:hlinkClick r:id="" action="ppaction://ole?verb="/>
          </p:cNvPr>
          <p:cNvGraphicFramePr>
            <a:graphicFrameLocks noChangeAspect="1"/>
          </p:cNvGraphicFramePr>
          <p:nvPr/>
        </p:nvGraphicFramePr>
        <p:xfrm>
          <a:off x="5674361" y="2822893"/>
          <a:ext cx="1553210" cy="517525"/>
        </p:xfrm>
        <a:graphic>
          <a:graphicData uri="http://schemas.openxmlformats.org/presentationml/2006/ole">
            <mc:AlternateContent xmlns:mc="http://schemas.openxmlformats.org/markup-compatibility/2006">
              <mc:Choice xmlns:v="urn:schemas-microsoft-com:vml" Requires="v">
                <p:oleObj spid="_x0000_s82" name="" r:id="rId26" imgW="2005965" imgH="660400" progId="Equation.KSEE3">
                  <p:embed/>
                </p:oleObj>
              </mc:Choice>
              <mc:Fallback>
                <p:oleObj name="" r:id="rId26" imgW="2005965" imgH="660400" progId="Equation.KSEE3">
                  <p:embed/>
                  <p:pic>
                    <p:nvPicPr>
                      <p:cNvPr id="0" name="图片 1024"/>
                      <p:cNvPicPr/>
                      <p:nvPr/>
                    </p:nvPicPr>
                    <p:blipFill>
                      <a:blip r:embed="rId27">
                        <a:duotone>
                          <a:schemeClr val="accent2">
                            <a:shade val="45000"/>
                            <a:satMod val="135000"/>
                          </a:schemeClr>
                          <a:prstClr val="white"/>
                        </a:duotone>
                      </a:blip>
                      <a:stretch>
                        <a:fillRect/>
                      </a:stretch>
                    </p:blipFill>
                    <p:spPr>
                      <a:xfrm>
                        <a:off x="5674361" y="2822893"/>
                        <a:ext cx="1553210" cy="517525"/>
                      </a:xfrm>
                      <a:prstGeom prst="rect">
                        <a:avLst/>
                      </a:prstGeom>
                      <a:ln>
                        <a:noFill/>
                      </a:ln>
                    </p:spPr>
                  </p:pic>
                </p:oleObj>
              </mc:Fallback>
            </mc:AlternateContent>
          </a:graphicData>
        </a:graphic>
      </p:graphicFrame>
      <p:cxnSp>
        <p:nvCxnSpPr>
          <p:cNvPr id="83" name="直接箭头连接符 82"/>
          <p:cNvCxnSpPr/>
          <p:nvPr/>
        </p:nvCxnSpPr>
        <p:spPr>
          <a:xfrm flipV="1">
            <a:off x="4961890" y="2725420"/>
            <a:ext cx="20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5" name="对象 84">
            <a:hlinkClick r:id="" action="ppaction://ole?verb="/>
          </p:cNvPr>
          <p:cNvGraphicFramePr>
            <a:graphicFrameLocks noChangeAspect="1"/>
          </p:cNvGraphicFramePr>
          <p:nvPr/>
        </p:nvGraphicFramePr>
        <p:xfrm>
          <a:off x="7501890" y="3051175"/>
          <a:ext cx="1645920" cy="222885"/>
        </p:xfrm>
        <a:graphic>
          <a:graphicData uri="http://schemas.openxmlformats.org/presentationml/2006/ole">
            <mc:AlternateContent xmlns:mc="http://schemas.openxmlformats.org/markup-compatibility/2006">
              <mc:Choice xmlns:v="urn:schemas-microsoft-com:vml" Requires="v">
                <p:oleObj spid="_x0000_s86" name="" r:id="rId28" imgW="1803400" imgH="241300" progId="Equation.KSEE3">
                  <p:embed/>
                </p:oleObj>
              </mc:Choice>
              <mc:Fallback>
                <p:oleObj name="" r:id="rId28" imgW="1803400" imgH="241300" progId="Equation.KSEE3">
                  <p:embed/>
                  <p:pic>
                    <p:nvPicPr>
                      <p:cNvPr id="0" name="图片 1024"/>
                      <p:cNvPicPr/>
                      <p:nvPr/>
                    </p:nvPicPr>
                    <p:blipFill>
                      <a:blip r:embed="rId29">
                        <a:duotone>
                          <a:schemeClr val="accent2">
                            <a:shade val="45000"/>
                            <a:satMod val="135000"/>
                          </a:schemeClr>
                          <a:prstClr val="white"/>
                        </a:duotone>
                      </a:blip>
                      <a:stretch>
                        <a:fillRect/>
                      </a:stretch>
                    </p:blipFill>
                    <p:spPr>
                      <a:xfrm>
                        <a:off x="7501890" y="3051175"/>
                        <a:ext cx="1645920" cy="222885"/>
                      </a:xfrm>
                      <a:prstGeom prst="rect">
                        <a:avLst/>
                      </a:prstGeom>
                      <a:ln>
                        <a:noFill/>
                      </a:ln>
                    </p:spPr>
                  </p:pic>
                </p:oleObj>
              </mc:Fallback>
            </mc:AlternateContent>
          </a:graphicData>
        </a:graphic>
      </p:graphicFrame>
      <p:graphicFrame>
        <p:nvGraphicFramePr>
          <p:cNvPr id="90" name="对象 89">
            <a:hlinkClick r:id="" action="ppaction://ole?verb="/>
          </p:cNvPr>
          <p:cNvGraphicFramePr>
            <a:graphicFrameLocks noChangeAspect="1"/>
          </p:cNvGraphicFramePr>
          <p:nvPr/>
        </p:nvGraphicFramePr>
        <p:xfrm>
          <a:off x="7030720" y="1428750"/>
          <a:ext cx="937260" cy="292100"/>
        </p:xfrm>
        <a:graphic>
          <a:graphicData uri="http://schemas.openxmlformats.org/presentationml/2006/ole">
            <mc:AlternateContent xmlns:mc="http://schemas.openxmlformats.org/markup-compatibility/2006">
              <mc:Choice xmlns:v="urn:schemas-microsoft-com:vml" Requires="v">
                <p:oleObj spid="_x0000_s91" name="" r:id="rId30" imgW="736600" imgH="228600" progId="Equation.KSEE3">
                  <p:embed/>
                </p:oleObj>
              </mc:Choice>
              <mc:Fallback>
                <p:oleObj name="" r:id="rId30" imgW="736600" imgH="228600" progId="Equation.KSEE3">
                  <p:embed/>
                  <p:pic>
                    <p:nvPicPr>
                      <p:cNvPr id="0" name="图片 1024"/>
                      <p:cNvPicPr/>
                      <p:nvPr/>
                    </p:nvPicPr>
                    <p:blipFill>
                      <a:blip r:embed="rId31"/>
                      <a:stretch>
                        <a:fillRect/>
                      </a:stretch>
                    </p:blipFill>
                    <p:spPr>
                      <a:xfrm>
                        <a:off x="7030720" y="1428750"/>
                        <a:ext cx="937260" cy="292100"/>
                      </a:xfrm>
                      <a:prstGeom prst="rect">
                        <a:avLst/>
                      </a:prstGeom>
                    </p:spPr>
                  </p:pic>
                </p:oleObj>
              </mc:Fallback>
            </mc:AlternateContent>
          </a:graphicData>
        </a:graphic>
      </p:graphicFrame>
      <p:graphicFrame>
        <p:nvGraphicFramePr>
          <p:cNvPr id="93" name="对象 92">
            <a:hlinkClick r:id="" action="ppaction://ole?verb="/>
          </p:cNvPr>
          <p:cNvGraphicFramePr>
            <a:graphicFrameLocks noChangeAspect="1"/>
          </p:cNvGraphicFramePr>
          <p:nvPr/>
        </p:nvGraphicFramePr>
        <p:xfrm>
          <a:off x="7478713" y="2020888"/>
          <a:ext cx="624205" cy="213995"/>
        </p:xfrm>
        <a:graphic>
          <a:graphicData uri="http://schemas.openxmlformats.org/presentationml/2006/ole">
            <mc:AlternateContent xmlns:mc="http://schemas.openxmlformats.org/markup-compatibility/2006">
              <mc:Choice xmlns:v="urn:schemas-microsoft-com:vml" Requires="v">
                <p:oleObj spid="_x0000_s94" name="" r:id="rId32" imgW="634365" imgH="215900" progId="Equation.KSEE3">
                  <p:embed/>
                </p:oleObj>
              </mc:Choice>
              <mc:Fallback>
                <p:oleObj name="" r:id="rId32" imgW="634365" imgH="215900" progId="Equation.KSEE3">
                  <p:embed/>
                  <p:pic>
                    <p:nvPicPr>
                      <p:cNvPr id="0" name="图片 1024"/>
                      <p:cNvPicPr/>
                      <p:nvPr/>
                    </p:nvPicPr>
                    <p:blipFill>
                      <a:blip r:embed="rId33"/>
                      <a:stretch>
                        <a:fillRect/>
                      </a:stretch>
                    </p:blipFill>
                    <p:spPr>
                      <a:xfrm>
                        <a:off x="7478713" y="2020888"/>
                        <a:ext cx="624205" cy="213995"/>
                      </a:xfrm>
                      <a:prstGeom prst="rect">
                        <a:avLst/>
                      </a:prstGeom>
                    </p:spPr>
                  </p:pic>
                </p:oleObj>
              </mc:Fallback>
            </mc:AlternateContent>
          </a:graphicData>
        </a:graphic>
      </p:graphicFrame>
      <p:graphicFrame>
        <p:nvGraphicFramePr>
          <p:cNvPr id="95" name="对象 94">
            <a:hlinkClick r:id="" action="ppaction://ole?verb="/>
          </p:cNvPr>
          <p:cNvGraphicFramePr>
            <a:graphicFrameLocks noChangeAspect="1"/>
          </p:cNvGraphicFramePr>
          <p:nvPr/>
        </p:nvGraphicFramePr>
        <p:xfrm>
          <a:off x="5066348" y="1294765"/>
          <a:ext cx="1779270" cy="356235"/>
        </p:xfrm>
        <a:graphic>
          <a:graphicData uri="http://schemas.openxmlformats.org/presentationml/2006/ole">
            <mc:AlternateContent xmlns:mc="http://schemas.openxmlformats.org/markup-compatibility/2006">
              <mc:Choice xmlns:v="urn:schemas-microsoft-com:vml" Requires="v">
                <p:oleObj spid="_x0000_s96" name="" r:id="rId34" imgW="1981200" imgH="393700" progId="Equation.KSEE3">
                  <p:embed/>
                </p:oleObj>
              </mc:Choice>
              <mc:Fallback>
                <p:oleObj name="" r:id="rId34" imgW="1981200" imgH="393700" progId="Equation.KSEE3">
                  <p:embed/>
                  <p:pic>
                    <p:nvPicPr>
                      <p:cNvPr id="0" name="图片 1024"/>
                      <p:cNvPicPr/>
                      <p:nvPr/>
                    </p:nvPicPr>
                    <p:blipFill>
                      <a:blip r:embed="rId35"/>
                      <a:stretch>
                        <a:fillRect/>
                      </a:stretch>
                    </p:blipFill>
                    <p:spPr>
                      <a:xfrm>
                        <a:off x="5066348" y="1294765"/>
                        <a:ext cx="1779270" cy="356235"/>
                      </a:xfrm>
                      <a:prstGeom prst="rect">
                        <a:avLst/>
                      </a:prstGeom>
                    </p:spPr>
                  </p:pic>
                </p:oleObj>
              </mc:Fallback>
            </mc:AlternateContent>
          </a:graphicData>
        </a:graphic>
      </p:graphicFrame>
      <p:cxnSp>
        <p:nvCxnSpPr>
          <p:cNvPr id="98" name="直接箭头连接符 97"/>
          <p:cNvCxnSpPr/>
          <p:nvPr/>
        </p:nvCxnSpPr>
        <p:spPr>
          <a:xfrm flipH="1" flipV="1">
            <a:off x="4891405" y="1642110"/>
            <a:ext cx="2088000"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0" name="对象 99">
            <a:hlinkClick r:id="" action="ppaction://ole?verb="/>
          </p:cNvPr>
          <p:cNvGraphicFramePr>
            <a:graphicFrameLocks noChangeAspect="1"/>
          </p:cNvGraphicFramePr>
          <p:nvPr/>
        </p:nvGraphicFramePr>
        <p:xfrm>
          <a:off x="1260475" y="1708785"/>
          <a:ext cx="1213485" cy="633730"/>
        </p:xfrm>
        <a:graphic>
          <a:graphicData uri="http://schemas.openxmlformats.org/presentationml/2006/ole">
            <mc:AlternateContent xmlns:mc="http://schemas.openxmlformats.org/markup-compatibility/2006">
              <mc:Choice xmlns:v="urn:schemas-microsoft-com:vml" Requires="v">
                <p:oleObj spid="_x0000_s101" name="" r:id="rId36" imgW="1270000" imgH="660400" progId="Equation.KSEE3">
                  <p:embed/>
                </p:oleObj>
              </mc:Choice>
              <mc:Fallback>
                <p:oleObj name="" r:id="rId36" imgW="1270000" imgH="660400" progId="Equation.KSEE3">
                  <p:embed/>
                  <p:pic>
                    <p:nvPicPr>
                      <p:cNvPr id="0" name="图片 1024"/>
                      <p:cNvPicPr/>
                      <p:nvPr/>
                    </p:nvPicPr>
                    <p:blipFill>
                      <a:blip r:embed="rId37"/>
                      <a:stretch>
                        <a:fillRect/>
                      </a:stretch>
                    </p:blipFill>
                    <p:spPr>
                      <a:xfrm>
                        <a:off x="1260475" y="1708785"/>
                        <a:ext cx="1213485" cy="633730"/>
                      </a:xfrm>
                      <a:prstGeom prst="rect">
                        <a:avLst/>
                      </a:prstGeom>
                    </p:spPr>
                  </p:pic>
                </p:oleObj>
              </mc:Fallback>
            </mc:AlternateContent>
          </a:graphicData>
        </a:graphic>
      </p:graphicFrame>
      <p:cxnSp>
        <p:nvCxnSpPr>
          <p:cNvPr id="5" name="直接箭头连接符 4"/>
          <p:cNvCxnSpPr/>
          <p:nvPr/>
        </p:nvCxnSpPr>
        <p:spPr>
          <a:xfrm>
            <a:off x="4695825" y="2995930"/>
            <a:ext cx="2360930" cy="845820"/>
          </a:xfrm>
          <a:prstGeom prst="straightConnector1">
            <a:avLst/>
          </a:prstGeom>
          <a:ln>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graphicFrame>
        <p:nvGraphicFramePr>
          <p:cNvPr id="6" name="对象 5">
            <a:hlinkClick r:id="" action="ppaction://ole?verb="/>
          </p:cNvPr>
          <p:cNvGraphicFramePr>
            <a:graphicFrameLocks noChangeAspect="1"/>
          </p:cNvGraphicFramePr>
          <p:nvPr/>
        </p:nvGraphicFramePr>
        <p:xfrm>
          <a:off x="4949825" y="3375025"/>
          <a:ext cx="1221740" cy="397510"/>
        </p:xfrm>
        <a:graphic>
          <a:graphicData uri="http://schemas.openxmlformats.org/presentationml/2006/ole">
            <mc:AlternateContent xmlns:mc="http://schemas.openxmlformats.org/markup-compatibility/2006">
              <mc:Choice xmlns:v="urn:schemas-microsoft-com:vml" Requires="v">
                <p:oleObj spid="_x0000_s7" name="" r:id="rId38" imgW="1498600" imgH="482600" progId="Equation.KSEE3">
                  <p:embed/>
                </p:oleObj>
              </mc:Choice>
              <mc:Fallback>
                <p:oleObj name="" r:id="rId38" imgW="1498600" imgH="482600" progId="Equation.KSEE3">
                  <p:embed/>
                  <p:pic>
                    <p:nvPicPr>
                      <p:cNvPr id="0" name="图片 1024"/>
                      <p:cNvPicPr/>
                      <p:nvPr/>
                    </p:nvPicPr>
                    <p:blipFill>
                      <a:blip r:embed="rId39">
                        <a:duotone>
                          <a:schemeClr val="accent1">
                            <a:shade val="45000"/>
                            <a:satMod val="135000"/>
                          </a:schemeClr>
                          <a:prstClr val="white"/>
                        </a:duotone>
                      </a:blip>
                      <a:stretch>
                        <a:fillRect/>
                      </a:stretch>
                    </p:blipFill>
                    <p:spPr>
                      <a:xfrm>
                        <a:off x="4949825" y="3375025"/>
                        <a:ext cx="1221740" cy="397510"/>
                      </a:xfrm>
                      <a:prstGeom prst="rect">
                        <a:avLst/>
                      </a:prstGeom>
                      <a:ln>
                        <a:noFill/>
                      </a:ln>
                    </p:spPr>
                  </p:pic>
                </p:oleObj>
              </mc:Fallback>
            </mc:AlternateContent>
          </a:graphicData>
        </a:graphic>
      </p:graphicFrame>
      <p:cxnSp>
        <p:nvCxnSpPr>
          <p:cNvPr id="10" name="直接箭头连接符 9"/>
          <p:cNvCxnSpPr/>
          <p:nvPr/>
        </p:nvCxnSpPr>
        <p:spPr>
          <a:xfrm>
            <a:off x="4477385" y="2971800"/>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7395210" y="2941320"/>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a:off x="4482465" y="178752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a:off x="7404100" y="174561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5" name="对象 104">
            <a:hlinkClick r:id="" action="ppaction://ole?verb="/>
          </p:cNvPr>
          <p:cNvGraphicFramePr>
            <a:graphicFrameLocks noChangeAspect="1"/>
          </p:cNvGraphicFramePr>
          <p:nvPr/>
        </p:nvGraphicFramePr>
        <p:xfrm>
          <a:off x="10044748" y="2603818"/>
          <a:ext cx="1840865" cy="1286510"/>
        </p:xfrm>
        <a:graphic>
          <a:graphicData uri="http://schemas.openxmlformats.org/presentationml/2006/ole">
            <mc:AlternateContent xmlns:mc="http://schemas.openxmlformats.org/markup-compatibility/2006">
              <mc:Choice xmlns:v="urn:schemas-microsoft-com:vml" Requires="v">
                <p:oleObj spid="_x0000_s106" name="" r:id="rId40" imgW="2222500" imgH="1536700" progId="Equation.KSEE3">
                  <p:embed/>
                </p:oleObj>
              </mc:Choice>
              <mc:Fallback>
                <p:oleObj name="" r:id="rId40" imgW="2222500" imgH="1536700" progId="Equation.KSEE3">
                  <p:embed/>
                  <p:pic>
                    <p:nvPicPr>
                      <p:cNvPr id="0" name="图片 1024"/>
                      <p:cNvPicPr/>
                      <p:nvPr/>
                    </p:nvPicPr>
                    <p:blipFill>
                      <a:blip r:embed="rId41"/>
                      <a:stretch>
                        <a:fillRect/>
                      </a:stretch>
                    </p:blipFill>
                    <p:spPr>
                      <a:xfrm>
                        <a:off x="10044748" y="2603818"/>
                        <a:ext cx="1840865" cy="1286510"/>
                      </a:xfrm>
                      <a:prstGeom prst="rect">
                        <a:avLst/>
                      </a:prstGeom>
                    </p:spPr>
                  </p:pic>
                </p:oleObj>
              </mc:Fallback>
            </mc:AlternateContent>
          </a:graphicData>
        </a:graphic>
      </p:graphicFrame>
      <p:graphicFrame>
        <p:nvGraphicFramePr>
          <p:cNvPr id="22" name="对象 21">
            <a:hlinkClick r:id="" action="ppaction://ole?verb="/>
          </p:cNvPr>
          <p:cNvGraphicFramePr>
            <a:graphicFrameLocks noChangeAspect="1"/>
          </p:cNvGraphicFramePr>
          <p:nvPr/>
        </p:nvGraphicFramePr>
        <p:xfrm>
          <a:off x="413385" y="2604135"/>
          <a:ext cx="2187575" cy="1197610"/>
        </p:xfrm>
        <a:graphic>
          <a:graphicData uri="http://schemas.openxmlformats.org/presentationml/2006/ole">
            <mc:AlternateContent xmlns:mc="http://schemas.openxmlformats.org/markup-compatibility/2006">
              <mc:Choice xmlns:v="urn:schemas-microsoft-com:vml" Requires="v">
                <p:oleObj spid="_x0000_s23" name="" r:id="rId42" imgW="2857500" imgH="1548765" progId="Equation.KSEE3">
                  <p:embed/>
                </p:oleObj>
              </mc:Choice>
              <mc:Fallback>
                <p:oleObj name="" r:id="rId42" imgW="2857500" imgH="1548765" progId="Equation.KSEE3">
                  <p:embed/>
                  <p:pic>
                    <p:nvPicPr>
                      <p:cNvPr id="0" name="图片 1024"/>
                      <p:cNvPicPr/>
                      <p:nvPr/>
                    </p:nvPicPr>
                    <p:blipFill>
                      <a:blip r:embed="rId43"/>
                      <a:stretch>
                        <a:fillRect/>
                      </a:stretch>
                    </p:blipFill>
                    <p:spPr>
                      <a:xfrm>
                        <a:off x="413385" y="2604135"/>
                        <a:ext cx="2187575" cy="1197610"/>
                      </a:xfrm>
                      <a:prstGeom prst="rect">
                        <a:avLst/>
                      </a:prstGeom>
                    </p:spPr>
                  </p:pic>
                </p:oleObj>
              </mc:Fallback>
            </mc:AlternateContent>
          </a:graphicData>
        </a:graphic>
      </p:graphicFrame>
      <p:cxnSp>
        <p:nvCxnSpPr>
          <p:cNvPr id="26" name="直接连接符 25"/>
          <p:cNvCxnSpPr/>
          <p:nvPr/>
        </p:nvCxnSpPr>
        <p:spPr>
          <a:xfrm>
            <a:off x="10415270" y="2356485"/>
            <a:ext cx="0" cy="254635"/>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H="1">
            <a:off x="4658995" y="1721485"/>
            <a:ext cx="2378710" cy="86233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9" name="对象 8">
            <a:hlinkClick r:id="" action="ppaction://ole?verb="/>
          </p:cNvPr>
          <p:cNvGraphicFramePr>
            <a:graphicFrameLocks noChangeAspect="1"/>
          </p:cNvGraphicFramePr>
          <p:nvPr/>
        </p:nvGraphicFramePr>
        <p:xfrm>
          <a:off x="2954973" y="3324543"/>
          <a:ext cx="1465580" cy="354330"/>
        </p:xfrm>
        <a:graphic>
          <a:graphicData uri="http://schemas.openxmlformats.org/presentationml/2006/ole">
            <mc:AlternateContent xmlns:mc="http://schemas.openxmlformats.org/markup-compatibility/2006">
              <mc:Choice xmlns:v="urn:schemas-microsoft-com:vml" Requires="v">
                <p:oleObj spid="_x0000_s11" name="" r:id="rId44" imgW="1739900" imgH="419100" progId="Equation.KSEE3">
                  <p:embed/>
                </p:oleObj>
              </mc:Choice>
              <mc:Fallback>
                <p:oleObj name="" r:id="rId44" imgW="1739900" imgH="419100" progId="Equation.KSEE3">
                  <p:embed/>
                  <p:pic>
                    <p:nvPicPr>
                      <p:cNvPr id="0" name="图片 1024"/>
                      <p:cNvPicPr/>
                      <p:nvPr/>
                    </p:nvPicPr>
                    <p:blipFill>
                      <a:blip r:embed="rId45">
                        <a:duotone>
                          <a:schemeClr val="accent4">
                            <a:shade val="45000"/>
                            <a:satMod val="135000"/>
                          </a:schemeClr>
                          <a:prstClr val="white"/>
                        </a:duotone>
                      </a:blip>
                      <a:stretch>
                        <a:fillRect/>
                      </a:stretch>
                    </p:blipFill>
                    <p:spPr>
                      <a:xfrm>
                        <a:off x="2954973" y="3324543"/>
                        <a:ext cx="1465580" cy="354330"/>
                      </a:xfrm>
                      <a:prstGeom prst="rect">
                        <a:avLst/>
                      </a:prstGeom>
                    </p:spPr>
                  </p:pic>
                </p:oleObj>
              </mc:Fallback>
            </mc:AlternateContent>
          </a:graphicData>
        </a:graphic>
      </p:graphicFrame>
      <p:graphicFrame>
        <p:nvGraphicFramePr>
          <p:cNvPr id="33" name="对象 32">
            <a:hlinkClick r:id="" action="ppaction://ole?verb="/>
          </p:cNvPr>
          <p:cNvGraphicFramePr>
            <a:graphicFrameLocks noChangeAspect="1"/>
          </p:cNvGraphicFramePr>
          <p:nvPr/>
        </p:nvGraphicFramePr>
        <p:xfrm>
          <a:off x="7501890" y="3348038"/>
          <a:ext cx="1346835" cy="368935"/>
        </p:xfrm>
        <a:graphic>
          <a:graphicData uri="http://schemas.openxmlformats.org/presentationml/2006/ole">
            <mc:AlternateContent xmlns:mc="http://schemas.openxmlformats.org/markup-compatibility/2006">
              <mc:Choice xmlns:v="urn:schemas-microsoft-com:vml" Requires="v">
                <p:oleObj spid="_x0000_s34" name="" r:id="rId46" imgW="1536700" imgH="419100" progId="Equation.KSEE3">
                  <p:embed/>
                </p:oleObj>
              </mc:Choice>
              <mc:Fallback>
                <p:oleObj name="" r:id="rId46" imgW="1536700" imgH="419100" progId="Equation.KSEE3">
                  <p:embed/>
                  <p:pic>
                    <p:nvPicPr>
                      <p:cNvPr id="0" name="图片 1024"/>
                      <p:cNvPicPr/>
                      <p:nvPr/>
                    </p:nvPicPr>
                    <p:blipFill>
                      <a:blip r:embed="rId47">
                        <a:duotone>
                          <a:schemeClr val="accent4">
                            <a:shade val="45000"/>
                            <a:satMod val="135000"/>
                          </a:schemeClr>
                          <a:prstClr val="white"/>
                        </a:duotone>
                      </a:blip>
                      <a:stretch>
                        <a:fillRect/>
                      </a:stretch>
                    </p:blipFill>
                    <p:spPr>
                      <a:xfrm>
                        <a:off x="7501890" y="3348038"/>
                        <a:ext cx="1346835" cy="368935"/>
                      </a:xfrm>
                      <a:prstGeom prst="rect">
                        <a:avLst/>
                      </a:prstGeom>
                    </p:spPr>
                  </p:pic>
                </p:oleObj>
              </mc:Fallback>
            </mc:AlternateContent>
          </a:graphicData>
        </a:graphic>
      </p:graphicFrame>
      <p:cxnSp>
        <p:nvCxnSpPr>
          <p:cNvPr id="12" name="直接箭头连接符 11"/>
          <p:cNvCxnSpPr/>
          <p:nvPr/>
        </p:nvCxnSpPr>
        <p:spPr>
          <a:xfrm rot="16200000">
            <a:off x="8211552" y="2671713"/>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rot="16200000">
            <a:off x="3843387" y="2671713"/>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97" name="直接连接符 96"/>
          <p:cNvCxnSpPr/>
          <p:nvPr/>
        </p:nvCxnSpPr>
        <p:spPr>
          <a:xfrm>
            <a:off x="8919210" y="3561080"/>
            <a:ext cx="1116000"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104" name="直接连接符 103"/>
          <p:cNvCxnSpPr/>
          <p:nvPr/>
        </p:nvCxnSpPr>
        <p:spPr>
          <a:xfrm>
            <a:off x="1824355" y="2383790"/>
            <a:ext cx="0" cy="254635"/>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cxnSp>
        <p:nvCxnSpPr>
          <p:cNvPr id="107" name="直接连接符 106"/>
          <p:cNvCxnSpPr/>
          <p:nvPr/>
        </p:nvCxnSpPr>
        <p:spPr>
          <a:xfrm flipH="1">
            <a:off x="1576705" y="3509645"/>
            <a:ext cx="1348105"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graphicFrame>
        <p:nvGraphicFramePr>
          <p:cNvPr id="3" name="表格 2"/>
          <p:cNvGraphicFramePr/>
          <p:nvPr/>
        </p:nvGraphicFramePr>
        <p:xfrm>
          <a:off x="1714500" y="4478655"/>
          <a:ext cx="8884920" cy="2082800"/>
        </p:xfrm>
        <a:graphic>
          <a:graphicData uri="http://schemas.openxmlformats.org/drawingml/2006/table">
            <a:tbl>
              <a:tblPr firstRow="1" bandRow="1">
                <a:tableStyleId>{5C22544A-7EE6-4342-B048-85BDC9FD1C3A}</a:tableStyleId>
              </a:tblPr>
              <a:tblGrid>
                <a:gridCol w="2221230"/>
                <a:gridCol w="2306955"/>
                <a:gridCol w="2135505"/>
                <a:gridCol w="2221230"/>
              </a:tblGrid>
              <a:tr h="399415">
                <a:tc>
                  <a:txBody>
                    <a:bodyPr/>
                    <a:p>
                      <a:pPr algn="ctr">
                        <a:buNone/>
                      </a:pPr>
                      <a:r>
                        <a:rPr lang="zh-CN" altLang="en-US"/>
                        <a:t>场</a:t>
                      </a:r>
                      <a:endParaRPr lang="zh-CN" altLang="en-US"/>
                    </a:p>
                  </a:txBody>
                  <a:tcPr anchor="ctr" anchorCtr="0"/>
                </a:tc>
                <a:tc>
                  <a:txBody>
                    <a:bodyPr/>
                    <a:p>
                      <a:pPr algn="ctr">
                        <a:buNone/>
                      </a:pPr>
                      <a:r>
                        <a:rPr lang="zh-CN" altLang="en-US"/>
                        <a:t>主要</a:t>
                      </a:r>
                      <a:r>
                        <a:rPr lang="zh-CN" altLang="en-US"/>
                        <a:t>方程</a:t>
                      </a:r>
                      <a:endParaRPr lang="zh-CN" altLang="en-US"/>
                    </a:p>
                  </a:txBody>
                  <a:tcPr anchor="ctr" anchorCtr="0"/>
                </a:tc>
                <a:tc>
                  <a:txBody>
                    <a:bodyPr/>
                    <a:p>
                      <a:pPr algn="ctr">
                        <a:buNone/>
                      </a:pPr>
                      <a:r>
                        <a:rPr lang="zh-CN" altLang="en-US"/>
                        <a:t>解析方法</a:t>
                      </a:r>
                      <a:r>
                        <a:rPr lang="en-US" altLang="zh-CN" sz="1400"/>
                        <a:t>(</a:t>
                      </a:r>
                      <a:r>
                        <a:rPr lang="zh-CN" altLang="en-US" sz="1400"/>
                        <a:t>简单形状</a:t>
                      </a:r>
                      <a:r>
                        <a:rPr lang="en-US" altLang="zh-CN" sz="1400"/>
                        <a:t>)</a:t>
                      </a:r>
                      <a:endParaRPr lang="en-US" altLang="zh-CN" sz="1400"/>
                    </a:p>
                  </a:txBody>
                  <a:tcPr anchor="ctr" anchorCtr="0"/>
                </a:tc>
                <a:tc>
                  <a:txBody>
                    <a:bodyPr/>
                    <a:p>
                      <a:pPr algn="ctr">
                        <a:buNone/>
                      </a:pPr>
                      <a:r>
                        <a:rPr lang="zh-CN" altLang="en-US"/>
                        <a:t>数值方法</a:t>
                      </a:r>
                      <a:r>
                        <a:rPr lang="en-US" altLang="zh-CN" sz="1400">
                          <a:sym typeface="+mn-ea"/>
                        </a:rPr>
                        <a:t>(</a:t>
                      </a:r>
                      <a:r>
                        <a:rPr lang="zh-CN" altLang="en-US" sz="1400">
                          <a:sym typeface="+mn-ea"/>
                        </a:rPr>
                        <a:t>复杂形状</a:t>
                      </a:r>
                      <a:r>
                        <a:rPr lang="en-US" altLang="zh-CN" sz="1400">
                          <a:sym typeface="+mn-ea"/>
                        </a:rPr>
                        <a:t>)</a:t>
                      </a:r>
                      <a:endParaRPr lang="en-US" altLang="zh-CN" sz="1400">
                        <a:sym typeface="+mn-ea"/>
                      </a:endParaRPr>
                    </a:p>
                  </a:txBody>
                  <a:tcPr anchor="ctr" anchorCtr="0"/>
                </a:tc>
              </a:tr>
              <a:tr h="379730">
                <a:tc>
                  <a:txBody>
                    <a:bodyPr/>
                    <a:p>
                      <a:pPr algn="ctr">
                        <a:buNone/>
                      </a:pPr>
                      <a:r>
                        <a:rPr lang="zh-CN" altLang="en-US"/>
                        <a:t>静电场</a:t>
                      </a:r>
                      <a:endParaRPr lang="zh-CN" altLang="en-US"/>
                    </a:p>
                  </a:txBody>
                  <a:tcPr anchor="ctr" anchorCtr="0"/>
                </a:tc>
                <a:tc>
                  <a:txBody>
                    <a:bodyPr/>
                    <a:p>
                      <a:pPr algn="ctr">
                        <a:buNone/>
                      </a:pPr>
                      <a:endParaRPr lang="zh-CN" altLang="en-US"/>
                    </a:p>
                  </a:txBody>
                  <a:tcPr anchor="ctr" anchorCtr="0"/>
                </a:tc>
                <a:tc rowSpan="4">
                  <a:txBody>
                    <a:bodyPr/>
                    <a:p>
                      <a:pPr algn="l">
                        <a:buNone/>
                      </a:pPr>
                      <a:r>
                        <a:rPr lang="en-US" altLang="zh-CN" sz="1600"/>
                        <a:t>1.</a:t>
                      </a:r>
                      <a:r>
                        <a:rPr lang="zh-CN" altLang="en-US" sz="1600"/>
                        <a:t>镜像法</a:t>
                      </a:r>
                      <a:endParaRPr lang="zh-CN" altLang="en-US" sz="1600"/>
                    </a:p>
                    <a:p>
                      <a:pPr algn="l">
                        <a:buNone/>
                      </a:pPr>
                      <a:r>
                        <a:rPr lang="en-US" altLang="zh-CN" sz="1600"/>
                        <a:t>2.</a:t>
                      </a:r>
                      <a:r>
                        <a:rPr lang="zh-CN" altLang="en-US" sz="1600"/>
                        <a:t>分量变量法</a:t>
                      </a:r>
                      <a:endParaRPr lang="zh-CN" altLang="en-US" sz="1600"/>
                    </a:p>
                    <a:p>
                      <a:pPr algn="l">
                        <a:buNone/>
                      </a:pPr>
                      <a:r>
                        <a:rPr lang="en-US" altLang="zh-CN" sz="1600"/>
                        <a:t>3.</a:t>
                      </a:r>
                      <a:r>
                        <a:rPr lang="zh-CN" altLang="en-US" sz="1600"/>
                        <a:t>格林函数法</a:t>
                      </a:r>
                      <a:endParaRPr lang="zh-CN" altLang="en-US" sz="1600"/>
                    </a:p>
                    <a:p>
                      <a:pPr algn="l">
                        <a:buNone/>
                      </a:pPr>
                      <a:r>
                        <a:rPr lang="en-US" altLang="zh-CN" sz="1600"/>
                        <a:t>4.</a:t>
                      </a:r>
                      <a:r>
                        <a:rPr lang="zh-CN" altLang="en-US" sz="1600"/>
                        <a:t>保角变换法</a:t>
                      </a:r>
                      <a:endParaRPr lang="zh-CN" altLang="en-US" sz="1600"/>
                    </a:p>
                    <a:p>
                      <a:pPr algn="l">
                        <a:buNone/>
                      </a:pPr>
                      <a:r>
                        <a:rPr lang="en-US" altLang="zh-CN" sz="1600"/>
                        <a:t>...</a:t>
                      </a:r>
                      <a:endParaRPr lang="en-US" altLang="zh-CN" sz="1600"/>
                    </a:p>
                  </a:txBody>
                  <a:tcPr anchor="ctr" anchorCtr="0"/>
                </a:tc>
                <a:tc rowSpan="4">
                  <a:txBody>
                    <a:bodyPr/>
                    <a:p>
                      <a:pPr algn="l">
                        <a:buNone/>
                      </a:pPr>
                      <a:r>
                        <a:rPr lang="en-US" altLang="zh-CN" sz="1600">
                          <a:sym typeface="+mn-ea"/>
                        </a:rPr>
                        <a:t>1.</a:t>
                      </a:r>
                      <a:r>
                        <a:rPr lang="zh-CN" altLang="en-US" sz="1600">
                          <a:sym typeface="+mn-ea"/>
                        </a:rPr>
                        <a:t>有限差分法</a:t>
                      </a:r>
                      <a:endParaRPr lang="zh-CN" altLang="en-US" sz="1600">
                        <a:sym typeface="+mn-ea"/>
                      </a:endParaRPr>
                    </a:p>
                    <a:p>
                      <a:pPr algn="l">
                        <a:buNone/>
                      </a:pPr>
                      <a:r>
                        <a:rPr lang="en-US" altLang="zh-CN" sz="1600">
                          <a:sym typeface="+mn-ea"/>
                        </a:rPr>
                        <a:t>2.</a:t>
                      </a:r>
                      <a:r>
                        <a:rPr lang="zh-CN" altLang="en-US" sz="1600">
                          <a:sym typeface="+mn-ea"/>
                        </a:rPr>
                        <a:t>时域有限差分法</a:t>
                      </a:r>
                      <a:endParaRPr lang="zh-CN" altLang="en-US" sz="1600"/>
                    </a:p>
                    <a:p>
                      <a:pPr algn="l">
                        <a:buNone/>
                      </a:pPr>
                      <a:r>
                        <a:rPr lang="en-US" altLang="zh-CN" sz="1600">
                          <a:sym typeface="+mn-ea"/>
                        </a:rPr>
                        <a:t>3.</a:t>
                      </a:r>
                      <a:r>
                        <a:rPr lang="zh-CN" altLang="en-US" sz="1600">
                          <a:sym typeface="+mn-ea"/>
                        </a:rPr>
                        <a:t>有限元法</a:t>
                      </a:r>
                      <a:endParaRPr lang="zh-CN" altLang="en-US" sz="1600">
                        <a:sym typeface="+mn-ea"/>
                      </a:endParaRPr>
                    </a:p>
                    <a:p>
                      <a:pPr algn="l">
                        <a:buNone/>
                      </a:pPr>
                      <a:r>
                        <a:rPr lang="en-US" altLang="zh-CN" sz="1600">
                          <a:sym typeface="+mn-ea"/>
                        </a:rPr>
                        <a:t>4.</a:t>
                      </a:r>
                      <a:r>
                        <a:rPr lang="zh-CN" altLang="en-US" sz="1600">
                          <a:sym typeface="+mn-ea"/>
                        </a:rPr>
                        <a:t>矩量法</a:t>
                      </a:r>
                      <a:endParaRPr lang="zh-CN" altLang="en-US" sz="1600">
                        <a:sym typeface="+mn-ea"/>
                      </a:endParaRPr>
                    </a:p>
                    <a:p>
                      <a:pPr algn="l">
                        <a:buNone/>
                      </a:pPr>
                      <a:r>
                        <a:rPr lang="en-US" altLang="zh-CN" sz="1600">
                          <a:sym typeface="+mn-ea"/>
                        </a:rPr>
                        <a:t>...</a:t>
                      </a:r>
                      <a:endParaRPr lang="en-US" altLang="zh-CN" sz="1600">
                        <a:sym typeface="+mn-ea"/>
                      </a:endParaRPr>
                    </a:p>
                  </a:txBody>
                  <a:tcPr anchor="ctr" anchorCtr="0"/>
                </a:tc>
              </a:tr>
              <a:tr h="378460">
                <a:tc>
                  <a:txBody>
                    <a:bodyPr/>
                    <a:p>
                      <a:pPr algn="ctr">
                        <a:buNone/>
                      </a:pPr>
                      <a:r>
                        <a:rPr lang="zh-CN" altLang="en-US"/>
                        <a:t>恒定电流</a:t>
                      </a:r>
                      <a:r>
                        <a:rPr lang="zh-CN" altLang="en-US"/>
                        <a:t>场</a:t>
                      </a:r>
                      <a:endParaRPr lang="zh-CN" altLang="en-US"/>
                    </a:p>
                  </a:txBody>
                  <a:tcPr anchor="ctr" anchorCtr="0"/>
                </a:tc>
                <a:tc>
                  <a:txBody>
                    <a:bodyPr/>
                    <a:p>
                      <a:pPr algn="ctr">
                        <a:buNone/>
                      </a:pPr>
                      <a:endParaRPr lang="zh-CN" altLang="en-US"/>
                    </a:p>
                  </a:txBody>
                  <a:tcPr anchor="ctr" anchorCtr="0"/>
                </a:tc>
                <a:tc vMerge="1">
                  <a:tcPr anchor="ctr" anchorCtr="0"/>
                </a:tc>
                <a:tc vMerge="1">
                  <a:tcPr anchor="ctr" anchorCtr="0"/>
                </a:tc>
              </a:tr>
              <a:tr h="379095">
                <a:tc>
                  <a:txBody>
                    <a:bodyPr/>
                    <a:p>
                      <a:pPr algn="ctr">
                        <a:buNone/>
                      </a:pPr>
                      <a:r>
                        <a:rPr lang="zh-CN" altLang="en-US"/>
                        <a:t>静</a:t>
                      </a:r>
                      <a:r>
                        <a:rPr lang="zh-CN" altLang="en-US"/>
                        <a:t>磁场</a:t>
                      </a:r>
                      <a:endParaRPr lang="zh-CN" altLang="en-US"/>
                    </a:p>
                  </a:txBody>
                  <a:tcPr anchor="ctr" anchorCtr="0"/>
                </a:tc>
                <a:tc>
                  <a:txBody>
                    <a:bodyPr/>
                    <a:p>
                      <a:pPr algn="ctr">
                        <a:buNone/>
                      </a:pPr>
                      <a:endParaRPr lang="zh-CN" altLang="en-US"/>
                    </a:p>
                  </a:txBody>
                  <a:tcPr anchor="ctr" anchorCtr="0"/>
                </a:tc>
                <a:tc vMerge="1">
                  <a:tcPr anchor="ctr" anchorCtr="0"/>
                </a:tc>
                <a:tc vMerge="1">
                  <a:tcPr anchor="ctr" anchorCtr="0"/>
                </a:tc>
              </a:tr>
              <a:tr h="546100">
                <a:tc>
                  <a:txBody>
                    <a:bodyPr/>
                    <a:p>
                      <a:pPr algn="ctr">
                        <a:buNone/>
                      </a:pPr>
                      <a:r>
                        <a:rPr lang="zh-CN" altLang="en-US"/>
                        <a:t>时变</a:t>
                      </a:r>
                      <a:r>
                        <a:rPr lang="zh-CN" altLang="en-US"/>
                        <a:t>电磁场</a:t>
                      </a:r>
                      <a:endParaRPr lang="zh-CN" altLang="en-US"/>
                    </a:p>
                  </a:txBody>
                  <a:tcPr anchor="ctr" anchorCtr="0"/>
                </a:tc>
                <a:tc>
                  <a:txBody>
                    <a:bodyPr/>
                    <a:p>
                      <a:pPr algn="ctr">
                        <a:buNone/>
                      </a:pPr>
                      <a:endParaRPr lang="zh-CN" altLang="en-US"/>
                    </a:p>
                  </a:txBody>
                  <a:tcPr anchor="ctr" anchorCtr="0"/>
                </a:tc>
                <a:tc vMerge="1">
                  <a:tcPr anchor="ctr" anchorCtr="0"/>
                </a:tc>
                <a:tc vMerge="1">
                  <a:tcPr anchor="ctr" anchorCtr="0"/>
                </a:tc>
              </a:tr>
            </a:tbl>
          </a:graphicData>
        </a:graphic>
      </p:graphicFrame>
      <p:graphicFrame>
        <p:nvGraphicFramePr>
          <p:cNvPr id="65" name="对象 64">
            <a:hlinkClick r:id="" action="ppaction://ole?verb="/>
          </p:cNvPr>
          <p:cNvGraphicFramePr>
            <a:graphicFrameLocks noChangeAspect="1"/>
          </p:cNvGraphicFramePr>
          <p:nvPr/>
        </p:nvGraphicFramePr>
        <p:xfrm>
          <a:off x="4260850" y="4888865"/>
          <a:ext cx="1277620" cy="372745"/>
        </p:xfrm>
        <a:graphic>
          <a:graphicData uri="http://schemas.openxmlformats.org/presentationml/2006/ole">
            <mc:AlternateContent xmlns:mc="http://schemas.openxmlformats.org/markup-compatibility/2006">
              <mc:Choice xmlns:v="urn:schemas-microsoft-com:vml" Requires="v">
                <p:oleObj spid="_x0000_s66" name="" r:id="rId48" imgW="1485900" imgH="431800" progId="Equation.KSEE3">
                  <p:embed/>
                </p:oleObj>
              </mc:Choice>
              <mc:Fallback>
                <p:oleObj name="" r:id="rId48" imgW="1485900" imgH="431800" progId="Equation.KSEE3">
                  <p:embed/>
                  <p:pic>
                    <p:nvPicPr>
                      <p:cNvPr id="0" name="图片 1024"/>
                      <p:cNvPicPr/>
                      <p:nvPr/>
                    </p:nvPicPr>
                    <p:blipFill>
                      <a:blip r:embed="rId49"/>
                      <a:stretch>
                        <a:fillRect/>
                      </a:stretch>
                    </p:blipFill>
                    <p:spPr>
                      <a:xfrm>
                        <a:off x="4260850" y="4888865"/>
                        <a:ext cx="1277620" cy="372745"/>
                      </a:xfrm>
                      <a:prstGeom prst="rect">
                        <a:avLst/>
                      </a:prstGeom>
                    </p:spPr>
                  </p:pic>
                </p:oleObj>
              </mc:Fallback>
            </mc:AlternateContent>
          </a:graphicData>
        </a:graphic>
      </p:graphicFrame>
      <p:graphicFrame>
        <p:nvGraphicFramePr>
          <p:cNvPr id="109" name="对象 108">
            <a:hlinkClick r:id="" action="ppaction://ole?verb="/>
          </p:cNvPr>
          <p:cNvGraphicFramePr>
            <a:graphicFrameLocks noChangeAspect="1"/>
          </p:cNvGraphicFramePr>
          <p:nvPr/>
        </p:nvGraphicFramePr>
        <p:xfrm>
          <a:off x="4191000" y="5327015"/>
          <a:ext cx="1492885" cy="213995"/>
        </p:xfrm>
        <a:graphic>
          <a:graphicData uri="http://schemas.openxmlformats.org/presentationml/2006/ole">
            <mc:AlternateContent xmlns:mc="http://schemas.openxmlformats.org/markup-compatibility/2006">
              <mc:Choice xmlns:v="urn:schemas-microsoft-com:vml" Requires="v">
                <p:oleObj spid="_x0000_s110" name="" r:id="rId50" imgW="1600200" imgH="228600" progId="Equation.KSEE3">
                  <p:embed/>
                </p:oleObj>
              </mc:Choice>
              <mc:Fallback>
                <p:oleObj name="" r:id="rId50" imgW="1600200" imgH="228600" progId="Equation.KSEE3">
                  <p:embed/>
                  <p:pic>
                    <p:nvPicPr>
                      <p:cNvPr id="0" name="图片 1024"/>
                      <p:cNvPicPr/>
                      <p:nvPr/>
                    </p:nvPicPr>
                    <p:blipFill>
                      <a:blip r:embed="rId51"/>
                      <a:stretch>
                        <a:fillRect/>
                      </a:stretch>
                    </p:blipFill>
                    <p:spPr>
                      <a:xfrm>
                        <a:off x="4191000" y="5327015"/>
                        <a:ext cx="1492885" cy="213995"/>
                      </a:xfrm>
                      <a:prstGeom prst="rect">
                        <a:avLst/>
                      </a:prstGeom>
                    </p:spPr>
                  </p:pic>
                </p:oleObj>
              </mc:Fallback>
            </mc:AlternateContent>
          </a:graphicData>
        </a:graphic>
      </p:graphicFrame>
      <p:graphicFrame>
        <p:nvGraphicFramePr>
          <p:cNvPr id="24" name="对象 23">
            <a:hlinkClick r:id="" action="ppaction://ole?verb="/>
          </p:cNvPr>
          <p:cNvGraphicFramePr>
            <a:graphicFrameLocks noChangeAspect="1"/>
          </p:cNvGraphicFramePr>
          <p:nvPr/>
        </p:nvGraphicFramePr>
        <p:xfrm>
          <a:off x="4191000" y="5714365"/>
          <a:ext cx="1479550" cy="217170"/>
        </p:xfrm>
        <a:graphic>
          <a:graphicData uri="http://schemas.openxmlformats.org/presentationml/2006/ole">
            <mc:AlternateContent xmlns:mc="http://schemas.openxmlformats.org/markup-compatibility/2006">
              <mc:Choice xmlns:v="urn:schemas-microsoft-com:vml" Requires="v">
                <p:oleObj spid="_x0000_s27" name="" r:id="rId52" imgW="1676400" imgH="241300" progId="Equation.KSEE3">
                  <p:embed/>
                </p:oleObj>
              </mc:Choice>
              <mc:Fallback>
                <p:oleObj name="" r:id="rId52" imgW="1676400" imgH="241300" progId="Equation.KSEE3">
                  <p:embed/>
                  <p:pic>
                    <p:nvPicPr>
                      <p:cNvPr id="0" name="图片 1024"/>
                      <p:cNvPicPr/>
                      <p:nvPr/>
                    </p:nvPicPr>
                    <p:blipFill>
                      <a:blip r:embed="rId53"/>
                      <a:stretch>
                        <a:fillRect/>
                      </a:stretch>
                    </p:blipFill>
                    <p:spPr>
                      <a:xfrm>
                        <a:off x="4191000" y="5714365"/>
                        <a:ext cx="1479550" cy="217170"/>
                      </a:xfrm>
                      <a:prstGeom prst="rect">
                        <a:avLst/>
                      </a:prstGeom>
                    </p:spPr>
                  </p:pic>
                </p:oleObj>
              </mc:Fallback>
            </mc:AlternateContent>
          </a:graphicData>
        </a:graphic>
      </p:graphicFrame>
      <p:graphicFrame>
        <p:nvGraphicFramePr>
          <p:cNvPr id="28" name="对象 27">
            <a:hlinkClick r:id="" action="ppaction://ole?verb="/>
          </p:cNvPr>
          <p:cNvGraphicFramePr>
            <a:graphicFrameLocks noChangeAspect="1"/>
          </p:cNvGraphicFramePr>
          <p:nvPr/>
        </p:nvGraphicFramePr>
        <p:xfrm>
          <a:off x="4121150" y="6012815"/>
          <a:ext cx="1969770" cy="518795"/>
        </p:xfrm>
        <a:graphic>
          <a:graphicData uri="http://schemas.openxmlformats.org/presentationml/2006/ole">
            <mc:AlternateContent xmlns:mc="http://schemas.openxmlformats.org/markup-compatibility/2006">
              <mc:Choice xmlns:v="urn:schemas-microsoft-com:vml" Requires="v">
                <p:oleObj spid="_x0000_s29" name="" r:id="rId54" imgW="2717800" imgH="711200" progId="Equation.KSEE3">
                  <p:embed/>
                </p:oleObj>
              </mc:Choice>
              <mc:Fallback>
                <p:oleObj name="" r:id="rId54" imgW="2717800" imgH="711200" progId="Equation.KSEE3">
                  <p:embed/>
                  <p:pic>
                    <p:nvPicPr>
                      <p:cNvPr id="0" name="图片 1024"/>
                      <p:cNvPicPr/>
                      <p:nvPr/>
                    </p:nvPicPr>
                    <p:blipFill>
                      <a:blip r:embed="rId55"/>
                      <a:stretch>
                        <a:fillRect/>
                      </a:stretch>
                    </p:blipFill>
                    <p:spPr>
                      <a:xfrm>
                        <a:off x="4121150" y="6012815"/>
                        <a:ext cx="1969770" cy="518795"/>
                      </a:xfrm>
                      <a:prstGeom prst="rect">
                        <a:avLst/>
                      </a:prstGeom>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8000" y="386292"/>
            <a:ext cx="3688715" cy="398780"/>
          </a:xfrm>
          <a:prstGeom prst="rect">
            <a:avLst/>
          </a:prstGeom>
          <a:noFill/>
        </p:spPr>
        <p:txBody>
          <a:bodyPr wrap="none" rtlCol="0">
            <a:spAutoFit/>
          </a:bodyPr>
          <a:lstStyle/>
          <a:p>
            <a:pPr algn="l"/>
            <a:r>
              <a:rPr lang="zh-CN" altLang="en-US" sz="2000" dirty="0"/>
              <a:t>补充：</a:t>
            </a:r>
            <a:r>
              <a:rPr lang="en-US" altLang="zh-CN" sz="2000" dirty="0"/>
              <a:t>MATLAB-PDETool</a:t>
            </a:r>
            <a:r>
              <a:rPr lang="zh-CN" altLang="en-US" sz="2000" dirty="0"/>
              <a:t>的</a:t>
            </a:r>
            <a:r>
              <a:rPr lang="zh-CN" altLang="en-US" sz="2000" dirty="0"/>
              <a:t>使用</a:t>
            </a:r>
            <a:endParaRPr lang="zh-CN" altLang="en-US" sz="2000" dirty="0"/>
          </a:p>
        </p:txBody>
      </p:sp>
      <p:sp>
        <p:nvSpPr>
          <p:cNvPr id="2" name="文本框 1"/>
          <p:cNvSpPr txBox="1"/>
          <p:nvPr/>
        </p:nvSpPr>
        <p:spPr>
          <a:xfrm>
            <a:off x="945515" y="948055"/>
            <a:ext cx="9925050" cy="460375"/>
          </a:xfrm>
          <a:prstGeom prst="rect">
            <a:avLst/>
          </a:prstGeom>
        </p:spPr>
        <p:txBody>
          <a:bodyPr wrap="square">
            <a:spAutoFit/>
          </a:bodyPr>
          <a:p>
            <a:r>
              <a:rPr lang="en-US" altLang="zh-CN" sz="1200"/>
              <a:t>  MATLAB </a:t>
            </a:r>
            <a:r>
              <a:rPr lang="zh-CN" altLang="en-US" sz="1200"/>
              <a:t>中的 </a:t>
            </a:r>
            <a:r>
              <a:rPr lang="en-US" altLang="zh-CN" sz="1200"/>
              <a:t>PDETool</a:t>
            </a:r>
            <a:r>
              <a:rPr lang="zh-CN" altLang="en-US" sz="1200"/>
              <a:t>是一个基于有限元法的二维偏微分方程（</a:t>
            </a:r>
            <a:r>
              <a:rPr lang="en-US" altLang="zh-CN" sz="1200"/>
              <a:t>PDE</a:t>
            </a:r>
            <a:r>
              <a:rPr lang="zh-CN" altLang="en-US" sz="1200"/>
              <a:t>）求解器，支持常见的泊松方程、扩散方程、波动方程和特征值问题的计算。</a:t>
            </a:r>
            <a:endParaRPr lang="zh-CN" altLang="en-US" sz="1200"/>
          </a:p>
          <a:p>
            <a:r>
              <a:rPr lang="en-US" altLang="zh-CN" sz="1200"/>
              <a:t>  </a:t>
            </a:r>
            <a:r>
              <a:rPr lang="zh-CN" altLang="en-US" sz="1200"/>
              <a:t>打开</a:t>
            </a:r>
            <a:r>
              <a:rPr lang="zh-CN" altLang="en-US" sz="1200"/>
              <a:t>入口：</a:t>
            </a:r>
            <a:r>
              <a:rPr lang="en-US" altLang="zh-CN" sz="1200"/>
              <a:t>MATLAB-APP-</a:t>
            </a:r>
            <a:r>
              <a:rPr lang="zh-CN" altLang="en-US" sz="1200"/>
              <a:t>数学、统计和优化</a:t>
            </a:r>
            <a:r>
              <a:rPr lang="en-US" altLang="zh-CN" sz="1200"/>
              <a:t>-PDE Mod</a:t>
            </a:r>
            <a:r>
              <a:rPr lang="en-US" altLang="zh-CN" sz="1200"/>
              <a:t>eler</a:t>
            </a:r>
            <a:endParaRPr lang="en-US" altLang="zh-CN" sz="1200"/>
          </a:p>
        </p:txBody>
      </p:sp>
      <p:pic>
        <p:nvPicPr>
          <p:cNvPr id="3" name="图片 2"/>
          <p:cNvPicPr>
            <a:picLocks noChangeAspect="1"/>
          </p:cNvPicPr>
          <p:nvPr/>
        </p:nvPicPr>
        <p:blipFill>
          <a:blip r:embed="rId1"/>
          <a:stretch>
            <a:fillRect/>
          </a:stretch>
        </p:blipFill>
        <p:spPr>
          <a:xfrm>
            <a:off x="1717675" y="1847215"/>
            <a:ext cx="8156575" cy="4783455"/>
          </a:xfrm>
          <a:prstGeom prst="rect">
            <a:avLst/>
          </a:prstGeom>
        </p:spPr>
      </p:pic>
      <p:sp>
        <p:nvSpPr>
          <p:cNvPr id="5" name="矩形 4"/>
          <p:cNvSpPr/>
          <p:nvPr/>
        </p:nvSpPr>
        <p:spPr>
          <a:xfrm>
            <a:off x="1717675" y="2106930"/>
            <a:ext cx="995045" cy="20066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文本框 5"/>
          <p:cNvSpPr txBox="1"/>
          <p:nvPr/>
        </p:nvSpPr>
        <p:spPr>
          <a:xfrm>
            <a:off x="621030" y="2069465"/>
            <a:ext cx="856615" cy="275590"/>
          </a:xfrm>
          <a:prstGeom prst="rect">
            <a:avLst/>
          </a:prstGeom>
          <a:noFill/>
        </p:spPr>
        <p:txBody>
          <a:bodyPr wrap="square" rtlCol="0">
            <a:spAutoFit/>
          </a:bodyPr>
          <a:p>
            <a:r>
              <a:rPr lang="zh-CN" altLang="en-US" sz="1200">
                <a:solidFill>
                  <a:srgbClr val="FF0000"/>
                </a:solidFill>
              </a:rPr>
              <a:t>模型绘制</a:t>
            </a:r>
            <a:endParaRPr lang="zh-CN" altLang="en-US" sz="1200">
              <a:solidFill>
                <a:srgbClr val="FF0000"/>
              </a:solidFill>
            </a:endParaRPr>
          </a:p>
        </p:txBody>
      </p:sp>
      <p:sp>
        <p:nvSpPr>
          <p:cNvPr id="7" name="文本框 6"/>
          <p:cNvSpPr txBox="1"/>
          <p:nvPr/>
        </p:nvSpPr>
        <p:spPr>
          <a:xfrm>
            <a:off x="2042160" y="1571625"/>
            <a:ext cx="992505" cy="275590"/>
          </a:xfrm>
          <a:prstGeom prst="rect">
            <a:avLst/>
          </a:prstGeom>
          <a:noFill/>
        </p:spPr>
        <p:txBody>
          <a:bodyPr wrap="square" rtlCol="0">
            <a:spAutoFit/>
          </a:bodyPr>
          <a:p>
            <a:r>
              <a:rPr lang="zh-CN" altLang="en-US" sz="1200">
                <a:solidFill>
                  <a:srgbClr val="FF0000"/>
                </a:solidFill>
              </a:rPr>
              <a:t>边界</a:t>
            </a:r>
            <a:r>
              <a:rPr lang="zh-CN" altLang="en-US" sz="1200">
                <a:solidFill>
                  <a:srgbClr val="FF0000"/>
                </a:solidFill>
              </a:rPr>
              <a:t>条件</a:t>
            </a:r>
            <a:endParaRPr lang="zh-CN" altLang="en-US" sz="1200">
              <a:solidFill>
                <a:srgbClr val="FF0000"/>
              </a:solidFill>
            </a:endParaRPr>
          </a:p>
        </p:txBody>
      </p:sp>
      <p:sp>
        <p:nvSpPr>
          <p:cNvPr id="8" name="矩形 7"/>
          <p:cNvSpPr/>
          <p:nvPr/>
        </p:nvSpPr>
        <p:spPr>
          <a:xfrm>
            <a:off x="2712720" y="2106930"/>
            <a:ext cx="177800" cy="20066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矩形 8"/>
          <p:cNvSpPr/>
          <p:nvPr/>
        </p:nvSpPr>
        <p:spPr>
          <a:xfrm>
            <a:off x="2890520" y="2106930"/>
            <a:ext cx="209550" cy="20066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矩形 9"/>
          <p:cNvSpPr/>
          <p:nvPr/>
        </p:nvSpPr>
        <p:spPr>
          <a:xfrm>
            <a:off x="3100070" y="2106930"/>
            <a:ext cx="395605" cy="20066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矩形 10"/>
          <p:cNvSpPr/>
          <p:nvPr/>
        </p:nvSpPr>
        <p:spPr>
          <a:xfrm>
            <a:off x="3496310" y="2106930"/>
            <a:ext cx="389890" cy="20066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文本框 11"/>
          <p:cNvSpPr txBox="1"/>
          <p:nvPr/>
        </p:nvSpPr>
        <p:spPr>
          <a:xfrm>
            <a:off x="2850515" y="1571625"/>
            <a:ext cx="807720" cy="275590"/>
          </a:xfrm>
          <a:prstGeom prst="rect">
            <a:avLst/>
          </a:prstGeom>
          <a:noFill/>
        </p:spPr>
        <p:txBody>
          <a:bodyPr wrap="square" rtlCol="0">
            <a:spAutoFit/>
          </a:bodyPr>
          <a:p>
            <a:r>
              <a:rPr lang="zh-CN" altLang="en-US" sz="1200">
                <a:solidFill>
                  <a:srgbClr val="FF0000"/>
                </a:solidFill>
              </a:rPr>
              <a:t>方程</a:t>
            </a:r>
            <a:r>
              <a:rPr lang="zh-CN" altLang="en-US" sz="1200">
                <a:solidFill>
                  <a:srgbClr val="FF0000"/>
                </a:solidFill>
              </a:rPr>
              <a:t>类型</a:t>
            </a:r>
            <a:endParaRPr lang="zh-CN" altLang="en-US" sz="1200">
              <a:solidFill>
                <a:srgbClr val="FF0000"/>
              </a:solidFill>
            </a:endParaRPr>
          </a:p>
        </p:txBody>
      </p:sp>
      <p:sp>
        <p:nvSpPr>
          <p:cNvPr id="13" name="文本框 12"/>
          <p:cNvSpPr txBox="1"/>
          <p:nvPr/>
        </p:nvSpPr>
        <p:spPr>
          <a:xfrm>
            <a:off x="3630930" y="1571625"/>
            <a:ext cx="992505" cy="275590"/>
          </a:xfrm>
          <a:prstGeom prst="rect">
            <a:avLst/>
          </a:prstGeom>
          <a:noFill/>
        </p:spPr>
        <p:txBody>
          <a:bodyPr wrap="square" rtlCol="0">
            <a:spAutoFit/>
          </a:bodyPr>
          <a:p>
            <a:r>
              <a:rPr lang="zh-CN" altLang="en-US" sz="1200">
                <a:solidFill>
                  <a:srgbClr val="FF0000"/>
                </a:solidFill>
              </a:rPr>
              <a:t>网格</a:t>
            </a:r>
            <a:r>
              <a:rPr lang="zh-CN" altLang="en-US" sz="1200">
                <a:solidFill>
                  <a:srgbClr val="FF0000"/>
                </a:solidFill>
              </a:rPr>
              <a:t>剖分</a:t>
            </a:r>
            <a:endParaRPr lang="zh-CN" altLang="en-US" sz="1200">
              <a:solidFill>
                <a:srgbClr val="FF0000"/>
              </a:solidFill>
            </a:endParaRPr>
          </a:p>
        </p:txBody>
      </p:sp>
      <p:sp>
        <p:nvSpPr>
          <p:cNvPr id="14" name="文本框 13"/>
          <p:cNvSpPr txBox="1"/>
          <p:nvPr/>
        </p:nvSpPr>
        <p:spPr>
          <a:xfrm>
            <a:off x="4456430" y="1571625"/>
            <a:ext cx="992505" cy="275590"/>
          </a:xfrm>
          <a:prstGeom prst="rect">
            <a:avLst/>
          </a:prstGeom>
          <a:noFill/>
        </p:spPr>
        <p:txBody>
          <a:bodyPr wrap="square" rtlCol="0">
            <a:spAutoFit/>
          </a:bodyPr>
          <a:p>
            <a:r>
              <a:rPr lang="zh-CN" altLang="en-US" sz="1200">
                <a:solidFill>
                  <a:srgbClr val="FF0000"/>
                </a:solidFill>
              </a:rPr>
              <a:t>求解与</a:t>
            </a:r>
            <a:r>
              <a:rPr lang="zh-CN" altLang="en-US" sz="1200">
                <a:solidFill>
                  <a:srgbClr val="FF0000"/>
                </a:solidFill>
              </a:rPr>
              <a:t>绘图</a:t>
            </a:r>
            <a:endParaRPr lang="zh-CN" altLang="en-US" sz="1200">
              <a:solidFill>
                <a:srgbClr val="FF0000"/>
              </a:solidFill>
            </a:endParaRPr>
          </a:p>
        </p:txBody>
      </p:sp>
      <p:cxnSp>
        <p:nvCxnSpPr>
          <p:cNvPr id="15" name="直接箭头连接符 14"/>
          <p:cNvCxnSpPr>
            <a:endCxn id="5" idx="1"/>
          </p:cNvCxnSpPr>
          <p:nvPr/>
        </p:nvCxnSpPr>
        <p:spPr>
          <a:xfrm flipV="1">
            <a:off x="1411605" y="2207260"/>
            <a:ext cx="306070" cy="1333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6" name="直接箭头连接符 15"/>
          <p:cNvCxnSpPr>
            <a:endCxn id="8" idx="0"/>
          </p:cNvCxnSpPr>
          <p:nvPr/>
        </p:nvCxnSpPr>
        <p:spPr>
          <a:xfrm>
            <a:off x="2469515" y="1818005"/>
            <a:ext cx="332105" cy="28892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7" name="直接箭头连接符 16"/>
          <p:cNvCxnSpPr>
            <a:endCxn id="9" idx="0"/>
          </p:cNvCxnSpPr>
          <p:nvPr/>
        </p:nvCxnSpPr>
        <p:spPr>
          <a:xfrm flipH="1">
            <a:off x="2995295" y="1804035"/>
            <a:ext cx="240665" cy="30289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8" name="直接箭头连接符 17"/>
          <p:cNvCxnSpPr>
            <a:endCxn id="10" idx="0"/>
          </p:cNvCxnSpPr>
          <p:nvPr/>
        </p:nvCxnSpPr>
        <p:spPr>
          <a:xfrm flipH="1">
            <a:off x="3298190" y="1804035"/>
            <a:ext cx="734695" cy="30289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9" name="直接箭头连接符 18"/>
          <p:cNvCxnSpPr>
            <a:endCxn id="11" idx="0"/>
          </p:cNvCxnSpPr>
          <p:nvPr/>
        </p:nvCxnSpPr>
        <p:spPr>
          <a:xfrm flipH="1">
            <a:off x="3691255" y="1818005"/>
            <a:ext cx="1228725" cy="28892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对象 17">
            <a:hlinkClick r:id="" action="ppaction://ole?verb="/>
          </p:cNvPr>
          <p:cNvGraphicFramePr>
            <a:graphicFrameLocks noChangeAspect="1"/>
          </p:cNvGraphicFramePr>
          <p:nvPr/>
        </p:nvGraphicFramePr>
        <p:xfrm>
          <a:off x="2310448" y="3115628"/>
          <a:ext cx="9132570" cy="1869440"/>
        </p:xfrm>
        <a:graphic>
          <a:graphicData uri="http://schemas.openxmlformats.org/presentationml/2006/ole">
            <mc:AlternateContent xmlns:mc="http://schemas.openxmlformats.org/markup-compatibility/2006">
              <mc:Choice xmlns:v="urn:schemas-microsoft-com:vml" Requires="v">
                <p:oleObj spid="_x0000_s19" name="" r:id="rId1" imgW="9994900" imgH="2005965" progId="Equation.KSEE3">
                  <p:embed/>
                </p:oleObj>
              </mc:Choice>
              <mc:Fallback>
                <p:oleObj name="" r:id="rId1" imgW="9994900" imgH="2005965" progId="Equation.KSEE3">
                  <p:embed/>
                  <p:pic>
                    <p:nvPicPr>
                      <p:cNvPr id="0" name="图片 1024"/>
                      <p:cNvPicPr/>
                      <p:nvPr/>
                    </p:nvPicPr>
                    <p:blipFill>
                      <a:blip r:embed="rId2"/>
                      <a:stretch>
                        <a:fillRect/>
                      </a:stretch>
                    </p:blipFill>
                    <p:spPr>
                      <a:xfrm>
                        <a:off x="2310448" y="3115628"/>
                        <a:ext cx="9132570" cy="1869440"/>
                      </a:xfrm>
                      <a:prstGeom prst="rect">
                        <a:avLst/>
                      </a:prstGeom>
                    </p:spPr>
                  </p:pic>
                </p:oleObj>
              </mc:Fallback>
            </mc:AlternateContent>
          </a:graphicData>
        </a:graphic>
      </p:graphicFrame>
      <p:sp>
        <p:nvSpPr>
          <p:cNvPr id="4" name="文本框 3"/>
          <p:cNvSpPr txBox="1"/>
          <p:nvPr/>
        </p:nvSpPr>
        <p:spPr>
          <a:xfrm>
            <a:off x="391160" y="216112"/>
            <a:ext cx="2214880" cy="398780"/>
          </a:xfrm>
          <a:prstGeom prst="rect">
            <a:avLst/>
          </a:prstGeom>
          <a:noFill/>
        </p:spPr>
        <p:txBody>
          <a:bodyPr wrap="none" rtlCol="0">
            <a:spAutoFit/>
          </a:bodyPr>
          <a:lstStyle/>
          <a:p>
            <a:pPr algn="l"/>
            <a:r>
              <a:rPr lang="zh-CN" altLang="en-US" sz="2000" dirty="0"/>
              <a:t>补充：</a:t>
            </a:r>
            <a:r>
              <a:rPr lang="zh-CN" altLang="en-US" sz="2000" dirty="0"/>
              <a:t>介质的</a:t>
            </a:r>
            <a:r>
              <a:rPr lang="zh-CN" altLang="en-US" sz="2000" dirty="0"/>
              <a:t>分类</a:t>
            </a:r>
            <a:endParaRPr lang="zh-CN" altLang="en-US" sz="2000" dirty="0"/>
          </a:p>
        </p:txBody>
      </p:sp>
      <p:sp>
        <p:nvSpPr>
          <p:cNvPr id="6" name="文本框 5"/>
          <p:cNvSpPr txBox="1"/>
          <p:nvPr/>
        </p:nvSpPr>
        <p:spPr>
          <a:xfrm>
            <a:off x="529590" y="697230"/>
            <a:ext cx="1974850" cy="275590"/>
          </a:xfrm>
          <a:prstGeom prst="rect">
            <a:avLst/>
          </a:prstGeom>
          <a:noFill/>
        </p:spPr>
        <p:txBody>
          <a:bodyPr wrap="square" rtlCol="0">
            <a:spAutoFit/>
          </a:bodyPr>
          <a:p>
            <a:r>
              <a:rPr lang="zh-CN" altLang="en-US" sz="1200" b="1"/>
              <a:t>均匀介质与非均匀</a:t>
            </a:r>
            <a:r>
              <a:rPr lang="zh-CN" altLang="en-US" sz="1200" b="1">
                <a:sym typeface="+mn-ea"/>
              </a:rPr>
              <a:t>介质</a:t>
            </a:r>
            <a:r>
              <a:rPr lang="zh-CN" altLang="en-US" sz="1200"/>
              <a:t>：</a:t>
            </a:r>
            <a:endParaRPr lang="zh-CN" altLang="en-US" sz="1200"/>
          </a:p>
        </p:txBody>
      </p:sp>
      <p:graphicFrame>
        <p:nvGraphicFramePr>
          <p:cNvPr id="7" name="对象 6">
            <a:hlinkClick r:id="" action="ppaction://ole?verb="/>
          </p:cNvPr>
          <p:cNvGraphicFramePr>
            <a:graphicFrameLocks noChangeAspect="1"/>
          </p:cNvGraphicFramePr>
          <p:nvPr/>
        </p:nvGraphicFramePr>
        <p:xfrm>
          <a:off x="2226628" y="739140"/>
          <a:ext cx="6739890" cy="201295"/>
        </p:xfrm>
        <a:graphic>
          <a:graphicData uri="http://schemas.openxmlformats.org/presentationml/2006/ole">
            <mc:AlternateContent xmlns:mc="http://schemas.openxmlformats.org/markup-compatibility/2006">
              <mc:Choice xmlns:v="urn:schemas-microsoft-com:vml" Requires="v">
                <p:oleObj spid="_x0000_s8" name="" r:id="rId3" imgW="7378700" imgH="215900" progId="Equation.KSEE3">
                  <p:embed/>
                </p:oleObj>
              </mc:Choice>
              <mc:Fallback>
                <p:oleObj name="" r:id="rId3" imgW="7378700" imgH="215900" progId="Equation.KSEE3">
                  <p:embed/>
                  <p:pic>
                    <p:nvPicPr>
                      <p:cNvPr id="0" name="图片 1024"/>
                      <p:cNvPicPr/>
                      <p:nvPr/>
                    </p:nvPicPr>
                    <p:blipFill>
                      <a:blip r:embed="rId4"/>
                      <a:stretch>
                        <a:fillRect/>
                      </a:stretch>
                    </p:blipFill>
                    <p:spPr>
                      <a:xfrm>
                        <a:off x="2226628" y="739140"/>
                        <a:ext cx="6739890" cy="201295"/>
                      </a:xfrm>
                      <a:prstGeom prst="rect">
                        <a:avLst/>
                      </a:prstGeom>
                    </p:spPr>
                  </p:pic>
                </p:oleObj>
              </mc:Fallback>
            </mc:AlternateContent>
          </a:graphicData>
        </a:graphic>
      </p:graphicFrame>
      <p:sp>
        <p:nvSpPr>
          <p:cNvPr id="9" name="文本框 8"/>
          <p:cNvSpPr txBox="1"/>
          <p:nvPr/>
        </p:nvSpPr>
        <p:spPr>
          <a:xfrm>
            <a:off x="537845" y="1386840"/>
            <a:ext cx="1974850" cy="275590"/>
          </a:xfrm>
          <a:prstGeom prst="rect">
            <a:avLst/>
          </a:prstGeom>
          <a:noFill/>
        </p:spPr>
        <p:txBody>
          <a:bodyPr wrap="square" rtlCol="0">
            <a:spAutoFit/>
          </a:bodyPr>
          <a:p>
            <a:r>
              <a:rPr lang="zh-CN" altLang="en-US" sz="1200" b="1"/>
              <a:t>线性</a:t>
            </a:r>
            <a:r>
              <a:rPr lang="zh-CN" altLang="en-US" sz="1200" b="1">
                <a:sym typeface="+mn-ea"/>
              </a:rPr>
              <a:t>介质</a:t>
            </a:r>
            <a:r>
              <a:rPr lang="zh-CN" altLang="en-US" sz="1200" b="1"/>
              <a:t>与非线性</a:t>
            </a:r>
            <a:r>
              <a:rPr lang="zh-CN" altLang="en-US" sz="1200" b="1">
                <a:sym typeface="+mn-ea"/>
              </a:rPr>
              <a:t>介质</a:t>
            </a:r>
            <a:r>
              <a:rPr lang="zh-CN" altLang="en-US" sz="1200"/>
              <a:t>：</a:t>
            </a:r>
            <a:endParaRPr lang="zh-CN" altLang="en-US" sz="1200"/>
          </a:p>
        </p:txBody>
      </p:sp>
      <p:graphicFrame>
        <p:nvGraphicFramePr>
          <p:cNvPr id="10" name="对象 9">
            <a:hlinkClick r:id="" action="ppaction://ole?verb="/>
          </p:cNvPr>
          <p:cNvGraphicFramePr>
            <a:graphicFrameLocks noChangeAspect="1"/>
          </p:cNvGraphicFramePr>
          <p:nvPr/>
        </p:nvGraphicFramePr>
        <p:xfrm>
          <a:off x="2242186" y="1405255"/>
          <a:ext cx="6067425" cy="225425"/>
        </p:xfrm>
        <a:graphic>
          <a:graphicData uri="http://schemas.openxmlformats.org/presentationml/2006/ole">
            <mc:AlternateContent xmlns:mc="http://schemas.openxmlformats.org/markup-compatibility/2006">
              <mc:Choice xmlns:v="urn:schemas-microsoft-com:vml" Requires="v">
                <p:oleObj spid="_x0000_s11" name="" r:id="rId5" imgW="6642100" imgH="241300" progId="Equation.KSEE3">
                  <p:embed/>
                </p:oleObj>
              </mc:Choice>
              <mc:Fallback>
                <p:oleObj name="" r:id="rId5" imgW="6642100" imgH="241300" progId="Equation.KSEE3">
                  <p:embed/>
                  <p:pic>
                    <p:nvPicPr>
                      <p:cNvPr id="0" name="图片 1024"/>
                      <p:cNvPicPr/>
                      <p:nvPr/>
                    </p:nvPicPr>
                    <p:blipFill>
                      <a:blip r:embed="rId6"/>
                      <a:stretch>
                        <a:fillRect/>
                      </a:stretch>
                    </p:blipFill>
                    <p:spPr>
                      <a:xfrm>
                        <a:off x="2242186" y="1405255"/>
                        <a:ext cx="6067425" cy="225425"/>
                      </a:xfrm>
                      <a:prstGeom prst="rect">
                        <a:avLst/>
                      </a:prstGeom>
                    </p:spPr>
                  </p:pic>
                </p:oleObj>
              </mc:Fallback>
            </mc:AlternateContent>
          </a:graphicData>
        </a:graphic>
      </p:graphicFrame>
      <p:sp>
        <p:nvSpPr>
          <p:cNvPr id="12" name="文本框 11"/>
          <p:cNvSpPr txBox="1"/>
          <p:nvPr/>
        </p:nvSpPr>
        <p:spPr>
          <a:xfrm>
            <a:off x="538480" y="1778635"/>
            <a:ext cx="2366645" cy="275590"/>
          </a:xfrm>
          <a:prstGeom prst="rect">
            <a:avLst/>
          </a:prstGeom>
          <a:noFill/>
        </p:spPr>
        <p:txBody>
          <a:bodyPr wrap="square" rtlCol="0">
            <a:spAutoFit/>
          </a:bodyPr>
          <a:p>
            <a:r>
              <a:rPr lang="zh-CN" altLang="en-US" sz="1200" b="1"/>
              <a:t>各向同性</a:t>
            </a:r>
            <a:r>
              <a:rPr lang="zh-CN" altLang="en-US" sz="1200" b="1">
                <a:sym typeface="+mn-ea"/>
              </a:rPr>
              <a:t>介质</a:t>
            </a:r>
            <a:r>
              <a:rPr lang="zh-CN" altLang="en-US" sz="1200" b="1"/>
              <a:t>与各向异性</a:t>
            </a:r>
            <a:r>
              <a:rPr lang="zh-CN" altLang="en-US" sz="1200" b="1">
                <a:sym typeface="+mn-ea"/>
              </a:rPr>
              <a:t>介质</a:t>
            </a:r>
            <a:r>
              <a:rPr lang="zh-CN" altLang="en-US" sz="1200"/>
              <a:t>：</a:t>
            </a:r>
            <a:endParaRPr lang="zh-CN" altLang="en-US" sz="1200"/>
          </a:p>
        </p:txBody>
      </p:sp>
      <p:graphicFrame>
        <p:nvGraphicFramePr>
          <p:cNvPr id="13" name="对象 12">
            <a:hlinkClick r:id="" action="ppaction://ole?verb="/>
          </p:cNvPr>
          <p:cNvGraphicFramePr>
            <a:graphicFrameLocks noChangeAspect="1"/>
          </p:cNvGraphicFramePr>
          <p:nvPr/>
        </p:nvGraphicFramePr>
        <p:xfrm>
          <a:off x="2697481" y="1793240"/>
          <a:ext cx="7146925" cy="1163955"/>
        </p:xfrm>
        <a:graphic>
          <a:graphicData uri="http://schemas.openxmlformats.org/presentationml/2006/ole">
            <mc:AlternateContent xmlns:mc="http://schemas.openxmlformats.org/markup-compatibility/2006">
              <mc:Choice xmlns:v="urn:schemas-microsoft-com:vml" Requires="v">
                <p:oleObj spid="_x0000_s14" name="" r:id="rId7" imgW="7823200" imgH="1244600" progId="Equation.KSEE3">
                  <p:embed/>
                </p:oleObj>
              </mc:Choice>
              <mc:Fallback>
                <p:oleObj name="" r:id="rId7" imgW="7823200" imgH="1244600" progId="Equation.KSEE3">
                  <p:embed/>
                  <p:pic>
                    <p:nvPicPr>
                      <p:cNvPr id="0" name="图片 1024"/>
                      <p:cNvPicPr/>
                      <p:nvPr/>
                    </p:nvPicPr>
                    <p:blipFill>
                      <a:blip r:embed="rId8"/>
                      <a:stretch>
                        <a:fillRect/>
                      </a:stretch>
                    </p:blipFill>
                    <p:spPr>
                      <a:xfrm>
                        <a:off x="2697481" y="1793240"/>
                        <a:ext cx="7146925" cy="1163955"/>
                      </a:xfrm>
                      <a:prstGeom prst="rect">
                        <a:avLst/>
                      </a:prstGeom>
                    </p:spPr>
                  </p:pic>
                </p:oleObj>
              </mc:Fallback>
            </mc:AlternateContent>
          </a:graphicData>
        </a:graphic>
      </p:graphicFrame>
      <p:sp>
        <p:nvSpPr>
          <p:cNvPr id="15" name="文本框 14"/>
          <p:cNvSpPr txBox="1"/>
          <p:nvPr/>
        </p:nvSpPr>
        <p:spPr>
          <a:xfrm>
            <a:off x="579120" y="3070860"/>
            <a:ext cx="2366645" cy="275590"/>
          </a:xfrm>
          <a:prstGeom prst="rect">
            <a:avLst/>
          </a:prstGeom>
          <a:noFill/>
        </p:spPr>
        <p:txBody>
          <a:bodyPr wrap="square" rtlCol="0">
            <a:spAutoFit/>
          </a:bodyPr>
          <a:p>
            <a:r>
              <a:rPr lang="zh-CN" altLang="en-US" sz="1200" b="1"/>
              <a:t>色散</a:t>
            </a:r>
            <a:r>
              <a:rPr lang="zh-CN" altLang="en-US" sz="1200" b="1">
                <a:sym typeface="+mn-ea"/>
              </a:rPr>
              <a:t>介质</a:t>
            </a:r>
            <a:r>
              <a:rPr lang="zh-CN" altLang="en-US" sz="1200" b="1"/>
              <a:t>与非色散</a:t>
            </a:r>
            <a:r>
              <a:rPr lang="zh-CN" altLang="en-US" sz="1200" b="1">
                <a:sym typeface="+mn-ea"/>
              </a:rPr>
              <a:t>介质</a:t>
            </a:r>
            <a:r>
              <a:rPr lang="zh-CN" altLang="en-US" sz="1200"/>
              <a:t>：</a:t>
            </a:r>
            <a:endParaRPr lang="zh-CN" altLang="en-US" sz="1200"/>
          </a:p>
        </p:txBody>
      </p:sp>
      <p:sp>
        <p:nvSpPr>
          <p:cNvPr id="2" name="文本框 1"/>
          <p:cNvSpPr txBox="1"/>
          <p:nvPr/>
        </p:nvSpPr>
        <p:spPr>
          <a:xfrm>
            <a:off x="530225" y="1044575"/>
            <a:ext cx="1974850" cy="275590"/>
          </a:xfrm>
          <a:prstGeom prst="rect">
            <a:avLst/>
          </a:prstGeom>
          <a:noFill/>
        </p:spPr>
        <p:txBody>
          <a:bodyPr wrap="square" rtlCol="0">
            <a:spAutoFit/>
          </a:bodyPr>
          <a:p>
            <a:r>
              <a:rPr lang="zh-CN" altLang="en-US" sz="1200" b="1"/>
              <a:t>静态介质与非静态</a:t>
            </a:r>
            <a:r>
              <a:rPr lang="zh-CN" altLang="en-US" sz="1200" b="1">
                <a:sym typeface="+mn-ea"/>
              </a:rPr>
              <a:t>介质</a:t>
            </a:r>
            <a:r>
              <a:rPr lang="zh-CN" altLang="en-US" sz="1200"/>
              <a:t>：</a:t>
            </a:r>
            <a:endParaRPr lang="zh-CN" altLang="en-US" sz="1200"/>
          </a:p>
        </p:txBody>
      </p:sp>
      <p:graphicFrame>
        <p:nvGraphicFramePr>
          <p:cNvPr id="3" name="对象 2">
            <a:hlinkClick r:id="" action="ppaction://ole?verb="/>
          </p:cNvPr>
          <p:cNvGraphicFramePr>
            <a:graphicFrameLocks noChangeAspect="1"/>
          </p:cNvGraphicFramePr>
          <p:nvPr/>
        </p:nvGraphicFramePr>
        <p:xfrm>
          <a:off x="2245678" y="1082040"/>
          <a:ext cx="6380480" cy="201295"/>
        </p:xfrm>
        <a:graphic>
          <a:graphicData uri="http://schemas.openxmlformats.org/presentationml/2006/ole">
            <mc:AlternateContent xmlns:mc="http://schemas.openxmlformats.org/markup-compatibility/2006">
              <mc:Choice xmlns:v="urn:schemas-microsoft-com:vml" Requires="v">
                <p:oleObj spid="_x0000_s5" name="" r:id="rId9" imgW="6985000" imgH="215900" progId="Equation.KSEE3">
                  <p:embed/>
                </p:oleObj>
              </mc:Choice>
              <mc:Fallback>
                <p:oleObj name="" r:id="rId9" imgW="6985000" imgH="215900" progId="Equation.KSEE3">
                  <p:embed/>
                  <p:pic>
                    <p:nvPicPr>
                      <p:cNvPr id="0" name="图片 1024"/>
                      <p:cNvPicPr/>
                      <p:nvPr/>
                    </p:nvPicPr>
                    <p:blipFill>
                      <a:blip r:embed="rId10"/>
                      <a:stretch>
                        <a:fillRect/>
                      </a:stretch>
                    </p:blipFill>
                    <p:spPr>
                      <a:xfrm>
                        <a:off x="2245678" y="1082040"/>
                        <a:ext cx="6380480" cy="201295"/>
                      </a:xfrm>
                      <a:prstGeom prst="rect">
                        <a:avLst/>
                      </a:prstGeom>
                    </p:spPr>
                  </p:pic>
                </p:oleObj>
              </mc:Fallback>
            </mc:AlternateContent>
          </a:graphicData>
        </a:graphic>
      </p:graphicFrame>
      <p:sp>
        <p:nvSpPr>
          <p:cNvPr id="16" name="文本框 15"/>
          <p:cNvSpPr txBox="1"/>
          <p:nvPr/>
        </p:nvSpPr>
        <p:spPr>
          <a:xfrm>
            <a:off x="579120" y="5080635"/>
            <a:ext cx="2366645" cy="275590"/>
          </a:xfrm>
          <a:prstGeom prst="rect">
            <a:avLst/>
          </a:prstGeom>
          <a:noFill/>
        </p:spPr>
        <p:txBody>
          <a:bodyPr wrap="square" rtlCol="0">
            <a:spAutoFit/>
          </a:bodyPr>
          <a:p>
            <a:r>
              <a:rPr lang="zh-CN" altLang="en-US" sz="1200" b="1"/>
              <a:t>导体与</a:t>
            </a:r>
            <a:r>
              <a:rPr lang="zh-CN" altLang="en-US" sz="1200" b="1">
                <a:sym typeface="+mn-ea"/>
              </a:rPr>
              <a:t>电介质</a:t>
            </a:r>
            <a:r>
              <a:rPr lang="en-US" altLang="zh-CN" sz="1200" b="1"/>
              <a:t>(</a:t>
            </a:r>
            <a:r>
              <a:rPr lang="zh-CN" altLang="en-US" sz="1200" b="1">
                <a:sym typeface="+mn-ea"/>
              </a:rPr>
              <a:t>绝缘体</a:t>
            </a:r>
            <a:r>
              <a:rPr lang="en-US" altLang="zh-CN" sz="1200" b="1"/>
              <a:t>)</a:t>
            </a:r>
            <a:r>
              <a:rPr lang="zh-CN" altLang="en-US" sz="1200"/>
              <a:t>：</a:t>
            </a:r>
            <a:endParaRPr lang="zh-CN" altLang="en-US" sz="1200"/>
          </a:p>
        </p:txBody>
      </p:sp>
      <p:graphicFrame>
        <p:nvGraphicFramePr>
          <p:cNvPr id="17" name="对象 16">
            <a:hlinkClick r:id="" action="ppaction://ole?verb="/>
          </p:cNvPr>
          <p:cNvGraphicFramePr>
            <a:graphicFrameLocks noChangeAspect="1"/>
          </p:cNvGraphicFramePr>
          <p:nvPr/>
        </p:nvGraphicFramePr>
        <p:xfrm>
          <a:off x="2267903" y="5043488"/>
          <a:ext cx="9039860" cy="961390"/>
        </p:xfrm>
        <a:graphic>
          <a:graphicData uri="http://schemas.openxmlformats.org/presentationml/2006/ole">
            <mc:AlternateContent xmlns:mc="http://schemas.openxmlformats.org/markup-compatibility/2006">
              <mc:Choice xmlns:v="urn:schemas-microsoft-com:vml" Requires="v">
                <p:oleObj spid="_x0000_s20" name="" r:id="rId11" imgW="9893300" imgH="1028700" progId="Equation.KSEE3">
                  <p:embed/>
                </p:oleObj>
              </mc:Choice>
              <mc:Fallback>
                <p:oleObj name="" r:id="rId11" imgW="9893300" imgH="1028700" progId="Equation.KSEE3">
                  <p:embed/>
                  <p:pic>
                    <p:nvPicPr>
                      <p:cNvPr id="0" name="图片 1024"/>
                      <p:cNvPicPr/>
                      <p:nvPr/>
                    </p:nvPicPr>
                    <p:blipFill>
                      <a:blip r:embed="rId12"/>
                      <a:stretch>
                        <a:fillRect/>
                      </a:stretch>
                    </p:blipFill>
                    <p:spPr>
                      <a:xfrm>
                        <a:off x="2267903" y="5043488"/>
                        <a:ext cx="9039860" cy="961390"/>
                      </a:xfrm>
                      <a:prstGeom prst="rect">
                        <a:avLst/>
                      </a:prstGeom>
                    </p:spPr>
                  </p:pic>
                </p:oleObj>
              </mc:Fallback>
            </mc:AlternateContent>
          </a:graphicData>
        </a:graphic>
      </p:graphicFrame>
      <p:sp>
        <p:nvSpPr>
          <p:cNvPr id="21" name="文本框 20"/>
          <p:cNvSpPr txBox="1"/>
          <p:nvPr/>
        </p:nvSpPr>
        <p:spPr>
          <a:xfrm>
            <a:off x="572135" y="6163945"/>
            <a:ext cx="2978785" cy="275590"/>
          </a:xfrm>
          <a:prstGeom prst="rect">
            <a:avLst/>
          </a:prstGeom>
          <a:noFill/>
        </p:spPr>
        <p:txBody>
          <a:bodyPr wrap="square" rtlCol="0">
            <a:spAutoFit/>
          </a:bodyPr>
          <a:p>
            <a:r>
              <a:rPr lang="zh-CN" altLang="en-US" sz="1200" b="1">
                <a:sym typeface="+mn-ea"/>
              </a:rPr>
              <a:t>抗磁性介质</a:t>
            </a:r>
            <a:r>
              <a:rPr lang="zh-CN" altLang="en-US" sz="1200" b="1"/>
              <a:t>、顺磁性介质与</a:t>
            </a:r>
            <a:r>
              <a:rPr lang="zh-CN" altLang="en-US" sz="1200" b="1">
                <a:sym typeface="+mn-ea"/>
              </a:rPr>
              <a:t>铁磁性介质</a:t>
            </a:r>
            <a:r>
              <a:rPr lang="zh-CN" altLang="en-US" sz="1200"/>
              <a:t>：</a:t>
            </a:r>
            <a:endParaRPr lang="zh-CN" altLang="en-US" sz="1200"/>
          </a:p>
        </p:txBody>
      </p:sp>
      <p:graphicFrame>
        <p:nvGraphicFramePr>
          <p:cNvPr id="22" name="对象 21">
            <a:hlinkClick r:id="" action="ppaction://ole?verb="/>
          </p:cNvPr>
          <p:cNvGraphicFramePr>
            <a:graphicFrameLocks noChangeAspect="1"/>
          </p:cNvGraphicFramePr>
          <p:nvPr/>
        </p:nvGraphicFramePr>
        <p:xfrm>
          <a:off x="3368041" y="6197283"/>
          <a:ext cx="7611745" cy="427990"/>
        </p:xfrm>
        <a:graphic>
          <a:graphicData uri="http://schemas.openxmlformats.org/presentationml/2006/ole">
            <mc:AlternateContent xmlns:mc="http://schemas.openxmlformats.org/markup-compatibility/2006">
              <mc:Choice xmlns:v="urn:schemas-microsoft-com:vml" Requires="v">
                <p:oleObj spid="_x0000_s23" name="" r:id="rId13" imgW="8331200" imgH="457200" progId="Equation.KSEE3">
                  <p:embed/>
                </p:oleObj>
              </mc:Choice>
              <mc:Fallback>
                <p:oleObj name="" r:id="rId13" imgW="8331200" imgH="457200" progId="Equation.KSEE3">
                  <p:embed/>
                  <p:pic>
                    <p:nvPicPr>
                      <p:cNvPr id="0" name="图片 1024"/>
                      <p:cNvPicPr/>
                      <p:nvPr/>
                    </p:nvPicPr>
                    <p:blipFill>
                      <a:blip r:embed="rId14"/>
                      <a:stretch>
                        <a:fillRect/>
                      </a:stretch>
                    </p:blipFill>
                    <p:spPr>
                      <a:xfrm>
                        <a:off x="3368041" y="6197283"/>
                        <a:ext cx="7611745" cy="427990"/>
                      </a:xfrm>
                      <a:prstGeom prst="rect">
                        <a:avLst/>
                      </a:prstGeom>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8000" y="386292"/>
            <a:ext cx="2722880" cy="398780"/>
          </a:xfrm>
          <a:prstGeom prst="rect">
            <a:avLst/>
          </a:prstGeom>
          <a:noFill/>
        </p:spPr>
        <p:txBody>
          <a:bodyPr wrap="none" rtlCol="0">
            <a:spAutoFit/>
          </a:bodyPr>
          <a:lstStyle/>
          <a:p>
            <a:pPr algn="l"/>
            <a:r>
              <a:rPr lang="zh-CN" altLang="en-US" sz="2000" dirty="0"/>
              <a:t>补充：电磁场相关</a:t>
            </a:r>
            <a:r>
              <a:rPr lang="zh-CN" altLang="en-US" sz="2000" dirty="0"/>
              <a:t>定理</a:t>
            </a:r>
            <a:endParaRPr lang="zh-CN" altLang="en-US" sz="2000" dirty="0"/>
          </a:p>
        </p:txBody>
      </p:sp>
      <p:sp>
        <p:nvSpPr>
          <p:cNvPr id="3" name="文本框 2"/>
          <p:cNvSpPr txBox="1"/>
          <p:nvPr/>
        </p:nvSpPr>
        <p:spPr>
          <a:xfrm>
            <a:off x="981075" y="1111885"/>
            <a:ext cx="10230485" cy="460375"/>
          </a:xfrm>
          <a:prstGeom prst="rect">
            <a:avLst/>
          </a:prstGeom>
          <a:noFill/>
        </p:spPr>
        <p:txBody>
          <a:bodyPr wrap="square" rtlCol="0">
            <a:spAutoFit/>
          </a:bodyPr>
          <a:p>
            <a:pPr algn="l">
              <a:buClrTx/>
              <a:buSzTx/>
              <a:buFontTx/>
            </a:pPr>
            <a:r>
              <a:rPr lang="zh-CN" altLang="en-US" sz="1200"/>
              <a:t>亥姆霍兹定理：</a:t>
            </a:r>
            <a:r>
              <a:rPr lang="zh-CN" altLang="en-US" sz="1200">
                <a:latin typeface="宋体" panose="02010600030101010101" pitchFamily="2" charset="-122"/>
                <a:ea typeface="宋体" panose="02010600030101010101" pitchFamily="2" charset="-122"/>
              </a:rPr>
              <a:t>若矢量场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的导数连续有界，且它的源分布在有限空间内，则该矢量场由其散度和旋度唯一确定，且可以表示为一个标量函数的梯度与一个矢量函数的散度之</a:t>
            </a:r>
            <a:r>
              <a:rPr lang="zh-CN" altLang="en-US" sz="1200">
                <a:latin typeface="宋体" panose="02010600030101010101" pitchFamily="2" charset="-122"/>
                <a:ea typeface="宋体" panose="02010600030101010101" pitchFamily="2" charset="-122"/>
              </a:rPr>
              <a:t>和：</a:t>
            </a:r>
            <a:endParaRPr lang="zh-CN" altLang="en-US" sz="1200">
              <a:latin typeface="宋体" panose="02010600030101010101" pitchFamily="2" charset="-122"/>
              <a:ea typeface="宋体" panose="02010600030101010101" pitchFamily="2" charset="-122"/>
            </a:endParaRPr>
          </a:p>
        </p:txBody>
      </p:sp>
      <p:graphicFrame>
        <p:nvGraphicFramePr>
          <p:cNvPr id="49" name="对象 48">
            <a:hlinkClick r:id="" action="ppaction://ole?verb="/>
          </p:cNvPr>
          <p:cNvGraphicFramePr>
            <a:graphicFrameLocks noChangeAspect="1"/>
          </p:cNvGraphicFramePr>
          <p:nvPr/>
        </p:nvGraphicFramePr>
        <p:xfrm>
          <a:off x="2764790" y="1116330"/>
          <a:ext cx="163195" cy="201930"/>
        </p:xfrm>
        <a:graphic>
          <a:graphicData uri="http://schemas.openxmlformats.org/presentationml/2006/ole">
            <mc:AlternateContent xmlns:mc="http://schemas.openxmlformats.org/markup-compatibility/2006">
              <mc:Choice xmlns:v="urn:schemas-microsoft-com:vml" Requires="v">
                <p:oleObj spid="_x0000_s50" name="" r:id="rId1" imgW="165100" imgH="203200" progId="Equation.KSEE3">
                  <p:embed/>
                </p:oleObj>
              </mc:Choice>
              <mc:Fallback>
                <p:oleObj name="" r:id="rId1" imgW="165100" imgH="203200" progId="Equation.KSEE3">
                  <p:embed/>
                  <p:pic>
                    <p:nvPicPr>
                      <p:cNvPr id="0" name="图片 1024"/>
                      <p:cNvPicPr/>
                      <p:nvPr/>
                    </p:nvPicPr>
                    <p:blipFill>
                      <a:blip r:embed="rId2"/>
                      <a:stretch>
                        <a:fillRect/>
                      </a:stretch>
                    </p:blipFill>
                    <p:spPr>
                      <a:xfrm>
                        <a:off x="2764790" y="1116330"/>
                        <a:ext cx="163195" cy="201930"/>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2992120" y="1313815"/>
          <a:ext cx="1067435" cy="240030"/>
        </p:xfrm>
        <a:graphic>
          <a:graphicData uri="http://schemas.openxmlformats.org/presentationml/2006/ole">
            <mc:AlternateContent xmlns:mc="http://schemas.openxmlformats.org/markup-compatibility/2006">
              <mc:Choice xmlns:v="urn:schemas-microsoft-com:vml" Requires="v">
                <p:oleObj spid="_x0000_s6" name="" r:id="rId3" imgW="1079500" imgH="241300" progId="Equation.KSEE3">
                  <p:embed/>
                </p:oleObj>
              </mc:Choice>
              <mc:Fallback>
                <p:oleObj name="" r:id="rId3" imgW="1079500" imgH="241300" progId="Equation.KSEE3">
                  <p:embed/>
                  <p:pic>
                    <p:nvPicPr>
                      <p:cNvPr id="0" name="图片 1024"/>
                      <p:cNvPicPr/>
                      <p:nvPr/>
                    </p:nvPicPr>
                    <p:blipFill>
                      <a:blip r:embed="rId4"/>
                      <a:stretch>
                        <a:fillRect/>
                      </a:stretch>
                    </p:blipFill>
                    <p:spPr>
                      <a:xfrm>
                        <a:off x="2992120" y="1313815"/>
                        <a:ext cx="1067435" cy="240030"/>
                      </a:xfrm>
                      <a:prstGeom prst="rect">
                        <a:avLst/>
                      </a:prstGeom>
                    </p:spPr>
                  </p:pic>
                </p:oleObj>
              </mc:Fallback>
            </mc:AlternateContent>
          </a:graphicData>
        </a:graphic>
      </p:graphicFrame>
      <p:sp>
        <p:nvSpPr>
          <p:cNvPr id="7" name="文本框 6"/>
          <p:cNvSpPr txBox="1"/>
          <p:nvPr/>
        </p:nvSpPr>
        <p:spPr>
          <a:xfrm>
            <a:off x="976630" y="1846580"/>
            <a:ext cx="10316845" cy="829945"/>
          </a:xfrm>
          <a:prstGeom prst="rect">
            <a:avLst/>
          </a:prstGeom>
          <a:noFill/>
        </p:spPr>
        <p:txBody>
          <a:bodyPr wrap="square" rtlCol="0">
            <a:spAutoFit/>
          </a:bodyPr>
          <a:p>
            <a:pPr algn="l">
              <a:buClrTx/>
              <a:buSzTx/>
              <a:buFontTx/>
            </a:pPr>
            <a:r>
              <a:rPr lang="zh-CN" altLang="en-US" sz="1200"/>
              <a:t>唯一性定理：</a:t>
            </a:r>
            <a:r>
              <a:rPr lang="zh-CN" altLang="en-US" sz="1200">
                <a:latin typeface="宋体" panose="02010600030101010101" pitchFamily="2" charset="-122"/>
                <a:ea typeface="宋体" panose="02010600030101010101" pitchFamily="2" charset="-122"/>
                <a:sym typeface="+mn-ea"/>
              </a:rPr>
              <a:t>一个偏微分方程如果没有约束条件那将会有无穷多的解，因此需要约束条件（定解条件）来从无穷多的解中确定唯一的那个真实解，常见的定解条件有：区域内的场源分布、边界条件、初始条件。唯一性定理是指，在给定的初值/边值条件和适当的函数类中，若两个问题都满足同一个偏微分方程及相同的定解条件，则这两个问题的解必定</a:t>
            </a:r>
            <a:r>
              <a:rPr lang="zh-CN" altLang="en-US" sz="1200">
                <a:latin typeface="宋体" panose="02010600030101010101" pitchFamily="2" charset="-122"/>
                <a:ea typeface="宋体" panose="02010600030101010101" pitchFamily="2" charset="-122"/>
                <a:sym typeface="+mn-ea"/>
              </a:rPr>
              <a:t>相同。</a:t>
            </a:r>
            <a:endParaRPr lang="zh-CN" altLang="en-US" sz="1200">
              <a:latin typeface="宋体" panose="02010600030101010101" pitchFamily="2" charset="-122"/>
              <a:ea typeface="宋体" panose="02010600030101010101" pitchFamily="2" charset="-122"/>
              <a:sym typeface="+mn-ea"/>
            </a:endParaRPr>
          </a:p>
          <a:p>
            <a:pPr algn="l">
              <a:buClrTx/>
              <a:buSzTx/>
              <a:buFontTx/>
            </a:pPr>
            <a:endParaRPr lang="zh-CN" altLang="en-US" sz="1200">
              <a:latin typeface="宋体" panose="02010600030101010101" pitchFamily="2" charset="-122"/>
              <a:ea typeface="宋体" panose="02010600030101010101" pitchFamily="2" charset="-122"/>
            </a:endParaRPr>
          </a:p>
        </p:txBody>
      </p:sp>
      <p:graphicFrame>
        <p:nvGraphicFramePr>
          <p:cNvPr id="18" name="对象 17">
            <a:hlinkClick r:id="" action="ppaction://ole?verb="/>
          </p:cNvPr>
          <p:cNvGraphicFramePr>
            <a:graphicFrameLocks noChangeAspect="1"/>
          </p:cNvGraphicFramePr>
          <p:nvPr/>
        </p:nvGraphicFramePr>
        <p:xfrm>
          <a:off x="766445" y="2689225"/>
          <a:ext cx="4989830" cy="1108075"/>
        </p:xfrm>
        <a:graphic>
          <a:graphicData uri="http://schemas.openxmlformats.org/presentationml/2006/ole">
            <mc:AlternateContent xmlns:mc="http://schemas.openxmlformats.org/markup-compatibility/2006">
              <mc:Choice xmlns:v="urn:schemas-microsoft-com:vml" Requires="v">
                <p:oleObj spid="_x0000_s19" name="" r:id="rId5" imgW="6616700" imgH="1447800" progId="Equation.KSEE3">
                  <p:embed/>
                </p:oleObj>
              </mc:Choice>
              <mc:Fallback>
                <p:oleObj name="" r:id="rId5" imgW="6616700" imgH="1447800" progId="Equation.KSEE3">
                  <p:embed/>
                  <p:pic>
                    <p:nvPicPr>
                      <p:cNvPr id="0" name="图片 1024"/>
                      <p:cNvPicPr/>
                      <p:nvPr/>
                    </p:nvPicPr>
                    <p:blipFill>
                      <a:blip r:embed="rId6"/>
                      <a:stretch>
                        <a:fillRect/>
                      </a:stretch>
                    </p:blipFill>
                    <p:spPr>
                      <a:xfrm>
                        <a:off x="766445" y="2689225"/>
                        <a:ext cx="4989830" cy="1108075"/>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2345055" y="2485390"/>
          <a:ext cx="1210310" cy="334010"/>
        </p:xfrm>
        <a:graphic>
          <a:graphicData uri="http://schemas.openxmlformats.org/presentationml/2006/ole">
            <mc:AlternateContent xmlns:mc="http://schemas.openxmlformats.org/markup-compatibility/2006">
              <mc:Choice xmlns:v="urn:schemas-microsoft-com:vml" Requires="v">
                <p:oleObj spid="_x0000_s10" name="" r:id="rId7" imgW="1447800" imgH="393700" progId="Equation.KSEE3">
                  <p:embed/>
                </p:oleObj>
              </mc:Choice>
              <mc:Fallback>
                <p:oleObj name="" r:id="rId7" imgW="1447800" imgH="393700" progId="Equation.KSEE3">
                  <p:embed/>
                  <p:pic>
                    <p:nvPicPr>
                      <p:cNvPr id="0" name="图片 1024"/>
                      <p:cNvPicPr/>
                      <p:nvPr/>
                    </p:nvPicPr>
                    <p:blipFill>
                      <a:blip r:embed="rId8"/>
                      <a:stretch>
                        <a:fillRect/>
                      </a:stretch>
                    </p:blipFill>
                    <p:spPr>
                      <a:xfrm>
                        <a:off x="2345055" y="2485390"/>
                        <a:ext cx="1210310" cy="334010"/>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6129655" y="2873375"/>
          <a:ext cx="5815330" cy="914400"/>
        </p:xfrm>
        <a:graphic>
          <a:graphicData uri="http://schemas.openxmlformats.org/presentationml/2006/ole">
            <mc:AlternateContent xmlns:mc="http://schemas.openxmlformats.org/markup-compatibility/2006">
              <mc:Choice xmlns:v="urn:schemas-microsoft-com:vml" Requires="v">
                <p:oleObj spid="_x0000_s12" name="" r:id="rId9" imgW="7874000" imgH="1219200" progId="Equation.KSEE3">
                  <p:embed/>
                </p:oleObj>
              </mc:Choice>
              <mc:Fallback>
                <p:oleObj name="" r:id="rId9" imgW="7874000" imgH="1219200" progId="Equation.KSEE3">
                  <p:embed/>
                  <p:pic>
                    <p:nvPicPr>
                      <p:cNvPr id="0" name="图片 1024"/>
                      <p:cNvPicPr/>
                      <p:nvPr/>
                    </p:nvPicPr>
                    <p:blipFill>
                      <a:blip r:embed="rId10"/>
                      <a:stretch>
                        <a:fillRect/>
                      </a:stretch>
                    </p:blipFill>
                    <p:spPr>
                      <a:xfrm>
                        <a:off x="6129655" y="2873375"/>
                        <a:ext cx="5815330" cy="914400"/>
                      </a:xfrm>
                      <a:prstGeom prst="rect">
                        <a:avLst/>
                      </a:prstGeom>
                    </p:spPr>
                  </p:pic>
                </p:oleObj>
              </mc:Fallback>
            </mc:AlternateContent>
          </a:graphicData>
        </a:graphic>
      </p:graphicFrame>
      <p:graphicFrame>
        <p:nvGraphicFramePr>
          <p:cNvPr id="33" name="对象 32">
            <a:hlinkClick r:id="" action="ppaction://ole?verb="/>
          </p:cNvPr>
          <p:cNvGraphicFramePr>
            <a:graphicFrameLocks noChangeAspect="1"/>
          </p:cNvGraphicFramePr>
          <p:nvPr/>
        </p:nvGraphicFramePr>
        <p:xfrm>
          <a:off x="7553325" y="2590800"/>
          <a:ext cx="2183130" cy="228600"/>
        </p:xfrm>
        <a:graphic>
          <a:graphicData uri="http://schemas.openxmlformats.org/presentationml/2006/ole">
            <mc:AlternateContent xmlns:mc="http://schemas.openxmlformats.org/markup-compatibility/2006">
              <mc:Choice xmlns:v="urn:schemas-microsoft-com:vml" Requires="v">
                <p:oleObj spid="_x0000_s34" name="" r:id="rId11" imgW="2565400" imgH="266700" progId="Equation.KSEE3">
                  <p:embed/>
                </p:oleObj>
              </mc:Choice>
              <mc:Fallback>
                <p:oleObj name="" r:id="rId11" imgW="2565400" imgH="266700" progId="Equation.KSEE3">
                  <p:embed/>
                  <p:pic>
                    <p:nvPicPr>
                      <p:cNvPr id="0" name="图片 1024"/>
                      <p:cNvPicPr/>
                      <p:nvPr/>
                    </p:nvPicPr>
                    <p:blipFill>
                      <a:blip r:embed="rId12"/>
                      <a:stretch>
                        <a:fillRect/>
                      </a:stretch>
                    </p:blipFill>
                    <p:spPr>
                      <a:xfrm>
                        <a:off x="7553325" y="2590800"/>
                        <a:ext cx="2183130" cy="228600"/>
                      </a:xfrm>
                      <a:prstGeom prst="rect">
                        <a:avLst/>
                      </a:prstGeom>
                    </p:spPr>
                  </p:pic>
                </p:oleObj>
              </mc:Fallback>
            </mc:AlternateContent>
          </a:graphicData>
        </a:graphic>
      </p:graphicFrame>
      <p:sp>
        <p:nvSpPr>
          <p:cNvPr id="15" name="文本框 14"/>
          <p:cNvSpPr txBox="1"/>
          <p:nvPr/>
        </p:nvSpPr>
        <p:spPr>
          <a:xfrm>
            <a:off x="1106170" y="4082415"/>
            <a:ext cx="847090" cy="275590"/>
          </a:xfrm>
          <a:prstGeom prst="rect">
            <a:avLst/>
          </a:prstGeom>
          <a:noFill/>
        </p:spPr>
        <p:txBody>
          <a:bodyPr wrap="square" rtlCol="0">
            <a:spAutoFit/>
          </a:bodyPr>
          <a:p>
            <a:pPr algn="l">
              <a:buClrTx/>
              <a:buSzTx/>
              <a:buFontTx/>
            </a:pPr>
            <a:r>
              <a:rPr lang="zh-CN" altLang="en-US" sz="1200"/>
              <a:t>互易定理：</a:t>
            </a:r>
            <a:endParaRPr lang="zh-CN" altLang="en-US" sz="1200">
              <a:latin typeface="宋体" panose="02010600030101010101" pitchFamily="2" charset="-122"/>
              <a:ea typeface="宋体" panose="02010600030101010101" pitchFamily="2" charset="-122"/>
            </a:endParaRPr>
          </a:p>
        </p:txBody>
      </p:sp>
      <p:graphicFrame>
        <p:nvGraphicFramePr>
          <p:cNvPr id="16" name="对象 15">
            <a:hlinkClick r:id="" action="ppaction://ole?verb="/>
          </p:cNvPr>
          <p:cNvGraphicFramePr>
            <a:graphicFrameLocks noChangeAspect="1"/>
          </p:cNvGraphicFramePr>
          <p:nvPr/>
        </p:nvGraphicFramePr>
        <p:xfrm>
          <a:off x="1901190" y="4099243"/>
          <a:ext cx="6024245" cy="2032000"/>
        </p:xfrm>
        <a:graphic>
          <a:graphicData uri="http://schemas.openxmlformats.org/presentationml/2006/ole">
            <mc:AlternateContent xmlns:mc="http://schemas.openxmlformats.org/markup-compatibility/2006">
              <mc:Choice xmlns:v="urn:schemas-microsoft-com:vml" Requires="v">
                <p:oleObj spid="_x0000_s17" name="" r:id="rId13" imgW="6438900" imgH="2133600" progId="Equation.KSEE3">
                  <p:embed/>
                </p:oleObj>
              </mc:Choice>
              <mc:Fallback>
                <p:oleObj name="" r:id="rId13" imgW="6438900" imgH="2133600" progId="Equation.KSEE3">
                  <p:embed/>
                  <p:pic>
                    <p:nvPicPr>
                      <p:cNvPr id="0" name="图片 1024"/>
                      <p:cNvPicPr/>
                      <p:nvPr/>
                    </p:nvPicPr>
                    <p:blipFill>
                      <a:blip r:embed="rId14"/>
                      <a:stretch>
                        <a:fillRect/>
                      </a:stretch>
                    </p:blipFill>
                    <p:spPr>
                      <a:xfrm>
                        <a:off x="1901190" y="4099243"/>
                        <a:ext cx="6024245" cy="2032000"/>
                      </a:xfrm>
                      <a:prstGeom prst="rect">
                        <a:avLst/>
                      </a:prstGeom>
                    </p:spPr>
                  </p:pic>
                </p:oleObj>
              </mc:Fallback>
            </mc:AlternateContent>
          </a:graphicData>
        </a:graphic>
      </p:graphicFrame>
      <p:sp>
        <p:nvSpPr>
          <p:cNvPr id="20" name="椭圆 19"/>
          <p:cNvSpPr/>
          <p:nvPr/>
        </p:nvSpPr>
        <p:spPr>
          <a:xfrm rot="1020000">
            <a:off x="9149080" y="4133215"/>
            <a:ext cx="2275205" cy="2047240"/>
          </a:xfrm>
          <a:prstGeom prst="ellipse">
            <a:avLst/>
          </a:prstGeom>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1" name="椭圆 20"/>
          <p:cNvSpPr/>
          <p:nvPr/>
        </p:nvSpPr>
        <p:spPr>
          <a:xfrm>
            <a:off x="9498330" y="4429760"/>
            <a:ext cx="972185" cy="478790"/>
          </a:xfrm>
          <a:prstGeom prst="ellipse">
            <a:avLst/>
          </a:prstGeom>
          <a:solidFill>
            <a:schemeClr val="bg2">
              <a:lumMod val="9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椭圆 21"/>
          <p:cNvSpPr/>
          <p:nvPr/>
        </p:nvSpPr>
        <p:spPr>
          <a:xfrm>
            <a:off x="10123170" y="5363210"/>
            <a:ext cx="972185" cy="478790"/>
          </a:xfrm>
          <a:prstGeom prst="ellipse">
            <a:avLst/>
          </a:prstGeom>
          <a:solidFill>
            <a:schemeClr val="bg2">
              <a:lumMod val="9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23" name="对象 22">
            <a:hlinkClick r:id="" action="ppaction://ole?verb="/>
          </p:cNvPr>
          <p:cNvGraphicFramePr>
            <a:graphicFrameLocks noChangeAspect="1"/>
          </p:cNvGraphicFramePr>
          <p:nvPr/>
        </p:nvGraphicFramePr>
        <p:xfrm>
          <a:off x="9800273" y="4565650"/>
          <a:ext cx="367665" cy="207010"/>
        </p:xfrm>
        <a:graphic>
          <a:graphicData uri="http://schemas.openxmlformats.org/presentationml/2006/ole">
            <mc:AlternateContent xmlns:mc="http://schemas.openxmlformats.org/markup-compatibility/2006">
              <mc:Choice xmlns:v="urn:schemas-microsoft-com:vml" Requires="v">
                <p:oleObj spid="_x0000_s24" name="" r:id="rId15" imgW="431800" imgH="241300" progId="Equation.KSEE3">
                  <p:embed/>
                </p:oleObj>
              </mc:Choice>
              <mc:Fallback>
                <p:oleObj name="" r:id="rId15" imgW="431800" imgH="241300" progId="Equation.KSEE3">
                  <p:embed/>
                  <p:pic>
                    <p:nvPicPr>
                      <p:cNvPr id="0" name="图片 1024"/>
                      <p:cNvPicPr/>
                      <p:nvPr/>
                    </p:nvPicPr>
                    <p:blipFill>
                      <a:blip r:embed="rId16"/>
                      <a:stretch>
                        <a:fillRect/>
                      </a:stretch>
                    </p:blipFill>
                    <p:spPr>
                      <a:xfrm>
                        <a:off x="9800273" y="4565650"/>
                        <a:ext cx="367665" cy="207010"/>
                      </a:xfrm>
                      <a:prstGeom prst="rect">
                        <a:avLst/>
                      </a:prstGeom>
                    </p:spPr>
                  </p:pic>
                </p:oleObj>
              </mc:Fallback>
            </mc:AlternateContent>
          </a:graphicData>
        </a:graphic>
      </p:graphicFrame>
      <p:graphicFrame>
        <p:nvGraphicFramePr>
          <p:cNvPr id="25" name="对象 24">
            <a:hlinkClick r:id="" action="ppaction://ole?verb="/>
          </p:cNvPr>
          <p:cNvGraphicFramePr>
            <a:graphicFrameLocks noChangeAspect="1"/>
          </p:cNvGraphicFramePr>
          <p:nvPr/>
        </p:nvGraphicFramePr>
        <p:xfrm>
          <a:off x="10359390" y="5499100"/>
          <a:ext cx="389890" cy="207010"/>
        </p:xfrm>
        <a:graphic>
          <a:graphicData uri="http://schemas.openxmlformats.org/presentationml/2006/ole">
            <mc:AlternateContent xmlns:mc="http://schemas.openxmlformats.org/markup-compatibility/2006">
              <mc:Choice xmlns:v="urn:schemas-microsoft-com:vml" Requires="v">
                <p:oleObj spid="_x0000_s26" name="" r:id="rId17" imgW="457200" imgH="241300" progId="Equation.KSEE3">
                  <p:embed/>
                </p:oleObj>
              </mc:Choice>
              <mc:Fallback>
                <p:oleObj name="" r:id="rId17" imgW="457200" imgH="241300" progId="Equation.KSEE3">
                  <p:embed/>
                  <p:pic>
                    <p:nvPicPr>
                      <p:cNvPr id="0" name="图片 1024"/>
                      <p:cNvPicPr/>
                      <p:nvPr/>
                    </p:nvPicPr>
                    <p:blipFill>
                      <a:blip r:embed="rId18"/>
                      <a:stretch>
                        <a:fillRect/>
                      </a:stretch>
                    </p:blipFill>
                    <p:spPr>
                      <a:xfrm>
                        <a:off x="10359390" y="5499100"/>
                        <a:ext cx="389890" cy="207010"/>
                      </a:xfrm>
                      <a:prstGeom prst="rect">
                        <a:avLst/>
                      </a:prstGeom>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08000" y="386292"/>
            <a:ext cx="2722880" cy="398780"/>
          </a:xfrm>
          <a:prstGeom prst="rect">
            <a:avLst/>
          </a:prstGeom>
          <a:noFill/>
        </p:spPr>
        <p:txBody>
          <a:bodyPr wrap="none" rtlCol="0">
            <a:spAutoFit/>
          </a:bodyPr>
          <a:lstStyle/>
          <a:p>
            <a:pPr algn="l"/>
            <a:r>
              <a:rPr lang="zh-CN" altLang="en-US" sz="2000" dirty="0"/>
              <a:t>补充：电磁场相关</a:t>
            </a:r>
            <a:r>
              <a:rPr lang="zh-CN" altLang="en-US" sz="2000" dirty="0"/>
              <a:t>定理</a:t>
            </a:r>
            <a:endParaRPr lang="zh-CN" altLang="en-US" sz="2000" dirty="0"/>
          </a:p>
        </p:txBody>
      </p:sp>
      <p:graphicFrame>
        <p:nvGraphicFramePr>
          <p:cNvPr id="3" name="对象 2">
            <a:hlinkClick r:id="" action="ppaction://ole?verb="/>
          </p:cNvPr>
          <p:cNvGraphicFramePr>
            <a:graphicFrameLocks noChangeAspect="1"/>
          </p:cNvGraphicFramePr>
          <p:nvPr/>
        </p:nvGraphicFramePr>
        <p:xfrm>
          <a:off x="2106930" y="1086168"/>
          <a:ext cx="8771255" cy="435610"/>
        </p:xfrm>
        <a:graphic>
          <a:graphicData uri="http://schemas.openxmlformats.org/presentationml/2006/ole">
            <mc:AlternateContent xmlns:mc="http://schemas.openxmlformats.org/markup-compatibility/2006">
              <mc:Choice xmlns:v="urn:schemas-microsoft-com:vml" Requires="v">
                <p:oleObj spid="_x0000_s5" name="" r:id="rId1" imgW="9372600" imgH="457200" progId="Equation.KSEE3">
                  <p:embed/>
                </p:oleObj>
              </mc:Choice>
              <mc:Fallback>
                <p:oleObj name="" r:id="rId1" imgW="9372600" imgH="457200" progId="Equation.KSEE3">
                  <p:embed/>
                  <p:pic>
                    <p:nvPicPr>
                      <p:cNvPr id="0" name="图片 1024"/>
                      <p:cNvPicPr/>
                      <p:nvPr/>
                    </p:nvPicPr>
                    <p:blipFill>
                      <a:blip r:embed="rId2"/>
                      <a:stretch>
                        <a:fillRect/>
                      </a:stretch>
                    </p:blipFill>
                    <p:spPr>
                      <a:xfrm>
                        <a:off x="2106930" y="1086168"/>
                        <a:ext cx="8771255" cy="435610"/>
                      </a:xfrm>
                      <a:prstGeom prst="rect">
                        <a:avLst/>
                      </a:prstGeom>
                    </p:spPr>
                  </p:pic>
                </p:oleObj>
              </mc:Fallback>
            </mc:AlternateContent>
          </a:graphicData>
        </a:graphic>
      </p:graphicFrame>
      <p:sp>
        <p:nvSpPr>
          <p:cNvPr id="6" name="文本框 5"/>
          <p:cNvSpPr txBox="1"/>
          <p:nvPr/>
        </p:nvSpPr>
        <p:spPr>
          <a:xfrm>
            <a:off x="983615" y="1071880"/>
            <a:ext cx="1123315" cy="275590"/>
          </a:xfrm>
          <a:prstGeom prst="rect">
            <a:avLst/>
          </a:prstGeom>
          <a:noFill/>
        </p:spPr>
        <p:txBody>
          <a:bodyPr wrap="square" rtlCol="0">
            <a:spAutoFit/>
          </a:bodyPr>
          <a:p>
            <a:pPr algn="l">
              <a:buClrTx/>
              <a:buSzTx/>
              <a:buFontTx/>
            </a:pPr>
            <a:r>
              <a:rPr lang="zh-CN" altLang="en-US" sz="1200"/>
              <a:t>磁流源的</a:t>
            </a:r>
            <a:r>
              <a:rPr lang="zh-CN" altLang="en-US" sz="1200"/>
              <a:t>引入：</a:t>
            </a:r>
            <a:endParaRPr lang="zh-CN" altLang="en-US" sz="1200">
              <a:latin typeface="宋体" panose="02010600030101010101" pitchFamily="2" charset="-122"/>
              <a:ea typeface="宋体" panose="02010600030101010101" pitchFamily="2" charset="-122"/>
            </a:endParaRPr>
          </a:p>
        </p:txBody>
      </p:sp>
      <p:pic>
        <p:nvPicPr>
          <p:cNvPr id="102" name="图片 101"/>
          <p:cNvPicPr>
            <a:picLocks noChangeAspect="1"/>
          </p:cNvPicPr>
          <p:nvPr/>
        </p:nvPicPr>
        <p:blipFill>
          <a:blip r:embed="rId3"/>
          <a:stretch>
            <a:fillRect/>
          </a:stretch>
        </p:blipFill>
        <p:spPr>
          <a:xfrm flipH="1">
            <a:off x="1953895" y="1971675"/>
            <a:ext cx="1537970" cy="2712720"/>
          </a:xfrm>
          <a:prstGeom prst="rect">
            <a:avLst/>
          </a:prstGeom>
        </p:spPr>
      </p:pic>
      <p:pic>
        <p:nvPicPr>
          <p:cNvPr id="99" name="图片 98"/>
          <p:cNvPicPr>
            <a:picLocks noChangeAspect="1"/>
          </p:cNvPicPr>
          <p:nvPr/>
        </p:nvPicPr>
        <p:blipFill>
          <a:blip r:embed="rId3"/>
          <a:stretch>
            <a:fillRect/>
          </a:stretch>
        </p:blipFill>
        <p:spPr>
          <a:xfrm>
            <a:off x="8360410" y="1971675"/>
            <a:ext cx="1517015" cy="2679700"/>
          </a:xfrm>
          <a:prstGeom prst="rect">
            <a:avLst/>
          </a:prstGeom>
        </p:spPr>
      </p:pic>
      <p:graphicFrame>
        <p:nvGraphicFramePr>
          <p:cNvPr id="7" name="对象 6">
            <a:hlinkClick r:id="" action="ppaction://ole?verb="/>
          </p:cNvPr>
          <p:cNvGraphicFramePr>
            <a:graphicFrameLocks noChangeAspect="1"/>
          </p:cNvGraphicFramePr>
          <p:nvPr/>
        </p:nvGraphicFramePr>
        <p:xfrm>
          <a:off x="3863658" y="4384040"/>
          <a:ext cx="941070" cy="568960"/>
        </p:xfrm>
        <a:graphic>
          <a:graphicData uri="http://schemas.openxmlformats.org/presentationml/2006/ole">
            <mc:AlternateContent xmlns:mc="http://schemas.openxmlformats.org/markup-compatibility/2006">
              <mc:Choice xmlns:v="urn:schemas-microsoft-com:vml" Requires="v">
                <p:oleObj spid="_x0000_s9" name="" r:id="rId4" imgW="800100" imgH="482600" progId="Equation.KSEE3">
                  <p:embed/>
                </p:oleObj>
              </mc:Choice>
              <mc:Fallback>
                <p:oleObj name="" r:id="rId4" imgW="800100" imgH="482600" progId="Equation.KSEE3">
                  <p:embed/>
                  <p:pic>
                    <p:nvPicPr>
                      <p:cNvPr id="0" name="图片 1024"/>
                      <p:cNvPicPr/>
                      <p:nvPr/>
                    </p:nvPicPr>
                    <p:blipFill>
                      <a:blip r:embed="rId5"/>
                      <a:stretch>
                        <a:fillRect/>
                      </a:stretch>
                    </p:blipFill>
                    <p:spPr>
                      <a:xfrm>
                        <a:off x="3863658" y="4384040"/>
                        <a:ext cx="941070" cy="568960"/>
                      </a:xfrm>
                      <a:prstGeom prst="rect">
                        <a:avLst/>
                      </a:prstGeom>
                    </p:spPr>
                  </p:pic>
                </p:oleObj>
              </mc:Fallback>
            </mc:AlternateContent>
          </a:graphicData>
        </a:graphic>
      </p:graphicFrame>
      <p:graphicFrame>
        <p:nvGraphicFramePr>
          <p:cNvPr id="18" name="对象 17">
            <a:hlinkClick r:id="" action="ppaction://ole?verb="/>
          </p:cNvPr>
          <p:cNvGraphicFramePr>
            <a:graphicFrameLocks noChangeAspect="1"/>
          </p:cNvGraphicFramePr>
          <p:nvPr/>
        </p:nvGraphicFramePr>
        <p:xfrm>
          <a:off x="3799205" y="3051493"/>
          <a:ext cx="946785" cy="328295"/>
        </p:xfrm>
        <a:graphic>
          <a:graphicData uri="http://schemas.openxmlformats.org/presentationml/2006/ole">
            <mc:AlternateContent xmlns:mc="http://schemas.openxmlformats.org/markup-compatibility/2006">
              <mc:Choice xmlns:v="urn:schemas-microsoft-com:vml" Requires="v">
                <p:oleObj spid="_x0000_s19" name="" r:id="rId6" imgW="736600" imgH="254000" progId="Equation.KSEE3">
                  <p:embed/>
                </p:oleObj>
              </mc:Choice>
              <mc:Fallback>
                <p:oleObj name="" r:id="rId6" imgW="736600" imgH="254000" progId="Equation.KSEE3">
                  <p:embed/>
                  <p:pic>
                    <p:nvPicPr>
                      <p:cNvPr id="0" name="图片 1024"/>
                      <p:cNvPicPr/>
                      <p:nvPr/>
                    </p:nvPicPr>
                    <p:blipFill>
                      <a:blip r:embed="rId7"/>
                      <a:stretch>
                        <a:fillRect/>
                      </a:stretch>
                    </p:blipFill>
                    <p:spPr>
                      <a:xfrm>
                        <a:off x="3799205" y="3051493"/>
                        <a:ext cx="946785" cy="328295"/>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3872230" y="1832610"/>
          <a:ext cx="873760" cy="294640"/>
        </p:xfrm>
        <a:graphic>
          <a:graphicData uri="http://schemas.openxmlformats.org/presentationml/2006/ole">
            <mc:AlternateContent xmlns:mc="http://schemas.openxmlformats.org/markup-compatibility/2006">
              <mc:Choice xmlns:v="urn:schemas-microsoft-com:vml" Requires="v">
                <p:oleObj spid="_x0000_s21" name="" r:id="rId8" imgW="762000" imgH="254000" progId="Equation.KSEE3">
                  <p:embed/>
                </p:oleObj>
              </mc:Choice>
              <mc:Fallback>
                <p:oleObj name="" r:id="rId8" imgW="762000" imgH="254000" progId="Equation.KSEE3">
                  <p:embed/>
                  <p:pic>
                    <p:nvPicPr>
                      <p:cNvPr id="0" name="图片 1024"/>
                      <p:cNvPicPr/>
                      <p:nvPr/>
                    </p:nvPicPr>
                    <p:blipFill>
                      <a:blip r:embed="rId9"/>
                      <a:stretch>
                        <a:fillRect/>
                      </a:stretch>
                    </p:blipFill>
                    <p:spPr>
                      <a:xfrm>
                        <a:off x="3872230" y="1832610"/>
                        <a:ext cx="873760" cy="294640"/>
                      </a:xfrm>
                      <a:prstGeom prst="rect">
                        <a:avLst/>
                      </a:prstGeom>
                    </p:spPr>
                  </p:pic>
                </p:oleObj>
              </mc:Fallback>
            </mc:AlternateContent>
          </a:graphicData>
        </a:graphic>
      </p:graphicFrame>
      <p:graphicFrame>
        <p:nvGraphicFramePr>
          <p:cNvPr id="32" name="对象 31">
            <a:hlinkClick r:id="" action="ppaction://ole?verb="/>
          </p:cNvPr>
          <p:cNvGraphicFramePr>
            <a:graphicFrameLocks noChangeAspect="1"/>
          </p:cNvGraphicFramePr>
          <p:nvPr/>
        </p:nvGraphicFramePr>
        <p:xfrm>
          <a:off x="3337560" y="3434080"/>
          <a:ext cx="738505" cy="276860"/>
        </p:xfrm>
        <a:graphic>
          <a:graphicData uri="http://schemas.openxmlformats.org/presentationml/2006/ole">
            <mc:AlternateContent xmlns:mc="http://schemas.openxmlformats.org/markup-compatibility/2006">
              <mc:Choice xmlns:v="urn:schemas-microsoft-com:vml" Requires="v">
                <p:oleObj spid="_x0000_s35" name="" r:id="rId10" imgW="749300" imgH="279400" progId="Equation.KSEE3">
                  <p:embed/>
                </p:oleObj>
              </mc:Choice>
              <mc:Fallback>
                <p:oleObj name="" r:id="rId10" imgW="749300" imgH="279400" progId="Equation.KSEE3">
                  <p:embed/>
                  <p:pic>
                    <p:nvPicPr>
                      <p:cNvPr id="0" name="图片 1024"/>
                      <p:cNvPicPr/>
                      <p:nvPr/>
                    </p:nvPicPr>
                    <p:blipFill>
                      <a:blip r:embed="rId11">
                        <a:duotone>
                          <a:schemeClr val="accent2">
                            <a:shade val="45000"/>
                            <a:satMod val="135000"/>
                          </a:schemeClr>
                          <a:prstClr val="white"/>
                        </a:duotone>
                      </a:blip>
                      <a:stretch>
                        <a:fillRect/>
                      </a:stretch>
                    </p:blipFill>
                    <p:spPr>
                      <a:xfrm>
                        <a:off x="3337560" y="3434080"/>
                        <a:ext cx="738505" cy="276860"/>
                      </a:xfrm>
                      <a:prstGeom prst="rect">
                        <a:avLst/>
                      </a:prstGeom>
                    </p:spPr>
                  </p:pic>
                </p:oleObj>
              </mc:Fallback>
            </mc:AlternateContent>
          </a:graphicData>
        </a:graphic>
      </p:graphicFrame>
      <p:graphicFrame>
        <p:nvGraphicFramePr>
          <p:cNvPr id="49" name="对象 48">
            <a:hlinkClick r:id="" action="ppaction://ole?verb="/>
          </p:cNvPr>
          <p:cNvGraphicFramePr>
            <a:graphicFrameLocks noChangeAspect="1"/>
          </p:cNvGraphicFramePr>
          <p:nvPr/>
        </p:nvGraphicFramePr>
        <p:xfrm>
          <a:off x="2317750" y="2525078"/>
          <a:ext cx="2019300" cy="381635"/>
        </p:xfrm>
        <a:graphic>
          <a:graphicData uri="http://schemas.openxmlformats.org/presentationml/2006/ole">
            <mc:AlternateContent xmlns:mc="http://schemas.openxmlformats.org/markup-compatibility/2006">
              <mc:Choice xmlns:v="urn:schemas-microsoft-com:vml" Requires="v">
                <p:oleObj spid="_x0000_s50" name="" r:id="rId12" imgW="2247900" imgH="419100" progId="Equation.KSEE3">
                  <p:embed/>
                </p:oleObj>
              </mc:Choice>
              <mc:Fallback>
                <p:oleObj name="" r:id="rId12" imgW="2247900" imgH="419100" progId="Equation.KSEE3">
                  <p:embed/>
                  <p:pic>
                    <p:nvPicPr>
                      <p:cNvPr id="0" name="图片 1024"/>
                      <p:cNvPicPr/>
                      <p:nvPr/>
                    </p:nvPicPr>
                    <p:blipFill>
                      <a:blip r:embed="rId13"/>
                      <a:stretch>
                        <a:fillRect/>
                      </a:stretch>
                    </p:blipFill>
                    <p:spPr>
                      <a:xfrm>
                        <a:off x="2317750" y="2525078"/>
                        <a:ext cx="2019300" cy="381635"/>
                      </a:xfrm>
                      <a:prstGeom prst="rect">
                        <a:avLst/>
                      </a:prstGeom>
                    </p:spPr>
                  </p:pic>
                </p:oleObj>
              </mc:Fallback>
            </mc:AlternateContent>
          </a:graphicData>
        </a:graphic>
      </p:graphicFrame>
      <p:graphicFrame>
        <p:nvGraphicFramePr>
          <p:cNvPr id="53" name="对象 52">
            <a:hlinkClick r:id="" action="ppaction://ole?verb="/>
          </p:cNvPr>
          <p:cNvGraphicFramePr>
            <a:graphicFrameLocks noChangeAspect="1"/>
          </p:cNvGraphicFramePr>
          <p:nvPr/>
        </p:nvGraphicFramePr>
        <p:xfrm>
          <a:off x="9704070" y="2255520"/>
          <a:ext cx="1118235" cy="445770"/>
        </p:xfrm>
        <a:graphic>
          <a:graphicData uri="http://schemas.openxmlformats.org/presentationml/2006/ole">
            <mc:AlternateContent xmlns:mc="http://schemas.openxmlformats.org/markup-compatibility/2006">
              <mc:Choice xmlns:v="urn:schemas-microsoft-com:vml" Requires="v">
                <p:oleObj spid="_x0000_s54" name="" r:id="rId14" imgW="1282700" imgH="508000" progId="Equation.KSEE3">
                  <p:embed/>
                </p:oleObj>
              </mc:Choice>
              <mc:Fallback>
                <p:oleObj name="" r:id="rId14" imgW="1282700" imgH="508000" progId="Equation.KSEE3">
                  <p:embed/>
                  <p:pic>
                    <p:nvPicPr>
                      <p:cNvPr id="0" name="图片 1024"/>
                      <p:cNvPicPr/>
                      <p:nvPr/>
                    </p:nvPicPr>
                    <p:blipFill>
                      <a:blip r:embed="rId15"/>
                      <a:stretch>
                        <a:fillRect/>
                      </a:stretch>
                    </p:blipFill>
                    <p:spPr>
                      <a:xfrm>
                        <a:off x="9704070" y="2255520"/>
                        <a:ext cx="1118235" cy="445770"/>
                      </a:xfrm>
                      <a:prstGeom prst="rect">
                        <a:avLst/>
                      </a:prstGeom>
                    </p:spPr>
                  </p:pic>
                </p:oleObj>
              </mc:Fallback>
            </mc:AlternateContent>
          </a:graphicData>
        </a:graphic>
      </p:graphicFrame>
      <p:graphicFrame>
        <p:nvGraphicFramePr>
          <p:cNvPr id="55" name="对象 54">
            <a:hlinkClick r:id="" action="ppaction://ole?verb="/>
          </p:cNvPr>
          <p:cNvGraphicFramePr>
            <a:graphicFrameLocks noChangeAspect="1"/>
          </p:cNvGraphicFramePr>
          <p:nvPr/>
        </p:nvGraphicFramePr>
        <p:xfrm>
          <a:off x="6979603" y="4360545"/>
          <a:ext cx="930910" cy="586105"/>
        </p:xfrm>
        <a:graphic>
          <a:graphicData uri="http://schemas.openxmlformats.org/presentationml/2006/ole">
            <mc:AlternateContent xmlns:mc="http://schemas.openxmlformats.org/markup-compatibility/2006">
              <mc:Choice xmlns:v="urn:schemas-microsoft-com:vml" Requires="v">
                <p:oleObj spid="_x0000_s56" name="" r:id="rId16" imgW="812800" imgH="508000" progId="Equation.KSEE3">
                  <p:embed/>
                </p:oleObj>
              </mc:Choice>
              <mc:Fallback>
                <p:oleObj name="" r:id="rId16" imgW="812800" imgH="508000" progId="Equation.KSEE3">
                  <p:embed/>
                  <p:pic>
                    <p:nvPicPr>
                      <p:cNvPr id="0" name="图片 1024"/>
                      <p:cNvPicPr/>
                      <p:nvPr/>
                    </p:nvPicPr>
                    <p:blipFill>
                      <a:blip r:embed="rId17"/>
                      <a:stretch>
                        <a:fillRect/>
                      </a:stretch>
                    </p:blipFill>
                    <p:spPr>
                      <a:xfrm>
                        <a:off x="6979603" y="4360545"/>
                        <a:ext cx="930910" cy="586105"/>
                      </a:xfrm>
                      <a:prstGeom prst="rect">
                        <a:avLst/>
                      </a:prstGeom>
                    </p:spPr>
                  </p:pic>
                </p:oleObj>
              </mc:Fallback>
            </mc:AlternateContent>
          </a:graphicData>
        </a:graphic>
      </p:graphicFrame>
      <p:graphicFrame>
        <p:nvGraphicFramePr>
          <p:cNvPr id="57" name="对象 56">
            <a:hlinkClick r:id="" action="ppaction://ole?verb="/>
          </p:cNvPr>
          <p:cNvGraphicFramePr>
            <a:graphicFrameLocks noChangeAspect="1"/>
          </p:cNvGraphicFramePr>
          <p:nvPr/>
        </p:nvGraphicFramePr>
        <p:xfrm>
          <a:off x="5464810" y="4684395"/>
          <a:ext cx="785495" cy="456565"/>
        </p:xfrm>
        <a:graphic>
          <a:graphicData uri="http://schemas.openxmlformats.org/presentationml/2006/ole">
            <mc:AlternateContent xmlns:mc="http://schemas.openxmlformats.org/markup-compatibility/2006">
              <mc:Choice xmlns:v="urn:schemas-microsoft-com:vml" Requires="v">
                <p:oleObj spid="_x0000_s58" name="" r:id="rId18" imgW="965200" imgH="558800" progId="Equation.KSEE3">
                  <p:embed/>
                </p:oleObj>
              </mc:Choice>
              <mc:Fallback>
                <p:oleObj name="" r:id="rId18" imgW="965200" imgH="558800" progId="Equation.KSEE3">
                  <p:embed/>
                  <p:pic>
                    <p:nvPicPr>
                      <p:cNvPr id="0" name="图片 1024"/>
                      <p:cNvPicPr/>
                      <p:nvPr/>
                    </p:nvPicPr>
                    <p:blipFill>
                      <a:blip r:embed="rId19"/>
                      <a:stretch>
                        <a:fillRect/>
                      </a:stretch>
                    </p:blipFill>
                    <p:spPr>
                      <a:xfrm>
                        <a:off x="5464810" y="4684395"/>
                        <a:ext cx="785495" cy="456565"/>
                      </a:xfrm>
                      <a:prstGeom prst="rect">
                        <a:avLst/>
                      </a:prstGeom>
                    </p:spPr>
                  </p:pic>
                </p:oleObj>
              </mc:Fallback>
            </mc:AlternateContent>
          </a:graphicData>
        </a:graphic>
      </p:graphicFrame>
      <p:cxnSp>
        <p:nvCxnSpPr>
          <p:cNvPr id="59" name="直接箭头连接符 58"/>
          <p:cNvCxnSpPr/>
          <p:nvPr/>
        </p:nvCxnSpPr>
        <p:spPr>
          <a:xfrm flipH="1" flipV="1">
            <a:off x="4833620" y="4649470"/>
            <a:ext cx="2088000" cy="0"/>
          </a:xfrm>
          <a:prstGeom prst="straightConnector1">
            <a:avLst/>
          </a:prstGeom>
          <a:ln>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graphicFrame>
        <p:nvGraphicFramePr>
          <p:cNvPr id="60" name="对象 59">
            <a:hlinkClick r:id="" action="ppaction://ole?verb="/>
          </p:cNvPr>
          <p:cNvGraphicFramePr>
            <a:graphicFrameLocks noChangeAspect="1"/>
          </p:cNvGraphicFramePr>
          <p:nvPr/>
        </p:nvGraphicFramePr>
        <p:xfrm>
          <a:off x="6978650" y="3038793"/>
          <a:ext cx="1028700" cy="332740"/>
        </p:xfrm>
        <a:graphic>
          <a:graphicData uri="http://schemas.openxmlformats.org/presentationml/2006/ole">
            <mc:AlternateContent xmlns:mc="http://schemas.openxmlformats.org/markup-compatibility/2006">
              <mc:Choice xmlns:v="urn:schemas-microsoft-com:vml" Requires="v">
                <p:oleObj spid="_x0000_s67" name="" r:id="rId20" imgW="787400" imgH="254000" progId="Equation.KSEE3">
                  <p:embed/>
                </p:oleObj>
              </mc:Choice>
              <mc:Fallback>
                <p:oleObj name="" r:id="rId20" imgW="787400" imgH="254000" progId="Equation.KSEE3">
                  <p:embed/>
                  <p:pic>
                    <p:nvPicPr>
                      <p:cNvPr id="0" name="图片 1024"/>
                      <p:cNvPicPr/>
                      <p:nvPr/>
                    </p:nvPicPr>
                    <p:blipFill>
                      <a:blip r:embed="rId21"/>
                      <a:stretch>
                        <a:fillRect/>
                      </a:stretch>
                    </p:blipFill>
                    <p:spPr>
                      <a:xfrm>
                        <a:off x="6978650" y="3038793"/>
                        <a:ext cx="1028700" cy="332740"/>
                      </a:xfrm>
                      <a:prstGeom prst="rect">
                        <a:avLst/>
                      </a:prstGeom>
                    </p:spPr>
                  </p:pic>
                </p:oleObj>
              </mc:Fallback>
            </mc:AlternateContent>
          </a:graphicData>
        </a:graphic>
      </p:graphicFrame>
      <p:graphicFrame>
        <p:nvGraphicFramePr>
          <p:cNvPr id="68" name="对象 67">
            <a:hlinkClick r:id="" action="ppaction://ole?verb="/>
          </p:cNvPr>
          <p:cNvGraphicFramePr>
            <a:graphicFrameLocks noChangeAspect="1"/>
          </p:cNvGraphicFramePr>
          <p:nvPr/>
        </p:nvGraphicFramePr>
        <p:xfrm>
          <a:off x="8288973" y="3108325"/>
          <a:ext cx="476250" cy="244475"/>
        </p:xfrm>
        <a:graphic>
          <a:graphicData uri="http://schemas.openxmlformats.org/presentationml/2006/ole">
            <mc:AlternateContent xmlns:mc="http://schemas.openxmlformats.org/markup-compatibility/2006">
              <mc:Choice xmlns:v="urn:schemas-microsoft-com:vml" Requires="v">
                <p:oleObj spid="_x0000_s69" name="" r:id="rId22" imgW="520700" imgH="266700" progId="Equation.KSEE3">
                  <p:embed/>
                </p:oleObj>
              </mc:Choice>
              <mc:Fallback>
                <p:oleObj name="" r:id="rId22" imgW="520700" imgH="266700" progId="Equation.KSEE3">
                  <p:embed/>
                  <p:pic>
                    <p:nvPicPr>
                      <p:cNvPr id="0" name="图片 1024"/>
                      <p:cNvPicPr/>
                      <p:nvPr/>
                    </p:nvPicPr>
                    <p:blipFill>
                      <a:blip r:embed="rId23">
                        <a:duotone>
                          <a:schemeClr val="accent1">
                            <a:shade val="45000"/>
                            <a:satMod val="135000"/>
                          </a:schemeClr>
                          <a:prstClr val="white"/>
                        </a:duotone>
                      </a:blip>
                      <a:stretch>
                        <a:fillRect/>
                      </a:stretch>
                    </p:blipFill>
                    <p:spPr>
                      <a:xfrm>
                        <a:off x="8288973" y="3108325"/>
                        <a:ext cx="476250" cy="244475"/>
                      </a:xfrm>
                      <a:prstGeom prst="rect">
                        <a:avLst/>
                      </a:prstGeom>
                    </p:spPr>
                  </p:pic>
                </p:oleObj>
              </mc:Fallback>
            </mc:AlternateContent>
          </a:graphicData>
        </a:graphic>
      </p:graphicFrame>
      <p:graphicFrame>
        <p:nvGraphicFramePr>
          <p:cNvPr id="70" name="对象 69">
            <a:hlinkClick r:id="" action="ppaction://ole?verb="/>
          </p:cNvPr>
          <p:cNvGraphicFramePr>
            <a:graphicFrameLocks noChangeAspect="1"/>
          </p:cNvGraphicFramePr>
          <p:nvPr/>
        </p:nvGraphicFramePr>
        <p:xfrm>
          <a:off x="3089910" y="3130550"/>
          <a:ext cx="421005" cy="212090"/>
        </p:xfrm>
        <a:graphic>
          <a:graphicData uri="http://schemas.openxmlformats.org/presentationml/2006/ole">
            <mc:AlternateContent xmlns:mc="http://schemas.openxmlformats.org/markup-compatibility/2006">
              <mc:Choice xmlns:v="urn:schemas-microsoft-com:vml" Requires="v">
                <p:oleObj spid="_x0000_s71" name="" r:id="rId24" imgW="482600" imgH="241300" progId="Equation.KSEE3">
                  <p:embed/>
                </p:oleObj>
              </mc:Choice>
              <mc:Fallback>
                <p:oleObj name="" r:id="rId24" imgW="482600" imgH="241300" progId="Equation.KSEE3">
                  <p:embed/>
                  <p:pic>
                    <p:nvPicPr>
                      <p:cNvPr id="0" name="图片 1024"/>
                      <p:cNvPicPr/>
                      <p:nvPr/>
                    </p:nvPicPr>
                    <p:blipFill>
                      <a:blip r:embed="rId25">
                        <a:duotone>
                          <a:schemeClr val="accent1">
                            <a:shade val="45000"/>
                            <a:satMod val="135000"/>
                          </a:schemeClr>
                          <a:prstClr val="white"/>
                        </a:duotone>
                      </a:blip>
                      <a:stretch>
                        <a:fillRect/>
                      </a:stretch>
                    </p:blipFill>
                    <p:spPr>
                      <a:xfrm>
                        <a:off x="3089910" y="3130550"/>
                        <a:ext cx="421005" cy="212090"/>
                      </a:xfrm>
                      <a:prstGeom prst="rect">
                        <a:avLst/>
                      </a:prstGeom>
                    </p:spPr>
                  </p:pic>
                </p:oleObj>
              </mc:Fallback>
            </mc:AlternateContent>
          </a:graphicData>
        </a:graphic>
      </p:graphicFrame>
      <p:graphicFrame>
        <p:nvGraphicFramePr>
          <p:cNvPr id="75" name="对象 74">
            <a:hlinkClick r:id="" action="ppaction://ole?verb="/>
          </p:cNvPr>
          <p:cNvGraphicFramePr>
            <a:graphicFrameLocks noChangeAspect="1"/>
          </p:cNvGraphicFramePr>
          <p:nvPr/>
        </p:nvGraphicFramePr>
        <p:xfrm>
          <a:off x="5260975" y="2855595"/>
          <a:ext cx="1339215" cy="274320"/>
        </p:xfrm>
        <a:graphic>
          <a:graphicData uri="http://schemas.openxmlformats.org/presentationml/2006/ole">
            <mc:AlternateContent xmlns:mc="http://schemas.openxmlformats.org/markup-compatibility/2006">
              <mc:Choice xmlns:v="urn:schemas-microsoft-com:vml" Requires="v">
                <p:oleObj spid="_x0000_s76" name="" r:id="rId26" imgW="1308100" imgH="266700" progId="Equation.KSEE3">
                  <p:embed/>
                </p:oleObj>
              </mc:Choice>
              <mc:Fallback>
                <p:oleObj name="" r:id="rId26" imgW="1308100" imgH="266700" progId="Equation.KSEE3">
                  <p:embed/>
                  <p:pic>
                    <p:nvPicPr>
                      <p:cNvPr id="0" name="图片 1024"/>
                      <p:cNvPicPr/>
                      <p:nvPr/>
                    </p:nvPicPr>
                    <p:blipFill>
                      <a:blip r:embed="rId27">
                        <a:duotone>
                          <a:schemeClr val="accent2">
                            <a:shade val="45000"/>
                            <a:satMod val="135000"/>
                          </a:schemeClr>
                          <a:prstClr val="white"/>
                        </a:duotone>
                      </a:blip>
                      <a:stretch>
                        <a:fillRect/>
                      </a:stretch>
                    </p:blipFill>
                    <p:spPr>
                      <a:xfrm>
                        <a:off x="5260975" y="2855595"/>
                        <a:ext cx="1339215" cy="274320"/>
                      </a:xfrm>
                      <a:prstGeom prst="rect">
                        <a:avLst/>
                      </a:prstGeom>
                    </p:spPr>
                  </p:pic>
                </p:oleObj>
              </mc:Fallback>
            </mc:AlternateContent>
          </a:graphicData>
        </a:graphic>
      </p:graphicFrame>
      <p:cxnSp>
        <p:nvCxnSpPr>
          <p:cNvPr id="77" name="直接箭头连接符 76"/>
          <p:cNvCxnSpPr/>
          <p:nvPr/>
        </p:nvCxnSpPr>
        <p:spPr>
          <a:xfrm flipH="1" flipV="1">
            <a:off x="4787265" y="3261995"/>
            <a:ext cx="2088000" cy="25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1" name="对象 80">
            <a:hlinkClick r:id="" action="ppaction://ole?verb="/>
          </p:cNvPr>
          <p:cNvGraphicFramePr>
            <a:graphicFrameLocks noChangeAspect="1"/>
          </p:cNvGraphicFramePr>
          <p:nvPr/>
        </p:nvGraphicFramePr>
        <p:xfrm>
          <a:off x="5270500" y="3308350"/>
          <a:ext cx="1122045" cy="265430"/>
        </p:xfrm>
        <a:graphic>
          <a:graphicData uri="http://schemas.openxmlformats.org/presentationml/2006/ole">
            <mc:AlternateContent xmlns:mc="http://schemas.openxmlformats.org/markup-compatibility/2006">
              <mc:Choice xmlns:v="urn:schemas-microsoft-com:vml" Requires="v">
                <p:oleObj spid="_x0000_s82" name="" r:id="rId28" imgW="1143000" imgH="266700" progId="Equation.KSEE3">
                  <p:embed/>
                </p:oleObj>
              </mc:Choice>
              <mc:Fallback>
                <p:oleObj name="" r:id="rId28" imgW="1143000" imgH="266700" progId="Equation.KSEE3">
                  <p:embed/>
                  <p:pic>
                    <p:nvPicPr>
                      <p:cNvPr id="0" name="图片 1024"/>
                      <p:cNvPicPr/>
                      <p:nvPr/>
                    </p:nvPicPr>
                    <p:blipFill>
                      <a:blip r:embed="rId29">
                        <a:duotone>
                          <a:schemeClr val="accent2">
                            <a:shade val="45000"/>
                            <a:satMod val="135000"/>
                          </a:schemeClr>
                          <a:prstClr val="white"/>
                        </a:duotone>
                      </a:blip>
                      <a:stretch>
                        <a:fillRect/>
                      </a:stretch>
                    </p:blipFill>
                    <p:spPr>
                      <a:xfrm>
                        <a:off x="5270500" y="3308350"/>
                        <a:ext cx="1122045" cy="265430"/>
                      </a:xfrm>
                      <a:prstGeom prst="rect">
                        <a:avLst/>
                      </a:prstGeom>
                      <a:ln>
                        <a:noFill/>
                      </a:ln>
                    </p:spPr>
                  </p:pic>
                </p:oleObj>
              </mc:Fallback>
            </mc:AlternateContent>
          </a:graphicData>
        </a:graphic>
      </p:graphicFrame>
      <p:cxnSp>
        <p:nvCxnSpPr>
          <p:cNvPr id="83" name="直接箭头连接符 82"/>
          <p:cNvCxnSpPr/>
          <p:nvPr/>
        </p:nvCxnSpPr>
        <p:spPr>
          <a:xfrm flipV="1">
            <a:off x="4787265" y="3163570"/>
            <a:ext cx="2088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5" name="对象 84">
            <a:hlinkClick r:id="" action="ppaction://ole?verb="/>
          </p:cNvPr>
          <p:cNvGraphicFramePr>
            <a:graphicFrameLocks noChangeAspect="1"/>
          </p:cNvGraphicFramePr>
          <p:nvPr/>
        </p:nvGraphicFramePr>
        <p:xfrm>
          <a:off x="7528560" y="3427730"/>
          <a:ext cx="806450" cy="275590"/>
        </p:xfrm>
        <a:graphic>
          <a:graphicData uri="http://schemas.openxmlformats.org/presentationml/2006/ole">
            <mc:AlternateContent xmlns:mc="http://schemas.openxmlformats.org/markup-compatibility/2006">
              <mc:Choice xmlns:v="urn:schemas-microsoft-com:vml" Requires="v">
                <p:oleObj spid="_x0000_s86" name="" r:id="rId30" imgW="825500" imgH="279400" progId="Equation.KSEE3">
                  <p:embed/>
                </p:oleObj>
              </mc:Choice>
              <mc:Fallback>
                <p:oleObj name="" r:id="rId30" imgW="825500" imgH="279400" progId="Equation.KSEE3">
                  <p:embed/>
                  <p:pic>
                    <p:nvPicPr>
                      <p:cNvPr id="0" name="图片 1024"/>
                      <p:cNvPicPr/>
                      <p:nvPr/>
                    </p:nvPicPr>
                    <p:blipFill>
                      <a:blip r:embed="rId31">
                        <a:duotone>
                          <a:schemeClr val="accent2">
                            <a:shade val="45000"/>
                            <a:satMod val="135000"/>
                          </a:schemeClr>
                          <a:prstClr val="white"/>
                        </a:duotone>
                      </a:blip>
                      <a:stretch>
                        <a:fillRect/>
                      </a:stretch>
                    </p:blipFill>
                    <p:spPr>
                      <a:xfrm>
                        <a:off x="7528560" y="3427730"/>
                        <a:ext cx="806450" cy="275590"/>
                      </a:xfrm>
                      <a:prstGeom prst="rect">
                        <a:avLst/>
                      </a:prstGeom>
                      <a:ln>
                        <a:noFill/>
                      </a:ln>
                    </p:spPr>
                  </p:pic>
                </p:oleObj>
              </mc:Fallback>
            </mc:AlternateContent>
          </a:graphicData>
        </a:graphic>
      </p:graphicFrame>
      <p:graphicFrame>
        <p:nvGraphicFramePr>
          <p:cNvPr id="90" name="对象 89">
            <a:hlinkClick r:id="" action="ppaction://ole?verb="/>
          </p:cNvPr>
          <p:cNvGraphicFramePr>
            <a:graphicFrameLocks noChangeAspect="1"/>
          </p:cNvGraphicFramePr>
          <p:nvPr/>
        </p:nvGraphicFramePr>
        <p:xfrm>
          <a:off x="6986905" y="1828800"/>
          <a:ext cx="847725" cy="294640"/>
        </p:xfrm>
        <a:graphic>
          <a:graphicData uri="http://schemas.openxmlformats.org/presentationml/2006/ole">
            <mc:AlternateContent xmlns:mc="http://schemas.openxmlformats.org/markup-compatibility/2006">
              <mc:Choice xmlns:v="urn:schemas-microsoft-com:vml" Requires="v">
                <p:oleObj spid="_x0000_s91" name="" r:id="rId32" imgW="736600" imgH="254000" progId="Equation.KSEE3">
                  <p:embed/>
                </p:oleObj>
              </mc:Choice>
              <mc:Fallback>
                <p:oleObj name="" r:id="rId32" imgW="736600" imgH="254000" progId="Equation.KSEE3">
                  <p:embed/>
                  <p:pic>
                    <p:nvPicPr>
                      <p:cNvPr id="0" name="图片 1024"/>
                      <p:cNvPicPr/>
                      <p:nvPr/>
                    </p:nvPicPr>
                    <p:blipFill>
                      <a:blip r:embed="rId33"/>
                      <a:stretch>
                        <a:fillRect/>
                      </a:stretch>
                    </p:blipFill>
                    <p:spPr>
                      <a:xfrm>
                        <a:off x="6986905" y="1828800"/>
                        <a:ext cx="847725" cy="294640"/>
                      </a:xfrm>
                      <a:prstGeom prst="rect">
                        <a:avLst/>
                      </a:prstGeom>
                    </p:spPr>
                  </p:pic>
                </p:oleObj>
              </mc:Fallback>
            </mc:AlternateContent>
          </a:graphicData>
        </a:graphic>
      </p:graphicFrame>
      <p:graphicFrame>
        <p:nvGraphicFramePr>
          <p:cNvPr id="100" name="对象 99">
            <a:hlinkClick r:id="" action="ppaction://ole?verb="/>
          </p:cNvPr>
          <p:cNvGraphicFramePr>
            <a:graphicFrameLocks noChangeAspect="1"/>
          </p:cNvGraphicFramePr>
          <p:nvPr/>
        </p:nvGraphicFramePr>
        <p:xfrm>
          <a:off x="1005840" y="2223453"/>
          <a:ext cx="1127760" cy="428625"/>
        </p:xfrm>
        <a:graphic>
          <a:graphicData uri="http://schemas.openxmlformats.org/presentationml/2006/ole">
            <mc:AlternateContent xmlns:mc="http://schemas.openxmlformats.org/markup-compatibility/2006">
              <mc:Choice xmlns:v="urn:schemas-microsoft-com:vml" Requires="v">
                <p:oleObj spid="_x0000_s101" name="" r:id="rId34" imgW="1346200" imgH="508000" progId="Equation.KSEE3">
                  <p:embed/>
                </p:oleObj>
              </mc:Choice>
              <mc:Fallback>
                <p:oleObj name="" r:id="rId34" imgW="1346200" imgH="508000" progId="Equation.KSEE3">
                  <p:embed/>
                  <p:pic>
                    <p:nvPicPr>
                      <p:cNvPr id="0" name="图片 1024"/>
                      <p:cNvPicPr/>
                      <p:nvPr/>
                    </p:nvPicPr>
                    <p:blipFill>
                      <a:blip r:embed="rId35"/>
                      <a:stretch>
                        <a:fillRect/>
                      </a:stretch>
                    </p:blipFill>
                    <p:spPr>
                      <a:xfrm>
                        <a:off x="1005840" y="2223453"/>
                        <a:ext cx="1127760" cy="428625"/>
                      </a:xfrm>
                      <a:prstGeom prst="rect">
                        <a:avLst/>
                      </a:prstGeom>
                    </p:spPr>
                  </p:pic>
                </p:oleObj>
              </mc:Fallback>
            </mc:AlternateContent>
          </a:graphicData>
        </a:graphic>
      </p:graphicFrame>
      <p:cxnSp>
        <p:nvCxnSpPr>
          <p:cNvPr id="13" name="直接箭头连接符 12"/>
          <p:cNvCxnSpPr/>
          <p:nvPr/>
        </p:nvCxnSpPr>
        <p:spPr>
          <a:xfrm>
            <a:off x="4352290" y="3409950"/>
            <a:ext cx="0" cy="972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4" name="直接箭头连接符 13"/>
          <p:cNvCxnSpPr/>
          <p:nvPr/>
        </p:nvCxnSpPr>
        <p:spPr>
          <a:xfrm>
            <a:off x="7270115" y="3390900"/>
            <a:ext cx="0" cy="972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p:nvCxnSpPr>
        <p:spPr>
          <a:xfrm>
            <a:off x="7279005" y="2195195"/>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22" name="对象 21">
            <a:hlinkClick r:id="" action="ppaction://ole?verb="/>
          </p:cNvPr>
          <p:cNvGraphicFramePr>
            <a:graphicFrameLocks noChangeAspect="1"/>
          </p:cNvGraphicFramePr>
          <p:nvPr/>
        </p:nvGraphicFramePr>
        <p:xfrm>
          <a:off x="282893" y="3676650"/>
          <a:ext cx="1716405" cy="657860"/>
        </p:xfrm>
        <a:graphic>
          <a:graphicData uri="http://schemas.openxmlformats.org/presentationml/2006/ole">
            <mc:AlternateContent xmlns:mc="http://schemas.openxmlformats.org/markup-compatibility/2006">
              <mc:Choice xmlns:v="urn:schemas-microsoft-com:vml" Requires="v">
                <p:oleObj spid="_x0000_s23" name="" r:id="rId36" imgW="2209800" imgH="838200" progId="Equation.KSEE3">
                  <p:embed/>
                </p:oleObj>
              </mc:Choice>
              <mc:Fallback>
                <p:oleObj name="" r:id="rId36" imgW="2209800" imgH="838200" progId="Equation.KSEE3">
                  <p:embed/>
                  <p:pic>
                    <p:nvPicPr>
                      <p:cNvPr id="0" name="图片 1024"/>
                      <p:cNvPicPr/>
                      <p:nvPr/>
                    </p:nvPicPr>
                    <p:blipFill>
                      <a:blip r:embed="rId37"/>
                      <a:stretch>
                        <a:fillRect/>
                      </a:stretch>
                    </p:blipFill>
                    <p:spPr>
                      <a:xfrm>
                        <a:off x="282893" y="3676650"/>
                        <a:ext cx="1716405" cy="657860"/>
                      </a:xfrm>
                      <a:prstGeom prst="rect">
                        <a:avLst/>
                      </a:prstGeom>
                    </p:spPr>
                  </p:pic>
                </p:oleObj>
              </mc:Fallback>
            </mc:AlternateContent>
          </a:graphicData>
        </a:graphic>
      </p:graphicFrame>
      <p:graphicFrame>
        <p:nvGraphicFramePr>
          <p:cNvPr id="25" name="对象 24">
            <a:hlinkClick r:id="" action="ppaction://ole?verb="/>
          </p:cNvPr>
          <p:cNvGraphicFramePr>
            <a:graphicFrameLocks noChangeAspect="1"/>
          </p:cNvGraphicFramePr>
          <p:nvPr/>
        </p:nvGraphicFramePr>
        <p:xfrm>
          <a:off x="9904095" y="3764280"/>
          <a:ext cx="1736090" cy="662305"/>
        </p:xfrm>
        <a:graphic>
          <a:graphicData uri="http://schemas.openxmlformats.org/presentationml/2006/ole">
            <mc:AlternateContent xmlns:mc="http://schemas.openxmlformats.org/markup-compatibility/2006">
              <mc:Choice xmlns:v="urn:schemas-microsoft-com:vml" Requires="v">
                <p:oleObj spid="_x0000_s26" name="" r:id="rId38" imgW="2222500" imgH="838200" progId="Equation.KSEE3">
                  <p:embed/>
                </p:oleObj>
              </mc:Choice>
              <mc:Fallback>
                <p:oleObj name="" r:id="rId38" imgW="2222500" imgH="838200" progId="Equation.KSEE3">
                  <p:embed/>
                  <p:pic>
                    <p:nvPicPr>
                      <p:cNvPr id="0" name="图片 1024"/>
                      <p:cNvPicPr/>
                      <p:nvPr/>
                    </p:nvPicPr>
                    <p:blipFill>
                      <a:blip r:embed="rId39"/>
                      <a:stretch>
                        <a:fillRect/>
                      </a:stretch>
                    </p:blipFill>
                    <p:spPr>
                      <a:xfrm>
                        <a:off x="9904095" y="3764280"/>
                        <a:ext cx="1736090" cy="662305"/>
                      </a:xfrm>
                      <a:prstGeom prst="rect">
                        <a:avLst/>
                      </a:prstGeom>
                    </p:spPr>
                  </p:pic>
                </p:oleObj>
              </mc:Fallback>
            </mc:AlternateContent>
          </a:graphicData>
        </a:graphic>
      </p:graphicFrame>
      <p:cxnSp>
        <p:nvCxnSpPr>
          <p:cNvPr id="37" name="直接箭头连接符 36"/>
          <p:cNvCxnSpPr/>
          <p:nvPr/>
        </p:nvCxnSpPr>
        <p:spPr>
          <a:xfrm flipH="1">
            <a:off x="4551680" y="2105660"/>
            <a:ext cx="2369820" cy="8788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a:off x="4352290" y="2181860"/>
            <a:ext cx="0" cy="86400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3" name="对象 32">
            <a:hlinkClick r:id="" action="ppaction://ole?verb="/>
          </p:cNvPr>
          <p:cNvGraphicFramePr>
            <a:graphicFrameLocks noChangeAspect="1"/>
          </p:cNvGraphicFramePr>
          <p:nvPr/>
        </p:nvGraphicFramePr>
        <p:xfrm>
          <a:off x="7342505" y="3764280"/>
          <a:ext cx="1573530" cy="605155"/>
        </p:xfrm>
        <a:graphic>
          <a:graphicData uri="http://schemas.openxmlformats.org/presentationml/2006/ole">
            <mc:AlternateContent xmlns:mc="http://schemas.openxmlformats.org/markup-compatibility/2006">
              <mc:Choice xmlns:v="urn:schemas-microsoft-com:vml" Requires="v">
                <p:oleObj spid="_x0000_s34" name="" r:id="rId40" imgW="1866900" imgH="711200" progId="Equation.KSEE3">
                  <p:embed/>
                </p:oleObj>
              </mc:Choice>
              <mc:Fallback>
                <p:oleObj name="" r:id="rId40" imgW="1866900" imgH="711200" progId="Equation.KSEE3">
                  <p:embed/>
                  <p:pic>
                    <p:nvPicPr>
                      <p:cNvPr id="0" name="图片 1024"/>
                      <p:cNvPicPr/>
                      <p:nvPr/>
                    </p:nvPicPr>
                    <p:blipFill>
                      <a:blip r:embed="rId41">
                        <a:duotone>
                          <a:schemeClr val="accent4">
                            <a:shade val="45000"/>
                            <a:satMod val="135000"/>
                          </a:schemeClr>
                          <a:prstClr val="white"/>
                        </a:duotone>
                      </a:blip>
                      <a:stretch>
                        <a:fillRect/>
                      </a:stretch>
                    </p:blipFill>
                    <p:spPr>
                      <a:xfrm>
                        <a:off x="7342505" y="3764280"/>
                        <a:ext cx="1573530" cy="605155"/>
                      </a:xfrm>
                      <a:prstGeom prst="rect">
                        <a:avLst/>
                      </a:prstGeom>
                    </p:spPr>
                  </p:pic>
                </p:oleObj>
              </mc:Fallback>
            </mc:AlternateContent>
          </a:graphicData>
        </a:graphic>
      </p:graphicFrame>
      <p:cxnSp>
        <p:nvCxnSpPr>
          <p:cNvPr id="30" name="直接箭头连接符 29"/>
          <p:cNvCxnSpPr/>
          <p:nvPr/>
        </p:nvCxnSpPr>
        <p:spPr>
          <a:xfrm rot="16200000">
            <a:off x="8116937" y="3138438"/>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31" name="直接箭头连接符 30"/>
          <p:cNvCxnSpPr/>
          <p:nvPr/>
        </p:nvCxnSpPr>
        <p:spPr>
          <a:xfrm rot="16200000">
            <a:off x="3619232" y="3140978"/>
            <a:ext cx="0" cy="216000"/>
          </a:xfrm>
          <a:prstGeom prst="straightConnector1">
            <a:avLst/>
          </a:prstGeom>
          <a:ln w="3175">
            <a:solidFill>
              <a:schemeClr val="tx1"/>
            </a:solidFill>
            <a:headEnd type="stealth"/>
            <a:tailEnd type="stealth"/>
          </a:ln>
        </p:spPr>
        <p:style>
          <a:lnRef idx="2">
            <a:schemeClr val="accent1"/>
          </a:lnRef>
          <a:fillRef idx="0">
            <a:srgbClr val="FFFFFF"/>
          </a:fillRef>
          <a:effectRef idx="0">
            <a:srgbClr val="FFFFFF"/>
          </a:effectRef>
          <a:fontRef idx="minor">
            <a:schemeClr val="tx1"/>
          </a:fontRef>
        </p:style>
      </p:cxnSp>
      <p:cxnSp>
        <p:nvCxnSpPr>
          <p:cNvPr id="97" name="直接连接符 96"/>
          <p:cNvCxnSpPr/>
          <p:nvPr/>
        </p:nvCxnSpPr>
        <p:spPr>
          <a:xfrm>
            <a:off x="8982710" y="4045585"/>
            <a:ext cx="1116000"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graphicFrame>
        <p:nvGraphicFramePr>
          <p:cNvPr id="29" name="对象 28">
            <a:hlinkClick r:id="" action="ppaction://ole?verb="/>
          </p:cNvPr>
          <p:cNvGraphicFramePr>
            <a:graphicFrameLocks noChangeAspect="1"/>
          </p:cNvGraphicFramePr>
          <p:nvPr/>
        </p:nvGraphicFramePr>
        <p:xfrm>
          <a:off x="7357428" y="2473643"/>
          <a:ext cx="1997075" cy="381635"/>
        </p:xfrm>
        <a:graphic>
          <a:graphicData uri="http://schemas.openxmlformats.org/presentationml/2006/ole">
            <mc:AlternateContent xmlns:mc="http://schemas.openxmlformats.org/markup-compatibility/2006">
              <mc:Choice xmlns:v="urn:schemas-microsoft-com:vml" Requires="v">
                <p:oleObj spid="_x0000_s39" name="" r:id="rId42" imgW="2222500" imgH="419100" progId="Equation.KSEE3">
                  <p:embed/>
                </p:oleObj>
              </mc:Choice>
              <mc:Fallback>
                <p:oleObj name="" r:id="rId42" imgW="2222500" imgH="419100" progId="Equation.KSEE3">
                  <p:embed/>
                  <p:pic>
                    <p:nvPicPr>
                      <p:cNvPr id="0" name="图片 1024"/>
                      <p:cNvPicPr/>
                      <p:nvPr/>
                    </p:nvPicPr>
                    <p:blipFill>
                      <a:blip r:embed="rId43"/>
                      <a:stretch>
                        <a:fillRect/>
                      </a:stretch>
                    </p:blipFill>
                    <p:spPr>
                      <a:xfrm>
                        <a:off x="7357428" y="2473643"/>
                        <a:ext cx="1997075" cy="381635"/>
                      </a:xfrm>
                      <a:prstGeom prst="rect">
                        <a:avLst/>
                      </a:prstGeom>
                    </p:spPr>
                  </p:pic>
                </p:oleObj>
              </mc:Fallback>
            </mc:AlternateContent>
          </a:graphicData>
        </a:graphic>
      </p:graphicFrame>
      <p:cxnSp>
        <p:nvCxnSpPr>
          <p:cNvPr id="40" name="直接箭头连接符 39"/>
          <p:cNvCxnSpPr/>
          <p:nvPr/>
        </p:nvCxnSpPr>
        <p:spPr>
          <a:xfrm>
            <a:off x="4702175" y="2127250"/>
            <a:ext cx="2369820" cy="87884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41" name="对象 40">
            <a:hlinkClick r:id="" action="ppaction://ole?verb="/>
          </p:cNvPr>
          <p:cNvGraphicFramePr>
            <a:graphicFrameLocks noChangeAspect="1"/>
          </p:cNvGraphicFramePr>
          <p:nvPr/>
        </p:nvGraphicFramePr>
        <p:xfrm>
          <a:off x="2912745" y="3768090"/>
          <a:ext cx="1393825" cy="554990"/>
        </p:xfrm>
        <a:graphic>
          <a:graphicData uri="http://schemas.openxmlformats.org/presentationml/2006/ole">
            <mc:AlternateContent xmlns:mc="http://schemas.openxmlformats.org/markup-compatibility/2006">
              <mc:Choice xmlns:v="urn:schemas-microsoft-com:vml" Requires="v">
                <p:oleObj spid="_x0000_s42" name="" r:id="rId44" imgW="1803400" imgH="711200" progId="Equation.KSEE3">
                  <p:embed/>
                </p:oleObj>
              </mc:Choice>
              <mc:Fallback>
                <p:oleObj name="" r:id="rId44" imgW="1803400" imgH="711200" progId="Equation.KSEE3">
                  <p:embed/>
                  <p:pic>
                    <p:nvPicPr>
                      <p:cNvPr id="0" name="图片 1024"/>
                      <p:cNvPicPr/>
                      <p:nvPr/>
                    </p:nvPicPr>
                    <p:blipFill>
                      <a:blip r:embed="rId45">
                        <a:duotone>
                          <a:schemeClr val="accent4">
                            <a:shade val="45000"/>
                            <a:satMod val="135000"/>
                          </a:schemeClr>
                          <a:prstClr val="white"/>
                        </a:duotone>
                      </a:blip>
                      <a:stretch>
                        <a:fillRect/>
                      </a:stretch>
                    </p:blipFill>
                    <p:spPr>
                      <a:xfrm>
                        <a:off x="2912745" y="3768090"/>
                        <a:ext cx="1393825" cy="554990"/>
                      </a:xfrm>
                      <a:prstGeom prst="rect">
                        <a:avLst/>
                      </a:prstGeom>
                    </p:spPr>
                  </p:pic>
                </p:oleObj>
              </mc:Fallback>
            </mc:AlternateContent>
          </a:graphicData>
        </a:graphic>
      </p:graphicFrame>
      <p:cxnSp>
        <p:nvCxnSpPr>
          <p:cNvPr id="43" name="直接连接符 42"/>
          <p:cNvCxnSpPr/>
          <p:nvPr/>
        </p:nvCxnSpPr>
        <p:spPr>
          <a:xfrm flipH="1">
            <a:off x="1664970" y="4045585"/>
            <a:ext cx="1116000" cy="0"/>
          </a:xfrm>
          <a:prstGeom prst="line">
            <a:avLst/>
          </a:prstGeom>
          <a:ln w="6350">
            <a:solidFill>
              <a:schemeClr val="tx1"/>
            </a:solidFill>
            <a:headEnd type="stealth"/>
          </a:ln>
        </p:spPr>
        <p:style>
          <a:lnRef idx="2">
            <a:schemeClr val="accent1"/>
          </a:lnRef>
          <a:fillRef idx="0">
            <a:srgbClr val="FFFFFF"/>
          </a:fillRef>
          <a:effectRef idx="0">
            <a:srgbClr val="FFFFFF"/>
          </a:effectRef>
          <a:fontRef idx="minor">
            <a:schemeClr val="tx1"/>
          </a:fontRef>
        </p:style>
      </p:cxnSp>
      <p:sp>
        <p:nvSpPr>
          <p:cNvPr id="45" name="文本框 44"/>
          <p:cNvSpPr txBox="1"/>
          <p:nvPr/>
        </p:nvSpPr>
        <p:spPr>
          <a:xfrm>
            <a:off x="1078865" y="5516245"/>
            <a:ext cx="7946390" cy="645160"/>
          </a:xfrm>
          <a:prstGeom prst="rect">
            <a:avLst/>
          </a:prstGeom>
          <a:noFill/>
        </p:spPr>
        <p:txBody>
          <a:bodyPr wrap="square" rtlCol="0">
            <a:spAutoFit/>
          </a:bodyPr>
          <a:p>
            <a:pPr algn="l">
              <a:buClrTx/>
              <a:buSzTx/>
              <a:buFontTx/>
            </a:pPr>
            <a:r>
              <a:rPr lang="zh-CN" altLang="en-US" sz="1200"/>
              <a:t>对偶原理：</a:t>
            </a:r>
            <a:r>
              <a:rPr lang="zh-CN" altLang="en-US" sz="1200">
                <a:latin typeface="宋体" panose="02010600030101010101" pitchFamily="2" charset="-122"/>
                <a:ea typeface="宋体" panose="02010600030101010101" pitchFamily="2" charset="-122"/>
                <a:sym typeface="+mn-ea"/>
              </a:rPr>
              <a:t>引入假想的磁荷和磁流之后，麦克斯韦方程组变为对称形式，此时电磁场中各物理量有如下对偶形式：</a:t>
            </a:r>
            <a:endParaRPr lang="zh-CN" altLang="en-US" sz="1200">
              <a:latin typeface="宋体" panose="02010600030101010101" pitchFamily="2" charset="-122"/>
              <a:ea typeface="宋体" panose="02010600030101010101" pitchFamily="2" charset="-122"/>
              <a:sym typeface="+mn-ea"/>
            </a:endParaRPr>
          </a:p>
          <a:p>
            <a:pPr algn="l">
              <a:buClrTx/>
              <a:buSzTx/>
              <a:buFontTx/>
            </a:pPr>
            <a:endParaRPr lang="zh-CN" altLang="en-US" sz="1200">
              <a:latin typeface="宋体" panose="02010600030101010101" pitchFamily="2" charset="-122"/>
              <a:ea typeface="宋体" panose="02010600030101010101" pitchFamily="2" charset="-122"/>
              <a:sym typeface="+mn-ea"/>
            </a:endParaRPr>
          </a:p>
          <a:p>
            <a:pPr algn="l">
              <a:buClrTx/>
              <a:buSzTx/>
              <a:buFontTx/>
            </a:pPr>
            <a:r>
              <a:rPr lang="zh-CN" altLang="en-US" sz="1200">
                <a:latin typeface="宋体" panose="02010600030101010101" pitchFamily="2" charset="-122"/>
                <a:ea typeface="宋体" panose="02010600030101010101" pitchFamily="2" charset="-122"/>
                <a:sym typeface="+mn-ea"/>
              </a:rPr>
              <a:t>将</a:t>
            </a:r>
            <a:r>
              <a:rPr lang="zh-CN" altLang="en-US" sz="1200">
                <a:latin typeface="宋体" panose="02010600030101010101" pitchFamily="2" charset="-122"/>
                <a:ea typeface="宋体" panose="02010600030101010101" pitchFamily="2" charset="-122"/>
                <a:sym typeface="+mn-ea"/>
              </a:rPr>
              <a:t>上面公式中的物理量全部替换为其对偶形式的量，公式仍然成立</a:t>
            </a:r>
            <a:r>
              <a:rPr lang="zh-CN" altLang="en-US" sz="1200">
                <a:latin typeface="宋体" panose="02010600030101010101" pitchFamily="2" charset="-122"/>
                <a:ea typeface="宋体" panose="02010600030101010101" pitchFamily="2" charset="-122"/>
                <a:sym typeface="+mn-ea"/>
              </a:rPr>
              <a:t>。</a:t>
            </a:r>
            <a:endParaRPr lang="zh-CN" altLang="en-US" sz="1200">
              <a:latin typeface="宋体" panose="02010600030101010101" pitchFamily="2" charset="-122"/>
              <a:ea typeface="宋体" panose="02010600030101010101" pitchFamily="2" charset="-122"/>
            </a:endParaRPr>
          </a:p>
        </p:txBody>
      </p:sp>
      <p:graphicFrame>
        <p:nvGraphicFramePr>
          <p:cNvPr id="46" name="对象 45">
            <a:hlinkClick r:id="" action="ppaction://ole?verb="/>
          </p:cNvPr>
          <p:cNvGraphicFramePr>
            <a:graphicFrameLocks noChangeAspect="1"/>
          </p:cNvGraphicFramePr>
          <p:nvPr/>
        </p:nvGraphicFramePr>
        <p:xfrm>
          <a:off x="2143760" y="5723890"/>
          <a:ext cx="7177405" cy="229235"/>
        </p:xfrm>
        <a:graphic>
          <a:graphicData uri="http://schemas.openxmlformats.org/presentationml/2006/ole">
            <mc:AlternateContent xmlns:mc="http://schemas.openxmlformats.org/markup-compatibility/2006">
              <mc:Choice xmlns:v="urn:schemas-microsoft-com:vml" Requires="v">
                <p:oleObj spid="_x0000_s47" name="" r:id="rId46" imgW="8813800" imgH="279400" progId="Equation.KSEE3">
                  <p:embed/>
                </p:oleObj>
              </mc:Choice>
              <mc:Fallback>
                <p:oleObj name="" r:id="rId46" imgW="8813800" imgH="279400" progId="Equation.KSEE3">
                  <p:embed/>
                  <p:pic>
                    <p:nvPicPr>
                      <p:cNvPr id="0" name="图片 1024"/>
                      <p:cNvPicPr/>
                      <p:nvPr/>
                    </p:nvPicPr>
                    <p:blipFill>
                      <a:blip r:embed="rId47"/>
                      <a:stretch>
                        <a:fillRect/>
                      </a:stretch>
                    </p:blipFill>
                    <p:spPr>
                      <a:xfrm>
                        <a:off x="2143760" y="5723890"/>
                        <a:ext cx="7177405" cy="229235"/>
                      </a:xfrm>
                      <a:prstGeom prst="rect">
                        <a:avLst/>
                      </a:prstGeom>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66725" y="191982"/>
            <a:ext cx="2722880" cy="398780"/>
          </a:xfrm>
          <a:prstGeom prst="rect">
            <a:avLst/>
          </a:prstGeom>
          <a:noFill/>
        </p:spPr>
        <p:txBody>
          <a:bodyPr wrap="none" rtlCol="0">
            <a:spAutoFit/>
          </a:bodyPr>
          <a:lstStyle/>
          <a:p>
            <a:pPr algn="l"/>
            <a:r>
              <a:rPr lang="zh-CN" altLang="en-US" sz="2000" dirty="0"/>
              <a:t>补充：电磁场相关</a:t>
            </a:r>
            <a:r>
              <a:rPr lang="zh-CN" altLang="en-US" sz="2000" dirty="0"/>
              <a:t>定理</a:t>
            </a:r>
            <a:endParaRPr lang="zh-CN" altLang="en-US" sz="2000" dirty="0"/>
          </a:p>
        </p:txBody>
      </p:sp>
      <p:sp>
        <p:nvSpPr>
          <p:cNvPr id="8" name="文本框 7"/>
          <p:cNvSpPr txBox="1"/>
          <p:nvPr/>
        </p:nvSpPr>
        <p:spPr>
          <a:xfrm>
            <a:off x="862965" y="2938780"/>
            <a:ext cx="1123315" cy="275590"/>
          </a:xfrm>
          <a:prstGeom prst="rect">
            <a:avLst/>
          </a:prstGeom>
          <a:noFill/>
        </p:spPr>
        <p:txBody>
          <a:bodyPr wrap="square" rtlCol="0">
            <a:spAutoFit/>
          </a:bodyPr>
          <a:p>
            <a:pPr algn="l">
              <a:buClrTx/>
              <a:buSzTx/>
              <a:buFontTx/>
            </a:pPr>
            <a:r>
              <a:rPr lang="zh-CN" altLang="en-US" sz="1200"/>
              <a:t>面等效</a:t>
            </a:r>
            <a:r>
              <a:rPr lang="zh-CN" altLang="en-US" sz="1200"/>
              <a:t>原理：</a:t>
            </a:r>
            <a:endParaRPr lang="zh-CN" altLang="en-US" sz="1200">
              <a:latin typeface="宋体" panose="02010600030101010101" pitchFamily="2" charset="-122"/>
              <a:ea typeface="宋体" panose="02010600030101010101" pitchFamily="2" charset="-122"/>
            </a:endParaRPr>
          </a:p>
        </p:txBody>
      </p:sp>
      <p:graphicFrame>
        <p:nvGraphicFramePr>
          <p:cNvPr id="16" name="对象 15">
            <a:hlinkClick r:id="" action="ppaction://ole?verb="/>
          </p:cNvPr>
          <p:cNvGraphicFramePr>
            <a:graphicFrameLocks noChangeAspect="1"/>
          </p:cNvGraphicFramePr>
          <p:nvPr/>
        </p:nvGraphicFramePr>
        <p:xfrm>
          <a:off x="1809750" y="2977198"/>
          <a:ext cx="8367395" cy="194310"/>
        </p:xfrm>
        <a:graphic>
          <a:graphicData uri="http://schemas.openxmlformats.org/presentationml/2006/ole">
            <mc:AlternateContent xmlns:mc="http://schemas.openxmlformats.org/markup-compatibility/2006">
              <mc:Choice xmlns:v="urn:schemas-microsoft-com:vml" Requires="v">
                <p:oleObj spid="_x0000_s17" name="" r:id="rId1" imgW="8940800" imgH="203200" progId="Equation.KSEE3">
                  <p:embed/>
                </p:oleObj>
              </mc:Choice>
              <mc:Fallback>
                <p:oleObj name="" r:id="rId1" imgW="8940800" imgH="203200" progId="Equation.KSEE3">
                  <p:embed/>
                  <p:pic>
                    <p:nvPicPr>
                      <p:cNvPr id="0" name="图片 1024"/>
                      <p:cNvPicPr/>
                      <p:nvPr/>
                    </p:nvPicPr>
                    <p:blipFill>
                      <a:blip r:embed="rId2"/>
                      <a:stretch>
                        <a:fillRect/>
                      </a:stretch>
                    </p:blipFill>
                    <p:spPr>
                      <a:xfrm>
                        <a:off x="1809750" y="2977198"/>
                        <a:ext cx="8367395" cy="194310"/>
                      </a:xfrm>
                      <a:prstGeom prst="rect">
                        <a:avLst/>
                      </a:prstGeom>
                    </p:spPr>
                  </p:pic>
                </p:oleObj>
              </mc:Fallback>
            </mc:AlternateContent>
          </a:graphicData>
        </a:graphic>
      </p:graphicFrame>
      <p:sp>
        <p:nvSpPr>
          <p:cNvPr id="48" name="文本框 47"/>
          <p:cNvSpPr txBox="1"/>
          <p:nvPr/>
        </p:nvSpPr>
        <p:spPr>
          <a:xfrm>
            <a:off x="925195" y="773430"/>
            <a:ext cx="8089265" cy="275590"/>
          </a:xfrm>
          <a:prstGeom prst="rect">
            <a:avLst/>
          </a:prstGeom>
          <a:noFill/>
        </p:spPr>
        <p:txBody>
          <a:bodyPr wrap="square" rtlCol="0">
            <a:spAutoFit/>
          </a:bodyPr>
          <a:p>
            <a:pPr algn="l">
              <a:buClrTx/>
              <a:buSzTx/>
              <a:buFontTx/>
            </a:pPr>
            <a:r>
              <a:rPr lang="zh-CN" altLang="en-US" sz="1200">
                <a:sym typeface="+mn-ea"/>
              </a:rPr>
              <a:t>巴比涅原理</a:t>
            </a:r>
            <a:r>
              <a:rPr lang="zh-CN" altLang="en-US" sz="1200"/>
              <a:t>：</a:t>
            </a:r>
            <a:r>
              <a:rPr lang="zh-CN" altLang="en-US" sz="1200">
                <a:latin typeface="宋体" panose="02010600030101010101" pitchFamily="2" charset="-122"/>
                <a:ea typeface="宋体" panose="02010600030101010101" pitchFamily="2" charset="-122"/>
              </a:rPr>
              <a:t>对于口径辐射问题，原屏的辐射场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与互补屏的散射场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之和，等于无屏时的入射场</a:t>
            </a:r>
            <a:r>
              <a:rPr lang="en-US" altLang="zh-CN" sz="1200">
                <a:latin typeface="宋体" panose="02010600030101010101" pitchFamily="2" charset="-122"/>
                <a:ea typeface="宋体" panose="02010600030101010101" pitchFamily="2" charset="-122"/>
              </a:rPr>
              <a:t>       </a:t>
            </a:r>
            <a:r>
              <a:rPr lang="zh-CN" altLang="en-US" sz="1200">
                <a:latin typeface="宋体" panose="02010600030101010101" pitchFamily="2" charset="-122"/>
                <a:ea typeface="宋体" panose="02010600030101010101" pitchFamily="2" charset="-122"/>
              </a:rPr>
              <a:t>。</a:t>
            </a:r>
            <a:endParaRPr lang="zh-CN" altLang="en-US" sz="1200">
              <a:latin typeface="宋体" panose="02010600030101010101" pitchFamily="2" charset="-122"/>
              <a:ea typeface="宋体" panose="02010600030101010101" pitchFamily="2" charset="-122"/>
            </a:endParaRPr>
          </a:p>
        </p:txBody>
      </p:sp>
      <p:graphicFrame>
        <p:nvGraphicFramePr>
          <p:cNvPr id="3" name="对象 2">
            <a:hlinkClick r:id="" action="ppaction://ole?verb="/>
          </p:cNvPr>
          <p:cNvGraphicFramePr>
            <a:graphicFrameLocks noChangeAspect="1"/>
          </p:cNvGraphicFramePr>
          <p:nvPr/>
        </p:nvGraphicFramePr>
        <p:xfrm>
          <a:off x="4192588" y="806133"/>
          <a:ext cx="497840" cy="209550"/>
        </p:xfrm>
        <a:graphic>
          <a:graphicData uri="http://schemas.openxmlformats.org/presentationml/2006/ole">
            <mc:AlternateContent xmlns:mc="http://schemas.openxmlformats.org/markup-compatibility/2006">
              <mc:Choice xmlns:v="urn:schemas-microsoft-com:vml" Requires="v">
                <p:oleObj spid="_x0000_s5" name="" r:id="rId3" imgW="609600" imgH="254000" progId="Equation.KSEE3">
                  <p:embed/>
                </p:oleObj>
              </mc:Choice>
              <mc:Fallback>
                <p:oleObj name="" r:id="rId3" imgW="609600" imgH="254000" progId="Equation.KSEE3">
                  <p:embed/>
                  <p:pic>
                    <p:nvPicPr>
                      <p:cNvPr id="0" name="图片 1024"/>
                      <p:cNvPicPr/>
                      <p:nvPr/>
                    </p:nvPicPr>
                    <p:blipFill>
                      <a:blip r:embed="rId4"/>
                      <a:stretch>
                        <a:fillRect/>
                      </a:stretch>
                    </p:blipFill>
                    <p:spPr>
                      <a:xfrm>
                        <a:off x="4192588" y="806133"/>
                        <a:ext cx="497840" cy="20955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5901691" y="806133"/>
          <a:ext cx="508635" cy="209550"/>
        </p:xfrm>
        <a:graphic>
          <a:graphicData uri="http://schemas.openxmlformats.org/presentationml/2006/ole">
            <mc:AlternateContent xmlns:mc="http://schemas.openxmlformats.org/markup-compatibility/2006">
              <mc:Choice xmlns:v="urn:schemas-microsoft-com:vml" Requires="v">
                <p:oleObj spid="_x0000_s11" name="" r:id="rId5" imgW="622300" imgH="254000" progId="Equation.KSEE3">
                  <p:embed/>
                </p:oleObj>
              </mc:Choice>
              <mc:Fallback>
                <p:oleObj name="" r:id="rId5" imgW="622300" imgH="254000" progId="Equation.KSEE3">
                  <p:embed/>
                  <p:pic>
                    <p:nvPicPr>
                      <p:cNvPr id="0" name="图片 1024"/>
                      <p:cNvPicPr/>
                      <p:nvPr/>
                    </p:nvPicPr>
                    <p:blipFill>
                      <a:blip r:embed="rId6"/>
                      <a:stretch>
                        <a:fillRect/>
                      </a:stretch>
                    </p:blipFill>
                    <p:spPr>
                      <a:xfrm>
                        <a:off x="5901691" y="806133"/>
                        <a:ext cx="508635" cy="209550"/>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8241349" y="798513"/>
          <a:ext cx="591820" cy="209550"/>
        </p:xfrm>
        <a:graphic>
          <a:graphicData uri="http://schemas.openxmlformats.org/presentationml/2006/ole">
            <mc:AlternateContent xmlns:mc="http://schemas.openxmlformats.org/markup-compatibility/2006">
              <mc:Choice xmlns:v="urn:schemas-microsoft-com:vml" Requires="v">
                <p:oleObj spid="_x0000_s6" name="" r:id="rId7" imgW="723900" imgH="254000" progId="Equation.KSEE3">
                  <p:embed/>
                </p:oleObj>
              </mc:Choice>
              <mc:Fallback>
                <p:oleObj name="" r:id="rId7" imgW="723900" imgH="254000" progId="Equation.KSEE3">
                  <p:embed/>
                  <p:pic>
                    <p:nvPicPr>
                      <p:cNvPr id="0" name="图片 1024"/>
                      <p:cNvPicPr/>
                      <p:nvPr/>
                    </p:nvPicPr>
                    <p:blipFill>
                      <a:blip r:embed="rId8"/>
                      <a:stretch>
                        <a:fillRect/>
                      </a:stretch>
                    </p:blipFill>
                    <p:spPr>
                      <a:xfrm>
                        <a:off x="8241349" y="798513"/>
                        <a:ext cx="591820" cy="209550"/>
                      </a:xfrm>
                      <a:prstGeom prst="rect">
                        <a:avLst/>
                      </a:prstGeom>
                    </p:spPr>
                  </p:pic>
                </p:oleObj>
              </mc:Fallback>
            </mc:AlternateContent>
          </a:graphicData>
        </a:graphic>
      </p:graphicFrame>
      <p:sp>
        <p:nvSpPr>
          <p:cNvPr id="7" name="椭圆 6"/>
          <p:cNvSpPr/>
          <p:nvPr/>
        </p:nvSpPr>
        <p:spPr>
          <a:xfrm>
            <a:off x="2045970" y="1405255"/>
            <a:ext cx="403225" cy="535940"/>
          </a:xfrm>
          <a:prstGeom prst="ellipse">
            <a:avLst/>
          </a:prstGeom>
          <a:solidFill>
            <a:schemeClr val="bg2">
              <a:lumMod val="9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24" name="对象 23">
            <a:hlinkClick r:id="" action="ppaction://ole?verb="/>
          </p:cNvPr>
          <p:cNvGraphicFramePr>
            <a:graphicFrameLocks noChangeAspect="1"/>
          </p:cNvGraphicFramePr>
          <p:nvPr/>
        </p:nvGraphicFramePr>
        <p:xfrm>
          <a:off x="2095818" y="1569720"/>
          <a:ext cx="302895" cy="207010"/>
        </p:xfrm>
        <a:graphic>
          <a:graphicData uri="http://schemas.openxmlformats.org/presentationml/2006/ole">
            <mc:AlternateContent xmlns:mc="http://schemas.openxmlformats.org/markup-compatibility/2006">
              <mc:Choice xmlns:v="urn:schemas-microsoft-com:vml" Requires="v">
                <p:oleObj spid="_x0000_s27" name="" r:id="rId9" imgW="355600" imgH="241300" progId="Equation.KSEE3">
                  <p:embed/>
                </p:oleObj>
              </mc:Choice>
              <mc:Fallback>
                <p:oleObj name="" r:id="rId9" imgW="355600" imgH="241300" progId="Equation.KSEE3">
                  <p:embed/>
                  <p:pic>
                    <p:nvPicPr>
                      <p:cNvPr id="0" name="图片 1024"/>
                      <p:cNvPicPr/>
                      <p:nvPr/>
                    </p:nvPicPr>
                    <p:blipFill>
                      <a:blip r:embed="rId10"/>
                      <a:stretch>
                        <a:fillRect/>
                      </a:stretch>
                    </p:blipFill>
                    <p:spPr>
                      <a:xfrm>
                        <a:off x="2095818" y="1569720"/>
                        <a:ext cx="302895" cy="207010"/>
                      </a:xfrm>
                      <a:prstGeom prst="rect">
                        <a:avLst/>
                      </a:prstGeom>
                    </p:spPr>
                  </p:pic>
                </p:oleObj>
              </mc:Fallback>
            </mc:AlternateContent>
          </a:graphicData>
        </a:graphic>
      </p:graphicFrame>
      <p:cxnSp>
        <p:nvCxnSpPr>
          <p:cNvPr id="28" name="直接连接符 27"/>
          <p:cNvCxnSpPr/>
          <p:nvPr/>
        </p:nvCxnSpPr>
        <p:spPr>
          <a:xfrm>
            <a:off x="2739390" y="1064895"/>
            <a:ext cx="0" cy="5010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36" name="直接连接符 35"/>
          <p:cNvCxnSpPr/>
          <p:nvPr/>
        </p:nvCxnSpPr>
        <p:spPr>
          <a:xfrm>
            <a:off x="2739390" y="1721485"/>
            <a:ext cx="0" cy="50101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aphicFrame>
        <p:nvGraphicFramePr>
          <p:cNvPr id="44" name="对象 43">
            <a:hlinkClick r:id="" action="ppaction://ole?verb="/>
          </p:cNvPr>
          <p:cNvGraphicFramePr>
            <a:graphicFrameLocks noChangeAspect="1"/>
          </p:cNvGraphicFramePr>
          <p:nvPr/>
        </p:nvGraphicFramePr>
        <p:xfrm>
          <a:off x="2950846" y="1534795"/>
          <a:ext cx="379730" cy="218440"/>
        </p:xfrm>
        <a:graphic>
          <a:graphicData uri="http://schemas.openxmlformats.org/presentationml/2006/ole">
            <mc:AlternateContent xmlns:mc="http://schemas.openxmlformats.org/markup-compatibility/2006">
              <mc:Choice xmlns:v="urn:schemas-microsoft-com:vml" Requires="v">
                <p:oleObj spid="_x0000_s51" name="" r:id="rId11" imgW="444500" imgH="254000" progId="Equation.KSEE3">
                  <p:embed/>
                </p:oleObj>
              </mc:Choice>
              <mc:Fallback>
                <p:oleObj name="" r:id="rId11" imgW="444500" imgH="254000" progId="Equation.KSEE3">
                  <p:embed/>
                  <p:pic>
                    <p:nvPicPr>
                      <p:cNvPr id="0" name="图片 1024"/>
                      <p:cNvPicPr/>
                      <p:nvPr/>
                    </p:nvPicPr>
                    <p:blipFill>
                      <a:blip r:embed="rId12"/>
                      <a:stretch>
                        <a:fillRect/>
                      </a:stretch>
                    </p:blipFill>
                    <p:spPr>
                      <a:xfrm>
                        <a:off x="2950846" y="1534795"/>
                        <a:ext cx="379730" cy="218440"/>
                      </a:xfrm>
                      <a:prstGeom prst="rect">
                        <a:avLst/>
                      </a:prstGeom>
                    </p:spPr>
                  </p:pic>
                </p:oleObj>
              </mc:Fallback>
            </mc:AlternateContent>
          </a:graphicData>
        </a:graphic>
      </p:graphicFrame>
      <p:graphicFrame>
        <p:nvGraphicFramePr>
          <p:cNvPr id="52" name="对象 51">
            <a:hlinkClick r:id="" action="ppaction://ole?verb="/>
          </p:cNvPr>
          <p:cNvGraphicFramePr>
            <a:graphicFrameLocks noChangeAspect="1"/>
          </p:cNvGraphicFramePr>
          <p:nvPr/>
        </p:nvGraphicFramePr>
        <p:xfrm>
          <a:off x="1911034" y="2297113"/>
          <a:ext cx="1583055" cy="371475"/>
        </p:xfrm>
        <a:graphic>
          <a:graphicData uri="http://schemas.openxmlformats.org/presentationml/2006/ole">
            <mc:AlternateContent xmlns:mc="http://schemas.openxmlformats.org/markup-compatibility/2006">
              <mc:Choice xmlns:v="urn:schemas-microsoft-com:vml" Requires="v">
                <p:oleObj spid="_x0000_s61" name="" r:id="rId13" imgW="1854200" imgH="431800" progId="Equation.KSEE3">
                  <p:embed/>
                </p:oleObj>
              </mc:Choice>
              <mc:Fallback>
                <p:oleObj name="" r:id="rId13" imgW="1854200" imgH="431800" progId="Equation.KSEE3">
                  <p:embed/>
                  <p:pic>
                    <p:nvPicPr>
                      <p:cNvPr id="0" name="图片 1024"/>
                      <p:cNvPicPr/>
                      <p:nvPr/>
                    </p:nvPicPr>
                    <p:blipFill>
                      <a:blip r:embed="rId14"/>
                      <a:stretch>
                        <a:fillRect/>
                      </a:stretch>
                    </p:blipFill>
                    <p:spPr>
                      <a:xfrm>
                        <a:off x="1911034" y="2297113"/>
                        <a:ext cx="1583055" cy="371475"/>
                      </a:xfrm>
                      <a:prstGeom prst="rect">
                        <a:avLst/>
                      </a:prstGeom>
                    </p:spPr>
                  </p:pic>
                </p:oleObj>
              </mc:Fallback>
            </mc:AlternateContent>
          </a:graphicData>
        </a:graphic>
      </p:graphicFrame>
      <p:sp>
        <p:nvSpPr>
          <p:cNvPr id="9" name="椭圆 8"/>
          <p:cNvSpPr/>
          <p:nvPr/>
        </p:nvSpPr>
        <p:spPr>
          <a:xfrm>
            <a:off x="4558665" y="1421765"/>
            <a:ext cx="513715" cy="520065"/>
          </a:xfrm>
          <a:prstGeom prst="ellipse">
            <a:avLst/>
          </a:prstGeom>
          <a:solidFill>
            <a:schemeClr val="bg2">
              <a:lumMod val="9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13" name="对象 12">
            <a:hlinkClick r:id="" action="ppaction://ole?verb="/>
          </p:cNvPr>
          <p:cNvGraphicFramePr>
            <a:graphicFrameLocks noChangeAspect="1"/>
          </p:cNvGraphicFramePr>
          <p:nvPr/>
        </p:nvGraphicFramePr>
        <p:xfrm>
          <a:off x="4581526" y="1498918"/>
          <a:ext cx="487680" cy="381635"/>
        </p:xfrm>
        <a:graphic>
          <a:graphicData uri="http://schemas.openxmlformats.org/presentationml/2006/ole">
            <mc:AlternateContent xmlns:mc="http://schemas.openxmlformats.org/markup-compatibility/2006">
              <mc:Choice xmlns:v="urn:schemas-microsoft-com:vml" Requires="v">
                <p:oleObj spid="_x0000_s14" name="" r:id="rId15" imgW="571500" imgH="444500" progId="Equation.KSEE3">
                  <p:embed/>
                </p:oleObj>
              </mc:Choice>
              <mc:Fallback>
                <p:oleObj name="" r:id="rId15" imgW="571500" imgH="444500" progId="Equation.KSEE3">
                  <p:embed/>
                  <p:pic>
                    <p:nvPicPr>
                      <p:cNvPr id="0" name="图片 1024"/>
                      <p:cNvPicPr/>
                      <p:nvPr/>
                    </p:nvPicPr>
                    <p:blipFill>
                      <a:blip r:embed="rId16"/>
                      <a:stretch>
                        <a:fillRect/>
                      </a:stretch>
                    </p:blipFill>
                    <p:spPr>
                      <a:xfrm>
                        <a:off x="4581526" y="1498918"/>
                        <a:ext cx="487680" cy="381635"/>
                      </a:xfrm>
                      <a:prstGeom prst="rect">
                        <a:avLst/>
                      </a:prstGeom>
                    </p:spPr>
                  </p:pic>
                </p:oleObj>
              </mc:Fallback>
            </mc:AlternateContent>
          </a:graphicData>
        </a:graphic>
      </p:graphicFrame>
      <p:graphicFrame>
        <p:nvGraphicFramePr>
          <p:cNvPr id="19" name="对象 18">
            <a:hlinkClick r:id="" action="ppaction://ole?verb="/>
          </p:cNvPr>
          <p:cNvGraphicFramePr>
            <a:graphicFrameLocks noChangeAspect="1"/>
          </p:cNvGraphicFramePr>
          <p:nvPr/>
        </p:nvGraphicFramePr>
        <p:xfrm>
          <a:off x="5653406" y="1517650"/>
          <a:ext cx="391160" cy="218440"/>
        </p:xfrm>
        <a:graphic>
          <a:graphicData uri="http://schemas.openxmlformats.org/presentationml/2006/ole">
            <mc:AlternateContent xmlns:mc="http://schemas.openxmlformats.org/markup-compatibility/2006">
              <mc:Choice xmlns:v="urn:schemas-microsoft-com:vml" Requires="v">
                <p:oleObj spid="_x0000_s20" name="" r:id="rId17" imgW="457200" imgH="254000" progId="Equation.KSEE3">
                  <p:embed/>
                </p:oleObj>
              </mc:Choice>
              <mc:Fallback>
                <p:oleObj name="" r:id="rId17" imgW="457200" imgH="254000" progId="Equation.KSEE3">
                  <p:embed/>
                  <p:pic>
                    <p:nvPicPr>
                      <p:cNvPr id="0" name="图片 1024"/>
                      <p:cNvPicPr/>
                      <p:nvPr/>
                    </p:nvPicPr>
                    <p:blipFill>
                      <a:blip r:embed="rId18"/>
                      <a:stretch>
                        <a:fillRect/>
                      </a:stretch>
                    </p:blipFill>
                    <p:spPr>
                      <a:xfrm>
                        <a:off x="5653406" y="1517650"/>
                        <a:ext cx="391160" cy="218440"/>
                      </a:xfrm>
                      <a:prstGeom prst="rect">
                        <a:avLst/>
                      </a:prstGeom>
                    </p:spPr>
                  </p:pic>
                </p:oleObj>
              </mc:Fallback>
            </mc:AlternateContent>
          </a:graphicData>
        </a:graphic>
      </p:graphicFrame>
      <p:graphicFrame>
        <p:nvGraphicFramePr>
          <p:cNvPr id="21" name="对象 20">
            <a:hlinkClick r:id="" action="ppaction://ole?verb="/>
          </p:cNvPr>
          <p:cNvGraphicFramePr>
            <a:graphicFrameLocks noChangeAspect="1"/>
          </p:cNvGraphicFramePr>
          <p:nvPr/>
        </p:nvGraphicFramePr>
        <p:xfrm>
          <a:off x="4546284" y="2314258"/>
          <a:ext cx="1853565" cy="371475"/>
        </p:xfrm>
        <a:graphic>
          <a:graphicData uri="http://schemas.openxmlformats.org/presentationml/2006/ole">
            <mc:AlternateContent xmlns:mc="http://schemas.openxmlformats.org/markup-compatibility/2006">
              <mc:Choice xmlns:v="urn:schemas-microsoft-com:vml" Requires="v">
                <p:oleObj spid="_x0000_s22" name="" r:id="rId19" imgW="2171700" imgH="431800" progId="Equation.KSEE3">
                  <p:embed/>
                </p:oleObj>
              </mc:Choice>
              <mc:Fallback>
                <p:oleObj name="" r:id="rId19" imgW="2171700" imgH="431800" progId="Equation.KSEE3">
                  <p:embed/>
                  <p:pic>
                    <p:nvPicPr>
                      <p:cNvPr id="0" name="图片 1024"/>
                      <p:cNvPicPr/>
                      <p:nvPr/>
                    </p:nvPicPr>
                    <p:blipFill>
                      <a:blip r:embed="rId20"/>
                      <a:stretch>
                        <a:fillRect/>
                      </a:stretch>
                    </p:blipFill>
                    <p:spPr>
                      <a:xfrm>
                        <a:off x="4546284" y="2314258"/>
                        <a:ext cx="1853565" cy="371475"/>
                      </a:xfrm>
                      <a:prstGeom prst="rect">
                        <a:avLst/>
                      </a:prstGeom>
                    </p:spPr>
                  </p:pic>
                </p:oleObj>
              </mc:Fallback>
            </mc:AlternateContent>
          </a:graphicData>
        </a:graphic>
      </p:graphicFrame>
      <p:cxnSp>
        <p:nvCxnSpPr>
          <p:cNvPr id="23" name="直接连接符 22"/>
          <p:cNvCxnSpPr/>
          <p:nvPr/>
        </p:nvCxnSpPr>
        <p:spPr>
          <a:xfrm>
            <a:off x="5317490" y="1586230"/>
            <a:ext cx="0" cy="14400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26" name="椭圆 25"/>
          <p:cNvSpPr/>
          <p:nvPr/>
        </p:nvSpPr>
        <p:spPr>
          <a:xfrm>
            <a:off x="7615555" y="1395730"/>
            <a:ext cx="513715" cy="520065"/>
          </a:xfrm>
          <a:prstGeom prst="ellipse">
            <a:avLst/>
          </a:prstGeom>
          <a:solidFill>
            <a:schemeClr val="bg2">
              <a:lumMod val="9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31" name="对象 30">
            <a:hlinkClick r:id="" action="ppaction://ole?verb="/>
          </p:cNvPr>
          <p:cNvGraphicFramePr>
            <a:graphicFrameLocks noChangeAspect="1"/>
          </p:cNvGraphicFramePr>
          <p:nvPr/>
        </p:nvGraphicFramePr>
        <p:xfrm>
          <a:off x="8621079" y="1546860"/>
          <a:ext cx="488315" cy="218440"/>
        </p:xfrm>
        <a:graphic>
          <a:graphicData uri="http://schemas.openxmlformats.org/presentationml/2006/ole">
            <mc:AlternateContent xmlns:mc="http://schemas.openxmlformats.org/markup-compatibility/2006">
              <mc:Choice xmlns:v="urn:schemas-microsoft-com:vml" Requires="v">
                <p:oleObj spid="_x0000_s32" name="" r:id="rId21" imgW="571500" imgH="254000" progId="Equation.KSEE3">
                  <p:embed/>
                </p:oleObj>
              </mc:Choice>
              <mc:Fallback>
                <p:oleObj name="" r:id="rId21" imgW="571500" imgH="254000" progId="Equation.KSEE3">
                  <p:embed/>
                  <p:pic>
                    <p:nvPicPr>
                      <p:cNvPr id="0" name="图片 1024"/>
                      <p:cNvPicPr/>
                      <p:nvPr/>
                    </p:nvPicPr>
                    <p:blipFill>
                      <a:blip r:embed="rId22"/>
                      <a:stretch>
                        <a:fillRect/>
                      </a:stretch>
                    </p:blipFill>
                    <p:spPr>
                      <a:xfrm>
                        <a:off x="8621079" y="1546860"/>
                        <a:ext cx="488315" cy="218440"/>
                      </a:xfrm>
                      <a:prstGeom prst="rect">
                        <a:avLst/>
                      </a:prstGeom>
                    </p:spPr>
                  </p:pic>
                </p:oleObj>
              </mc:Fallback>
            </mc:AlternateContent>
          </a:graphicData>
        </a:graphic>
      </p:graphicFrame>
      <p:graphicFrame>
        <p:nvGraphicFramePr>
          <p:cNvPr id="37" name="对象 36">
            <a:hlinkClick r:id="" action="ppaction://ole?verb="/>
          </p:cNvPr>
          <p:cNvGraphicFramePr>
            <a:graphicFrameLocks noChangeAspect="1"/>
          </p:cNvGraphicFramePr>
          <p:nvPr/>
        </p:nvGraphicFramePr>
        <p:xfrm>
          <a:off x="7711123" y="1546860"/>
          <a:ext cx="302895" cy="207010"/>
        </p:xfrm>
        <a:graphic>
          <a:graphicData uri="http://schemas.openxmlformats.org/presentationml/2006/ole">
            <mc:AlternateContent xmlns:mc="http://schemas.openxmlformats.org/markup-compatibility/2006">
              <mc:Choice xmlns:v="urn:schemas-microsoft-com:vml" Requires="v">
                <p:oleObj spid="_x0000_s38" name="" r:id="rId23" imgW="355600" imgH="241300" progId="Equation.KSEE3">
                  <p:embed/>
                </p:oleObj>
              </mc:Choice>
              <mc:Fallback>
                <p:oleObj name="" r:id="rId23" imgW="355600" imgH="241300" progId="Equation.KSEE3">
                  <p:embed/>
                  <p:pic>
                    <p:nvPicPr>
                      <p:cNvPr id="0" name="图片 1024"/>
                      <p:cNvPicPr/>
                      <p:nvPr/>
                    </p:nvPicPr>
                    <p:blipFill>
                      <a:blip r:embed="rId10"/>
                      <a:stretch>
                        <a:fillRect/>
                      </a:stretch>
                    </p:blipFill>
                    <p:spPr>
                      <a:xfrm>
                        <a:off x="7711123" y="1546860"/>
                        <a:ext cx="302895" cy="207010"/>
                      </a:xfrm>
                      <a:prstGeom prst="rect">
                        <a:avLst/>
                      </a:prstGeom>
                    </p:spPr>
                  </p:pic>
                </p:oleObj>
              </mc:Fallback>
            </mc:AlternateContent>
          </a:graphicData>
        </a:graphic>
      </p:graphicFrame>
      <p:cxnSp>
        <p:nvCxnSpPr>
          <p:cNvPr id="39" name="直接箭头连接符 38"/>
          <p:cNvCxnSpPr/>
          <p:nvPr/>
        </p:nvCxnSpPr>
        <p:spPr>
          <a:xfrm flipV="1">
            <a:off x="2510790" y="1557655"/>
            <a:ext cx="382905" cy="6794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1" name="直接箭头连接符 40"/>
          <p:cNvCxnSpPr/>
          <p:nvPr/>
        </p:nvCxnSpPr>
        <p:spPr>
          <a:xfrm>
            <a:off x="2510790" y="1662430"/>
            <a:ext cx="382905" cy="6794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2" name="直接箭头连接符 41"/>
          <p:cNvCxnSpPr/>
          <p:nvPr/>
        </p:nvCxnSpPr>
        <p:spPr>
          <a:xfrm flipV="1">
            <a:off x="5143500" y="1497965"/>
            <a:ext cx="382905" cy="6794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nvCxnSpPr>
        <p:spPr>
          <a:xfrm>
            <a:off x="5147310" y="1737360"/>
            <a:ext cx="382905" cy="6794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5" name="直接箭头连接符 44"/>
          <p:cNvCxnSpPr/>
          <p:nvPr/>
        </p:nvCxnSpPr>
        <p:spPr>
          <a:xfrm flipV="1">
            <a:off x="8183880" y="1523365"/>
            <a:ext cx="382905" cy="6794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cxnSp>
        <p:nvCxnSpPr>
          <p:cNvPr id="46" name="直接箭头连接符 45"/>
          <p:cNvCxnSpPr/>
          <p:nvPr/>
        </p:nvCxnSpPr>
        <p:spPr>
          <a:xfrm>
            <a:off x="8183880" y="1737360"/>
            <a:ext cx="382905" cy="67945"/>
          </a:xfrm>
          <a:prstGeom prst="straightConnector1">
            <a:avLst/>
          </a:prstGeom>
          <a:ln>
            <a:tailEnd type="stealth"/>
          </a:ln>
        </p:spPr>
        <p:style>
          <a:lnRef idx="2">
            <a:schemeClr val="accent1"/>
          </a:lnRef>
          <a:fillRef idx="0">
            <a:srgbClr val="FFFFFF"/>
          </a:fillRef>
          <a:effectRef idx="0">
            <a:srgbClr val="FFFFFF"/>
          </a:effectRef>
          <a:fontRef idx="minor">
            <a:schemeClr val="tx1"/>
          </a:fontRef>
        </p:style>
      </p:cxnSp>
      <p:graphicFrame>
        <p:nvGraphicFramePr>
          <p:cNvPr id="47" name="对象 46">
            <a:hlinkClick r:id="" action="ppaction://ole?verb="/>
          </p:cNvPr>
          <p:cNvGraphicFramePr>
            <a:graphicFrameLocks noChangeAspect="1"/>
          </p:cNvGraphicFramePr>
          <p:nvPr/>
        </p:nvGraphicFramePr>
        <p:xfrm>
          <a:off x="7331077" y="2401571"/>
          <a:ext cx="1973580" cy="175260"/>
        </p:xfrm>
        <a:graphic>
          <a:graphicData uri="http://schemas.openxmlformats.org/presentationml/2006/ole">
            <mc:AlternateContent xmlns:mc="http://schemas.openxmlformats.org/markup-compatibility/2006">
              <mc:Choice xmlns:v="urn:schemas-microsoft-com:vml" Requires="v">
                <p:oleObj spid="_x0000_s49" name="" r:id="rId24" imgW="2311400" imgH="203200" progId="Equation.KSEE3">
                  <p:embed/>
                </p:oleObj>
              </mc:Choice>
              <mc:Fallback>
                <p:oleObj name="" r:id="rId24" imgW="2311400" imgH="203200" progId="Equation.KSEE3">
                  <p:embed/>
                  <p:pic>
                    <p:nvPicPr>
                      <p:cNvPr id="0" name="图片 1024"/>
                      <p:cNvPicPr/>
                      <p:nvPr/>
                    </p:nvPicPr>
                    <p:blipFill>
                      <a:blip r:embed="rId25"/>
                      <a:stretch>
                        <a:fillRect/>
                      </a:stretch>
                    </p:blipFill>
                    <p:spPr>
                      <a:xfrm>
                        <a:off x="7331077" y="2401571"/>
                        <a:ext cx="1973580" cy="175260"/>
                      </a:xfrm>
                      <a:prstGeom prst="rect">
                        <a:avLst/>
                      </a:prstGeom>
                    </p:spPr>
                  </p:pic>
                </p:oleObj>
              </mc:Fallback>
            </mc:AlternateContent>
          </a:graphicData>
        </a:graphic>
      </p:graphicFrame>
      <p:sp>
        <p:nvSpPr>
          <p:cNvPr id="50" name="文本框 49"/>
          <p:cNvSpPr txBox="1"/>
          <p:nvPr/>
        </p:nvSpPr>
        <p:spPr>
          <a:xfrm>
            <a:off x="3735070" y="1497965"/>
            <a:ext cx="441960" cy="46037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p>
            <a:r>
              <a:rPr lang="en-US" altLang="zh-CN" sz="2400">
                <a:solidFill>
                  <a:schemeClr val="accent4"/>
                </a:solidFill>
                <a:effectLst/>
              </a:rPr>
              <a:t>+</a:t>
            </a:r>
            <a:endParaRPr lang="en-US" altLang="zh-CN" sz="2400">
              <a:solidFill>
                <a:schemeClr val="accent4"/>
              </a:solidFill>
              <a:effectLst/>
            </a:endParaRPr>
          </a:p>
        </p:txBody>
      </p:sp>
      <p:sp>
        <p:nvSpPr>
          <p:cNvPr id="53" name="文本框 52"/>
          <p:cNvSpPr txBox="1"/>
          <p:nvPr/>
        </p:nvSpPr>
        <p:spPr>
          <a:xfrm>
            <a:off x="6662420" y="1499235"/>
            <a:ext cx="441960" cy="460375"/>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p>
            <a:r>
              <a:rPr lang="en-US" altLang="zh-CN" sz="2400">
                <a:solidFill>
                  <a:schemeClr val="accent4"/>
                </a:solidFill>
                <a:effectLst/>
              </a:rPr>
              <a:t>=</a:t>
            </a:r>
            <a:endParaRPr lang="en-US" altLang="zh-CN" sz="2400">
              <a:solidFill>
                <a:schemeClr val="accent4"/>
              </a:solidFill>
              <a:effectLst/>
            </a:endParaRPr>
          </a:p>
        </p:txBody>
      </p:sp>
      <p:sp>
        <p:nvSpPr>
          <p:cNvPr id="15" name="椭圆 14"/>
          <p:cNvSpPr/>
          <p:nvPr/>
        </p:nvSpPr>
        <p:spPr>
          <a:xfrm rot="20520000">
            <a:off x="7205345" y="3426460"/>
            <a:ext cx="996950" cy="1102995"/>
          </a:xfrm>
          <a:prstGeom prst="ellipse">
            <a:avLst/>
          </a:prstGeom>
          <a:solidFill>
            <a:schemeClr val="accent2">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18" name="对象 17">
            <a:hlinkClick r:id="" action="ppaction://ole?verb="/>
          </p:cNvPr>
          <p:cNvGraphicFramePr>
            <a:graphicFrameLocks noChangeAspect="1"/>
          </p:cNvGraphicFramePr>
          <p:nvPr/>
        </p:nvGraphicFramePr>
        <p:xfrm>
          <a:off x="7370763" y="3870008"/>
          <a:ext cx="174625" cy="252095"/>
        </p:xfrm>
        <a:graphic>
          <a:graphicData uri="http://schemas.openxmlformats.org/presentationml/2006/ole">
            <mc:AlternateContent xmlns:mc="http://schemas.openxmlformats.org/markup-compatibility/2006">
              <mc:Choice xmlns:v="urn:schemas-microsoft-com:vml" Requires="v">
                <p:oleObj spid="_x0000_s25" name="" r:id="rId26" imgW="203200" imgH="292100" progId="Equation.KSEE3">
                  <p:embed/>
                </p:oleObj>
              </mc:Choice>
              <mc:Fallback>
                <p:oleObj name="" r:id="rId26" imgW="203200" imgH="292100" progId="Equation.KSEE3">
                  <p:embed/>
                  <p:pic>
                    <p:nvPicPr>
                      <p:cNvPr id="0" name="图片 1024"/>
                      <p:cNvPicPr/>
                      <p:nvPr/>
                    </p:nvPicPr>
                    <p:blipFill>
                      <a:blip r:embed="rId27"/>
                      <a:stretch>
                        <a:fillRect/>
                      </a:stretch>
                    </p:blipFill>
                    <p:spPr>
                      <a:xfrm>
                        <a:off x="7370763" y="3870008"/>
                        <a:ext cx="174625" cy="252095"/>
                      </a:xfrm>
                      <a:prstGeom prst="rect">
                        <a:avLst/>
                      </a:prstGeom>
                    </p:spPr>
                  </p:pic>
                </p:oleObj>
              </mc:Fallback>
            </mc:AlternateContent>
          </a:graphicData>
        </a:graphic>
      </p:graphicFrame>
      <p:cxnSp>
        <p:nvCxnSpPr>
          <p:cNvPr id="29" name="直接箭头连接符 28"/>
          <p:cNvCxnSpPr/>
          <p:nvPr/>
        </p:nvCxnSpPr>
        <p:spPr>
          <a:xfrm flipH="1" flipV="1">
            <a:off x="7552690" y="3948430"/>
            <a:ext cx="12700" cy="14033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0" name="对象 29">
            <a:hlinkClick r:id="" action="ppaction://ole?verb="/>
          </p:cNvPr>
          <p:cNvGraphicFramePr>
            <a:graphicFrameLocks noChangeAspect="1"/>
          </p:cNvGraphicFramePr>
          <p:nvPr/>
        </p:nvGraphicFramePr>
        <p:xfrm>
          <a:off x="7743191" y="3892868"/>
          <a:ext cx="228600" cy="252095"/>
        </p:xfrm>
        <a:graphic>
          <a:graphicData uri="http://schemas.openxmlformats.org/presentationml/2006/ole">
            <mc:AlternateContent xmlns:mc="http://schemas.openxmlformats.org/markup-compatibility/2006">
              <mc:Choice xmlns:v="urn:schemas-microsoft-com:vml" Requires="v">
                <p:oleObj spid="_x0000_s33" name="" r:id="rId28" imgW="266700" imgH="292100" progId="Equation.KSEE3">
                  <p:embed/>
                </p:oleObj>
              </mc:Choice>
              <mc:Fallback>
                <p:oleObj name="" r:id="rId28" imgW="266700" imgH="292100" progId="Equation.KSEE3">
                  <p:embed/>
                  <p:pic>
                    <p:nvPicPr>
                      <p:cNvPr id="0" name="图片 1024"/>
                      <p:cNvPicPr/>
                      <p:nvPr/>
                    </p:nvPicPr>
                    <p:blipFill>
                      <a:blip r:embed="rId29"/>
                      <a:stretch>
                        <a:fillRect/>
                      </a:stretch>
                    </p:blipFill>
                    <p:spPr>
                      <a:xfrm>
                        <a:off x="7743191" y="3892868"/>
                        <a:ext cx="228600" cy="252095"/>
                      </a:xfrm>
                      <a:prstGeom prst="rect">
                        <a:avLst/>
                      </a:prstGeom>
                    </p:spPr>
                  </p:pic>
                </p:oleObj>
              </mc:Fallback>
            </mc:AlternateContent>
          </a:graphicData>
        </a:graphic>
      </p:graphicFrame>
      <p:grpSp>
        <p:nvGrpSpPr>
          <p:cNvPr id="40" name="组合 39"/>
          <p:cNvGrpSpPr/>
          <p:nvPr/>
        </p:nvGrpSpPr>
        <p:grpSpPr>
          <a:xfrm>
            <a:off x="7711440" y="3907790"/>
            <a:ext cx="33020" cy="214630"/>
            <a:chOff x="4880" y="7639"/>
            <a:chExt cx="52" cy="338"/>
          </a:xfrm>
        </p:grpSpPr>
        <p:cxnSp>
          <p:nvCxnSpPr>
            <p:cNvPr id="34" name="直接箭头连接符 33"/>
            <p:cNvCxnSpPr/>
            <p:nvPr/>
          </p:nvCxnSpPr>
          <p:spPr>
            <a:xfrm flipV="1">
              <a:off x="4880" y="7755"/>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nvCxnSpPr>
          <p:spPr>
            <a:xfrm flipV="1">
              <a:off x="4900" y="7639"/>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cxnSp>
        <p:nvCxnSpPr>
          <p:cNvPr id="58" name="直接箭头连接符 57"/>
          <p:cNvCxnSpPr/>
          <p:nvPr/>
        </p:nvCxnSpPr>
        <p:spPr>
          <a:xfrm>
            <a:off x="8614410" y="3940810"/>
            <a:ext cx="360000" cy="0"/>
          </a:xfrm>
          <a:prstGeom prst="straightConnector1">
            <a:avLst/>
          </a:prstGeom>
          <a:ln w="31750" cap="rnd">
            <a:solidFill>
              <a:schemeClr val="accent1"/>
            </a:solidFill>
            <a:round/>
            <a:tailEnd type="triangle" w="med" len="med"/>
          </a:ln>
        </p:spPr>
        <p:style>
          <a:lnRef idx="0">
            <a:srgbClr val="FFFFFF"/>
          </a:lnRef>
          <a:fillRef idx="0">
            <a:srgbClr val="FFFFFF"/>
          </a:fillRef>
          <a:effectRef idx="0">
            <a:srgbClr val="FFFFFF"/>
          </a:effectRef>
          <a:fontRef idx="minor">
            <a:schemeClr val="tx1"/>
          </a:fontRef>
        </p:style>
      </p:cxnSp>
      <p:graphicFrame>
        <p:nvGraphicFramePr>
          <p:cNvPr id="59" name="对象 58">
            <a:hlinkClick r:id="" action="ppaction://ole?verb="/>
          </p:cNvPr>
          <p:cNvGraphicFramePr>
            <a:graphicFrameLocks noChangeAspect="1"/>
          </p:cNvGraphicFramePr>
          <p:nvPr/>
        </p:nvGraphicFramePr>
        <p:xfrm>
          <a:off x="8567738" y="3716656"/>
          <a:ext cx="423545" cy="175260"/>
        </p:xfrm>
        <a:graphic>
          <a:graphicData uri="http://schemas.openxmlformats.org/presentationml/2006/ole">
            <mc:AlternateContent xmlns:mc="http://schemas.openxmlformats.org/markup-compatibility/2006">
              <mc:Choice xmlns:v="urn:schemas-microsoft-com:vml" Requires="v">
                <p:oleObj spid="_x0000_s60" name="" r:id="rId30" imgW="495300" imgH="203200" progId="Equation.KSEE3">
                  <p:embed/>
                </p:oleObj>
              </mc:Choice>
              <mc:Fallback>
                <p:oleObj name="" r:id="rId30" imgW="495300" imgH="203200" progId="Equation.KSEE3">
                  <p:embed/>
                  <p:pic>
                    <p:nvPicPr>
                      <p:cNvPr id="0" name="图片 1024"/>
                      <p:cNvPicPr/>
                      <p:nvPr/>
                    </p:nvPicPr>
                    <p:blipFill>
                      <a:blip r:embed="rId31"/>
                      <a:stretch>
                        <a:fillRect/>
                      </a:stretch>
                    </p:blipFill>
                    <p:spPr>
                      <a:xfrm>
                        <a:off x="8567738" y="3716656"/>
                        <a:ext cx="423545" cy="175260"/>
                      </a:xfrm>
                      <a:prstGeom prst="rect">
                        <a:avLst/>
                      </a:prstGeom>
                    </p:spPr>
                  </p:pic>
                </p:oleObj>
              </mc:Fallback>
            </mc:AlternateContent>
          </a:graphicData>
        </a:graphic>
      </p:graphicFrame>
      <p:sp>
        <p:nvSpPr>
          <p:cNvPr id="62" name="椭圆 61"/>
          <p:cNvSpPr/>
          <p:nvPr/>
        </p:nvSpPr>
        <p:spPr>
          <a:xfrm rot="20520000">
            <a:off x="9310370" y="3455035"/>
            <a:ext cx="996950" cy="1102995"/>
          </a:xfrm>
          <a:prstGeom prst="ellipse">
            <a:avLst/>
          </a:prstGeom>
          <a:solidFill>
            <a:schemeClr val="bg2"/>
          </a:solidFill>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71" name="对象 70">
            <a:hlinkClick r:id="" action="ppaction://ole?verb="/>
          </p:cNvPr>
          <p:cNvGraphicFramePr>
            <a:graphicFrameLocks noChangeAspect="1"/>
          </p:cNvGraphicFramePr>
          <p:nvPr/>
        </p:nvGraphicFramePr>
        <p:xfrm>
          <a:off x="9635808" y="3640138"/>
          <a:ext cx="380365" cy="460375"/>
        </p:xfrm>
        <a:graphic>
          <a:graphicData uri="http://schemas.openxmlformats.org/presentationml/2006/ole">
            <mc:AlternateContent xmlns:mc="http://schemas.openxmlformats.org/markup-compatibility/2006">
              <mc:Choice xmlns:v="urn:schemas-microsoft-com:vml" Requires="v">
                <p:oleObj spid="_x0000_s72" name="" r:id="rId32" imgW="444500" imgH="533400" progId="Equation.KSEE3">
                  <p:embed/>
                </p:oleObj>
              </mc:Choice>
              <mc:Fallback>
                <p:oleObj name="" r:id="rId32" imgW="444500" imgH="533400" progId="Equation.KSEE3">
                  <p:embed/>
                  <p:pic>
                    <p:nvPicPr>
                      <p:cNvPr id="0" name="图片 1024"/>
                      <p:cNvPicPr/>
                      <p:nvPr/>
                    </p:nvPicPr>
                    <p:blipFill>
                      <a:blip r:embed="rId33"/>
                      <a:stretch>
                        <a:fillRect/>
                      </a:stretch>
                    </p:blipFill>
                    <p:spPr>
                      <a:xfrm>
                        <a:off x="9635808" y="3640138"/>
                        <a:ext cx="380365" cy="460375"/>
                      </a:xfrm>
                      <a:prstGeom prst="rect">
                        <a:avLst/>
                      </a:prstGeom>
                    </p:spPr>
                  </p:pic>
                </p:oleObj>
              </mc:Fallback>
            </mc:AlternateContent>
          </a:graphicData>
        </a:graphic>
      </p:graphicFrame>
      <p:grpSp>
        <p:nvGrpSpPr>
          <p:cNvPr id="78" name="组合 77"/>
          <p:cNvGrpSpPr/>
          <p:nvPr/>
        </p:nvGrpSpPr>
        <p:grpSpPr>
          <a:xfrm rot="9180000">
            <a:off x="10268585" y="4055110"/>
            <a:ext cx="78105" cy="127635"/>
            <a:chOff x="4880" y="7639"/>
            <a:chExt cx="52" cy="338"/>
          </a:xfrm>
        </p:grpSpPr>
        <p:cxnSp>
          <p:nvCxnSpPr>
            <p:cNvPr id="79" name="直接箭头连接符 78"/>
            <p:cNvCxnSpPr/>
            <p:nvPr/>
          </p:nvCxnSpPr>
          <p:spPr>
            <a:xfrm flipV="1">
              <a:off x="4880" y="7755"/>
              <a:ext cx="33" cy="223"/>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80" name="直接箭头连接符 79"/>
            <p:cNvCxnSpPr/>
            <p:nvPr/>
          </p:nvCxnSpPr>
          <p:spPr>
            <a:xfrm flipV="1">
              <a:off x="4900" y="7639"/>
              <a:ext cx="33" cy="223"/>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pSp>
      <p:graphicFrame>
        <p:nvGraphicFramePr>
          <p:cNvPr id="81" name="对象 80">
            <a:hlinkClick r:id="" action="ppaction://ole?verb="/>
          </p:cNvPr>
          <p:cNvGraphicFramePr>
            <a:graphicFrameLocks noChangeAspect="1"/>
          </p:cNvGraphicFramePr>
          <p:nvPr/>
        </p:nvGraphicFramePr>
        <p:xfrm>
          <a:off x="10351770" y="4011295"/>
          <a:ext cx="593090" cy="193040"/>
        </p:xfrm>
        <a:graphic>
          <a:graphicData uri="http://schemas.openxmlformats.org/presentationml/2006/ole">
            <mc:AlternateContent xmlns:mc="http://schemas.openxmlformats.org/markup-compatibility/2006">
              <mc:Choice xmlns:v="urn:schemas-microsoft-com:vml" Requires="v">
                <p:oleObj spid="_x0000_s82" name="" r:id="rId34" imgW="749300" imgH="241300" progId="Equation.KSEE3">
                  <p:embed/>
                </p:oleObj>
              </mc:Choice>
              <mc:Fallback>
                <p:oleObj name="" r:id="rId34" imgW="749300" imgH="241300" progId="Equation.KSEE3">
                  <p:embed/>
                  <p:pic>
                    <p:nvPicPr>
                      <p:cNvPr id="0" name="图片 1024"/>
                      <p:cNvPicPr/>
                      <p:nvPr/>
                    </p:nvPicPr>
                    <p:blipFill>
                      <a:blip r:embed="rId35"/>
                      <a:stretch>
                        <a:fillRect/>
                      </a:stretch>
                    </p:blipFill>
                    <p:spPr>
                      <a:xfrm>
                        <a:off x="10351770" y="4011295"/>
                        <a:ext cx="593090" cy="193040"/>
                      </a:xfrm>
                      <a:prstGeom prst="rect">
                        <a:avLst/>
                      </a:prstGeom>
                    </p:spPr>
                  </p:pic>
                </p:oleObj>
              </mc:Fallback>
            </mc:AlternateContent>
          </a:graphicData>
        </a:graphic>
      </p:graphicFrame>
      <p:graphicFrame>
        <p:nvGraphicFramePr>
          <p:cNvPr id="126" name="对象 125">
            <a:hlinkClick r:id="" action="ppaction://ole?verb="/>
          </p:cNvPr>
          <p:cNvGraphicFramePr>
            <a:graphicFrameLocks noChangeAspect="1"/>
          </p:cNvGraphicFramePr>
          <p:nvPr/>
        </p:nvGraphicFramePr>
        <p:xfrm>
          <a:off x="8202296" y="4321493"/>
          <a:ext cx="391160" cy="197485"/>
        </p:xfrm>
        <a:graphic>
          <a:graphicData uri="http://schemas.openxmlformats.org/presentationml/2006/ole">
            <mc:AlternateContent xmlns:mc="http://schemas.openxmlformats.org/markup-compatibility/2006">
              <mc:Choice xmlns:v="urn:schemas-microsoft-com:vml" Requires="v">
                <p:oleObj spid="_x0000_s127" name="" r:id="rId36" imgW="457200" imgH="228600" progId="Equation.KSEE3">
                  <p:embed/>
                </p:oleObj>
              </mc:Choice>
              <mc:Fallback>
                <p:oleObj name="" r:id="rId36" imgW="457200" imgH="228600" progId="Equation.KSEE3">
                  <p:embed/>
                  <p:pic>
                    <p:nvPicPr>
                      <p:cNvPr id="0" name="图片 1024"/>
                      <p:cNvPicPr/>
                      <p:nvPr/>
                    </p:nvPicPr>
                    <p:blipFill>
                      <a:blip r:embed="rId37"/>
                      <a:stretch>
                        <a:fillRect/>
                      </a:stretch>
                    </p:blipFill>
                    <p:spPr>
                      <a:xfrm>
                        <a:off x="8202296" y="4321493"/>
                        <a:ext cx="391160" cy="197485"/>
                      </a:xfrm>
                      <a:prstGeom prst="rect">
                        <a:avLst/>
                      </a:prstGeom>
                    </p:spPr>
                  </p:pic>
                </p:oleObj>
              </mc:Fallback>
            </mc:AlternateContent>
          </a:graphicData>
        </a:graphic>
      </p:graphicFrame>
      <p:graphicFrame>
        <p:nvGraphicFramePr>
          <p:cNvPr id="128" name="对象 127">
            <a:hlinkClick r:id="" action="ppaction://ole?verb="/>
          </p:cNvPr>
          <p:cNvGraphicFramePr>
            <a:graphicFrameLocks noChangeAspect="1"/>
          </p:cNvGraphicFramePr>
          <p:nvPr/>
        </p:nvGraphicFramePr>
        <p:xfrm>
          <a:off x="7517765" y="4178936"/>
          <a:ext cx="369570" cy="186690"/>
        </p:xfrm>
        <a:graphic>
          <a:graphicData uri="http://schemas.openxmlformats.org/presentationml/2006/ole">
            <mc:AlternateContent xmlns:mc="http://schemas.openxmlformats.org/markup-compatibility/2006">
              <mc:Choice xmlns:v="urn:schemas-microsoft-com:vml" Requires="v">
                <p:oleObj spid="_x0000_s129" name="" r:id="rId38" imgW="431800" imgH="215900" progId="Equation.KSEE3">
                  <p:embed/>
                </p:oleObj>
              </mc:Choice>
              <mc:Fallback>
                <p:oleObj name="" r:id="rId38" imgW="431800" imgH="215900" progId="Equation.KSEE3">
                  <p:embed/>
                  <p:pic>
                    <p:nvPicPr>
                      <p:cNvPr id="0" name="图片 1024"/>
                      <p:cNvPicPr/>
                      <p:nvPr/>
                    </p:nvPicPr>
                    <p:blipFill>
                      <a:blip r:embed="rId39"/>
                      <a:stretch>
                        <a:fillRect/>
                      </a:stretch>
                    </p:blipFill>
                    <p:spPr>
                      <a:xfrm>
                        <a:off x="7517765" y="4178936"/>
                        <a:ext cx="369570" cy="186690"/>
                      </a:xfrm>
                      <a:prstGeom prst="rect">
                        <a:avLst/>
                      </a:prstGeom>
                    </p:spPr>
                  </p:pic>
                </p:oleObj>
              </mc:Fallback>
            </mc:AlternateContent>
          </a:graphicData>
        </a:graphic>
      </p:graphicFrame>
      <p:graphicFrame>
        <p:nvGraphicFramePr>
          <p:cNvPr id="130" name="对象 129">
            <a:hlinkClick r:id="" action="ppaction://ole?verb="/>
          </p:cNvPr>
          <p:cNvGraphicFramePr>
            <a:graphicFrameLocks noChangeAspect="1"/>
          </p:cNvGraphicFramePr>
          <p:nvPr/>
        </p:nvGraphicFramePr>
        <p:xfrm>
          <a:off x="9516428" y="4187191"/>
          <a:ext cx="555625" cy="176530"/>
        </p:xfrm>
        <a:graphic>
          <a:graphicData uri="http://schemas.openxmlformats.org/presentationml/2006/ole">
            <mc:AlternateContent xmlns:mc="http://schemas.openxmlformats.org/markup-compatibility/2006">
              <mc:Choice xmlns:v="urn:schemas-microsoft-com:vml" Requires="v">
                <p:oleObj spid="_x0000_s131" name="" r:id="rId40" imgW="647700" imgH="203200" progId="Equation.KSEE3">
                  <p:embed/>
                </p:oleObj>
              </mc:Choice>
              <mc:Fallback>
                <p:oleObj name="" r:id="rId40" imgW="647700" imgH="203200" progId="Equation.KSEE3">
                  <p:embed/>
                  <p:pic>
                    <p:nvPicPr>
                      <p:cNvPr id="0" name="图片 1024"/>
                      <p:cNvPicPr/>
                      <p:nvPr/>
                    </p:nvPicPr>
                    <p:blipFill>
                      <a:blip r:embed="rId41"/>
                      <a:stretch>
                        <a:fillRect/>
                      </a:stretch>
                    </p:blipFill>
                    <p:spPr>
                      <a:xfrm>
                        <a:off x="9516428" y="4187191"/>
                        <a:ext cx="555625" cy="176530"/>
                      </a:xfrm>
                      <a:prstGeom prst="rect">
                        <a:avLst/>
                      </a:prstGeom>
                    </p:spPr>
                  </p:pic>
                </p:oleObj>
              </mc:Fallback>
            </mc:AlternateContent>
          </a:graphicData>
        </a:graphic>
      </p:graphicFrame>
      <p:graphicFrame>
        <p:nvGraphicFramePr>
          <p:cNvPr id="132" name="对象 131">
            <a:hlinkClick r:id="" action="ppaction://ole?verb="/>
          </p:cNvPr>
          <p:cNvGraphicFramePr>
            <a:graphicFrameLocks noChangeAspect="1"/>
          </p:cNvGraphicFramePr>
          <p:nvPr/>
        </p:nvGraphicFramePr>
        <p:xfrm>
          <a:off x="10431145" y="4365308"/>
          <a:ext cx="391160" cy="197485"/>
        </p:xfrm>
        <a:graphic>
          <a:graphicData uri="http://schemas.openxmlformats.org/presentationml/2006/ole">
            <mc:AlternateContent xmlns:mc="http://schemas.openxmlformats.org/markup-compatibility/2006">
              <mc:Choice xmlns:v="urn:schemas-microsoft-com:vml" Requires="v">
                <p:oleObj spid="_x0000_s133" name="" r:id="rId42" imgW="457200" imgH="228600" progId="Equation.KSEE3">
                  <p:embed/>
                </p:oleObj>
              </mc:Choice>
              <mc:Fallback>
                <p:oleObj name="" r:id="rId42" imgW="457200" imgH="228600" progId="Equation.KSEE3">
                  <p:embed/>
                  <p:pic>
                    <p:nvPicPr>
                      <p:cNvPr id="0" name="图片 1024"/>
                      <p:cNvPicPr/>
                      <p:nvPr/>
                    </p:nvPicPr>
                    <p:blipFill>
                      <a:blip r:embed="rId37"/>
                      <a:stretch>
                        <a:fillRect/>
                      </a:stretch>
                    </p:blipFill>
                    <p:spPr>
                      <a:xfrm>
                        <a:off x="10431145" y="4365308"/>
                        <a:ext cx="391160" cy="197485"/>
                      </a:xfrm>
                      <a:prstGeom prst="rect">
                        <a:avLst/>
                      </a:prstGeom>
                    </p:spPr>
                  </p:pic>
                </p:oleObj>
              </mc:Fallback>
            </mc:AlternateContent>
          </a:graphicData>
        </a:graphic>
      </p:graphicFrame>
      <p:sp>
        <p:nvSpPr>
          <p:cNvPr id="144" name="椭圆 143"/>
          <p:cNvSpPr/>
          <p:nvPr/>
        </p:nvSpPr>
        <p:spPr>
          <a:xfrm rot="20520000">
            <a:off x="919480" y="3426460"/>
            <a:ext cx="996950" cy="1102995"/>
          </a:xfrm>
          <a:prstGeom prst="ellipse">
            <a:avLst/>
          </a:prstGeom>
          <a:solidFill>
            <a:schemeClr val="bg2"/>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153" name="对象 152">
            <a:hlinkClick r:id="" action="ppaction://ole?verb="/>
          </p:cNvPr>
          <p:cNvGraphicFramePr>
            <a:graphicFrameLocks noChangeAspect="1"/>
          </p:cNvGraphicFramePr>
          <p:nvPr/>
        </p:nvGraphicFramePr>
        <p:xfrm>
          <a:off x="1139826" y="3781743"/>
          <a:ext cx="553720" cy="394335"/>
        </p:xfrm>
        <a:graphic>
          <a:graphicData uri="http://schemas.openxmlformats.org/presentationml/2006/ole">
            <mc:AlternateContent xmlns:mc="http://schemas.openxmlformats.org/markup-compatibility/2006">
              <mc:Choice xmlns:v="urn:schemas-microsoft-com:vml" Requires="v">
                <p:oleObj spid="_x0000_s154" name="" r:id="rId43" imgW="647700" imgH="457200" progId="Equation.KSEE3">
                  <p:embed/>
                </p:oleObj>
              </mc:Choice>
              <mc:Fallback>
                <p:oleObj name="" r:id="rId43" imgW="647700" imgH="457200" progId="Equation.KSEE3">
                  <p:embed/>
                  <p:pic>
                    <p:nvPicPr>
                      <p:cNvPr id="0" name="图片 1024"/>
                      <p:cNvPicPr/>
                      <p:nvPr/>
                    </p:nvPicPr>
                    <p:blipFill>
                      <a:blip r:embed="rId44"/>
                      <a:stretch>
                        <a:fillRect/>
                      </a:stretch>
                    </p:blipFill>
                    <p:spPr>
                      <a:xfrm>
                        <a:off x="1139826" y="3781743"/>
                        <a:ext cx="553720" cy="394335"/>
                      </a:xfrm>
                      <a:prstGeom prst="rect">
                        <a:avLst/>
                      </a:prstGeom>
                    </p:spPr>
                  </p:pic>
                </p:oleObj>
              </mc:Fallback>
            </mc:AlternateContent>
          </a:graphicData>
        </a:graphic>
      </p:graphicFrame>
      <p:graphicFrame>
        <p:nvGraphicFramePr>
          <p:cNvPr id="155" name="对象 154">
            <a:hlinkClick r:id="" action="ppaction://ole?verb="/>
          </p:cNvPr>
          <p:cNvGraphicFramePr>
            <a:graphicFrameLocks noChangeAspect="1"/>
          </p:cNvGraphicFramePr>
          <p:nvPr/>
        </p:nvGraphicFramePr>
        <p:xfrm>
          <a:off x="1693228" y="3319146"/>
          <a:ext cx="368935" cy="208280"/>
        </p:xfrm>
        <a:graphic>
          <a:graphicData uri="http://schemas.openxmlformats.org/presentationml/2006/ole">
            <mc:AlternateContent xmlns:mc="http://schemas.openxmlformats.org/markup-compatibility/2006">
              <mc:Choice xmlns:v="urn:schemas-microsoft-com:vml" Requires="v">
                <p:oleObj spid="_x0000_s156" name="" r:id="rId45" imgW="431800" imgH="241300" progId="Equation.KSEE3">
                  <p:embed/>
                </p:oleObj>
              </mc:Choice>
              <mc:Fallback>
                <p:oleObj name="" r:id="rId45" imgW="431800" imgH="241300" progId="Equation.KSEE3">
                  <p:embed/>
                  <p:pic>
                    <p:nvPicPr>
                      <p:cNvPr id="0" name="图片 1024"/>
                      <p:cNvPicPr/>
                      <p:nvPr/>
                    </p:nvPicPr>
                    <p:blipFill>
                      <a:blip r:embed="rId46"/>
                      <a:stretch>
                        <a:fillRect/>
                      </a:stretch>
                    </p:blipFill>
                    <p:spPr>
                      <a:xfrm>
                        <a:off x="1693228" y="3319146"/>
                        <a:ext cx="368935" cy="208280"/>
                      </a:xfrm>
                      <a:prstGeom prst="rect">
                        <a:avLst/>
                      </a:prstGeom>
                    </p:spPr>
                  </p:pic>
                </p:oleObj>
              </mc:Fallback>
            </mc:AlternateContent>
          </a:graphicData>
        </a:graphic>
      </p:graphicFrame>
      <p:cxnSp>
        <p:nvCxnSpPr>
          <p:cNvPr id="157" name="直接箭头连接符 156"/>
          <p:cNvCxnSpPr/>
          <p:nvPr/>
        </p:nvCxnSpPr>
        <p:spPr>
          <a:xfrm>
            <a:off x="2833370" y="3943350"/>
            <a:ext cx="360000" cy="0"/>
          </a:xfrm>
          <a:prstGeom prst="straightConnector1">
            <a:avLst/>
          </a:prstGeom>
          <a:ln w="31750" cap="rnd">
            <a:solidFill>
              <a:schemeClr val="accent1"/>
            </a:solidFill>
            <a:round/>
            <a:tailEnd type="triangle" w="med" len="med"/>
          </a:ln>
        </p:spPr>
        <p:style>
          <a:lnRef idx="0">
            <a:srgbClr val="FFFFFF"/>
          </a:lnRef>
          <a:fillRef idx="0">
            <a:srgbClr val="FFFFFF"/>
          </a:fillRef>
          <a:effectRef idx="0">
            <a:srgbClr val="FFFFFF"/>
          </a:effectRef>
          <a:fontRef idx="minor">
            <a:schemeClr val="tx1"/>
          </a:fontRef>
        </p:style>
      </p:cxnSp>
      <p:graphicFrame>
        <p:nvGraphicFramePr>
          <p:cNvPr id="158" name="对象 157">
            <a:hlinkClick r:id="" action="ppaction://ole?verb="/>
          </p:cNvPr>
          <p:cNvGraphicFramePr>
            <a:graphicFrameLocks noChangeAspect="1"/>
          </p:cNvGraphicFramePr>
          <p:nvPr/>
        </p:nvGraphicFramePr>
        <p:xfrm>
          <a:off x="2786698" y="3719196"/>
          <a:ext cx="423545" cy="175260"/>
        </p:xfrm>
        <a:graphic>
          <a:graphicData uri="http://schemas.openxmlformats.org/presentationml/2006/ole">
            <mc:AlternateContent xmlns:mc="http://schemas.openxmlformats.org/markup-compatibility/2006">
              <mc:Choice xmlns:v="urn:schemas-microsoft-com:vml" Requires="v">
                <p:oleObj spid="_x0000_s159" name="" r:id="rId47" imgW="495300" imgH="203200" progId="Equation.KSEE3">
                  <p:embed/>
                </p:oleObj>
              </mc:Choice>
              <mc:Fallback>
                <p:oleObj name="" r:id="rId47" imgW="495300" imgH="203200" progId="Equation.KSEE3">
                  <p:embed/>
                  <p:pic>
                    <p:nvPicPr>
                      <p:cNvPr id="0" name="图片 1024"/>
                      <p:cNvPicPr/>
                      <p:nvPr/>
                    </p:nvPicPr>
                    <p:blipFill>
                      <a:blip r:embed="rId31"/>
                      <a:stretch>
                        <a:fillRect/>
                      </a:stretch>
                    </p:blipFill>
                    <p:spPr>
                      <a:xfrm>
                        <a:off x="2786698" y="3719196"/>
                        <a:ext cx="423545" cy="175260"/>
                      </a:xfrm>
                      <a:prstGeom prst="rect">
                        <a:avLst/>
                      </a:prstGeom>
                    </p:spPr>
                  </p:pic>
                </p:oleObj>
              </mc:Fallback>
            </mc:AlternateContent>
          </a:graphicData>
        </a:graphic>
      </p:graphicFrame>
      <p:sp>
        <p:nvSpPr>
          <p:cNvPr id="160" name="椭圆 159"/>
          <p:cNvSpPr/>
          <p:nvPr/>
        </p:nvSpPr>
        <p:spPr>
          <a:xfrm rot="20520000">
            <a:off x="3398520" y="3457575"/>
            <a:ext cx="996950" cy="1102995"/>
          </a:xfrm>
          <a:prstGeom prst="ellips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161" name="对象 160">
            <a:hlinkClick r:id="" action="ppaction://ole?verb="/>
          </p:cNvPr>
          <p:cNvGraphicFramePr>
            <a:graphicFrameLocks noChangeAspect="1"/>
          </p:cNvGraphicFramePr>
          <p:nvPr/>
        </p:nvGraphicFramePr>
        <p:xfrm>
          <a:off x="3723958" y="3642678"/>
          <a:ext cx="380365" cy="460375"/>
        </p:xfrm>
        <a:graphic>
          <a:graphicData uri="http://schemas.openxmlformats.org/presentationml/2006/ole">
            <mc:AlternateContent xmlns:mc="http://schemas.openxmlformats.org/markup-compatibility/2006">
              <mc:Choice xmlns:v="urn:schemas-microsoft-com:vml" Requires="v">
                <p:oleObj spid="_x0000_s162" name="" r:id="rId48" imgW="444500" imgH="533400" progId="Equation.KSEE3">
                  <p:embed/>
                </p:oleObj>
              </mc:Choice>
              <mc:Fallback>
                <p:oleObj name="" r:id="rId48" imgW="444500" imgH="533400" progId="Equation.KSEE3">
                  <p:embed/>
                  <p:pic>
                    <p:nvPicPr>
                      <p:cNvPr id="0" name="图片 1024"/>
                      <p:cNvPicPr/>
                      <p:nvPr/>
                    </p:nvPicPr>
                    <p:blipFill>
                      <a:blip r:embed="rId49"/>
                      <a:stretch>
                        <a:fillRect/>
                      </a:stretch>
                    </p:blipFill>
                    <p:spPr>
                      <a:xfrm>
                        <a:off x="3723958" y="3642678"/>
                        <a:ext cx="380365" cy="460375"/>
                      </a:xfrm>
                      <a:prstGeom prst="rect">
                        <a:avLst/>
                      </a:prstGeom>
                    </p:spPr>
                  </p:pic>
                </p:oleObj>
              </mc:Fallback>
            </mc:AlternateContent>
          </a:graphicData>
        </a:graphic>
      </p:graphicFrame>
      <p:cxnSp>
        <p:nvCxnSpPr>
          <p:cNvPr id="163" name="直接箭头连接符 162"/>
          <p:cNvCxnSpPr/>
          <p:nvPr/>
        </p:nvCxnSpPr>
        <p:spPr>
          <a:xfrm flipH="1">
            <a:off x="4401185" y="3973195"/>
            <a:ext cx="2540" cy="119380"/>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64" name="对象 163">
            <a:hlinkClick r:id="" action="ppaction://ole?verb="/>
          </p:cNvPr>
          <p:cNvGraphicFramePr>
            <a:graphicFrameLocks noChangeAspect="1"/>
          </p:cNvGraphicFramePr>
          <p:nvPr/>
        </p:nvGraphicFramePr>
        <p:xfrm>
          <a:off x="4452620" y="3929698"/>
          <a:ext cx="599440" cy="240665"/>
        </p:xfrm>
        <a:graphic>
          <a:graphicData uri="http://schemas.openxmlformats.org/presentationml/2006/ole">
            <mc:AlternateContent xmlns:mc="http://schemas.openxmlformats.org/markup-compatibility/2006">
              <mc:Choice xmlns:v="urn:schemas-microsoft-com:vml" Requires="v">
                <p:oleObj spid="_x0000_s165" name="" r:id="rId50" imgW="698500" imgH="279400" progId="Equation.KSEE3">
                  <p:embed/>
                </p:oleObj>
              </mc:Choice>
              <mc:Fallback>
                <p:oleObj name="" r:id="rId50" imgW="698500" imgH="279400" progId="Equation.KSEE3">
                  <p:embed/>
                  <p:pic>
                    <p:nvPicPr>
                      <p:cNvPr id="0" name="图片 1024"/>
                      <p:cNvPicPr/>
                      <p:nvPr/>
                    </p:nvPicPr>
                    <p:blipFill>
                      <a:blip r:embed="rId51"/>
                      <a:stretch>
                        <a:fillRect/>
                      </a:stretch>
                    </p:blipFill>
                    <p:spPr>
                      <a:xfrm>
                        <a:off x="4452620" y="3929698"/>
                        <a:ext cx="599440" cy="240665"/>
                      </a:xfrm>
                      <a:prstGeom prst="rect">
                        <a:avLst/>
                      </a:prstGeom>
                    </p:spPr>
                  </p:pic>
                </p:oleObj>
              </mc:Fallback>
            </mc:AlternateContent>
          </a:graphicData>
        </a:graphic>
      </p:graphicFrame>
      <p:graphicFrame>
        <p:nvGraphicFramePr>
          <p:cNvPr id="171" name="对象 170">
            <a:hlinkClick r:id="" action="ppaction://ole?verb="/>
          </p:cNvPr>
          <p:cNvGraphicFramePr>
            <a:graphicFrameLocks noChangeAspect="1"/>
          </p:cNvGraphicFramePr>
          <p:nvPr/>
        </p:nvGraphicFramePr>
        <p:xfrm>
          <a:off x="2249805" y="3457893"/>
          <a:ext cx="185420" cy="240665"/>
        </p:xfrm>
        <a:graphic>
          <a:graphicData uri="http://schemas.openxmlformats.org/presentationml/2006/ole">
            <mc:AlternateContent xmlns:mc="http://schemas.openxmlformats.org/markup-compatibility/2006">
              <mc:Choice xmlns:v="urn:schemas-microsoft-com:vml" Requires="v">
                <p:oleObj spid="_x0000_s172" name="" r:id="rId52" imgW="215900" imgH="279400" progId="Equation.KSEE3">
                  <p:embed/>
                </p:oleObj>
              </mc:Choice>
              <mc:Fallback>
                <p:oleObj name="" r:id="rId52" imgW="215900" imgH="279400" progId="Equation.KSEE3">
                  <p:embed/>
                  <p:pic>
                    <p:nvPicPr>
                      <p:cNvPr id="0" name="图片 1024"/>
                      <p:cNvPicPr/>
                      <p:nvPr/>
                    </p:nvPicPr>
                    <p:blipFill>
                      <a:blip r:embed="rId53"/>
                      <a:stretch>
                        <a:fillRect/>
                      </a:stretch>
                    </p:blipFill>
                    <p:spPr>
                      <a:xfrm>
                        <a:off x="2249805" y="3457893"/>
                        <a:ext cx="185420" cy="240665"/>
                      </a:xfrm>
                      <a:prstGeom prst="rect">
                        <a:avLst/>
                      </a:prstGeom>
                    </p:spPr>
                  </p:pic>
                </p:oleObj>
              </mc:Fallback>
            </mc:AlternateContent>
          </a:graphicData>
        </a:graphic>
      </p:graphicFrame>
      <p:cxnSp>
        <p:nvCxnSpPr>
          <p:cNvPr id="173" name="直接箭头连接符 172"/>
          <p:cNvCxnSpPr/>
          <p:nvPr/>
        </p:nvCxnSpPr>
        <p:spPr>
          <a:xfrm flipH="1">
            <a:off x="2282070" y="3709513"/>
            <a:ext cx="132133" cy="7249"/>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74" name="对象 173">
            <a:hlinkClick r:id="" action="ppaction://ole?verb="/>
          </p:cNvPr>
          <p:cNvGraphicFramePr>
            <a:graphicFrameLocks noChangeAspect="1"/>
          </p:cNvGraphicFramePr>
          <p:nvPr/>
        </p:nvGraphicFramePr>
        <p:xfrm>
          <a:off x="2205673" y="3792538"/>
          <a:ext cx="239395" cy="240665"/>
        </p:xfrm>
        <a:graphic>
          <a:graphicData uri="http://schemas.openxmlformats.org/presentationml/2006/ole">
            <mc:AlternateContent xmlns:mc="http://schemas.openxmlformats.org/markup-compatibility/2006">
              <mc:Choice xmlns:v="urn:schemas-microsoft-com:vml" Requires="v">
                <p:oleObj spid="_x0000_s175" name="" r:id="rId54" imgW="279400" imgH="279400" progId="Equation.KSEE3">
                  <p:embed/>
                </p:oleObj>
              </mc:Choice>
              <mc:Fallback>
                <p:oleObj name="" r:id="rId54" imgW="279400" imgH="279400" progId="Equation.KSEE3">
                  <p:embed/>
                  <p:pic>
                    <p:nvPicPr>
                      <p:cNvPr id="0" name="图片 1024"/>
                      <p:cNvPicPr/>
                      <p:nvPr/>
                    </p:nvPicPr>
                    <p:blipFill>
                      <a:blip r:embed="rId55"/>
                      <a:stretch>
                        <a:fillRect/>
                      </a:stretch>
                    </p:blipFill>
                    <p:spPr>
                      <a:xfrm>
                        <a:off x="2205673" y="3792538"/>
                        <a:ext cx="239395" cy="240665"/>
                      </a:xfrm>
                      <a:prstGeom prst="rect">
                        <a:avLst/>
                      </a:prstGeom>
                    </p:spPr>
                  </p:pic>
                </p:oleObj>
              </mc:Fallback>
            </mc:AlternateContent>
          </a:graphicData>
        </a:graphic>
      </p:graphicFrame>
      <p:grpSp>
        <p:nvGrpSpPr>
          <p:cNvPr id="176" name="组合 175"/>
          <p:cNvGrpSpPr/>
          <p:nvPr/>
        </p:nvGrpSpPr>
        <p:grpSpPr>
          <a:xfrm rot="16380000" flipH="1">
            <a:off x="2324735" y="3954780"/>
            <a:ext cx="33020" cy="214630"/>
            <a:chOff x="4880" y="7639"/>
            <a:chExt cx="52" cy="338"/>
          </a:xfrm>
        </p:grpSpPr>
        <p:cxnSp>
          <p:nvCxnSpPr>
            <p:cNvPr id="177" name="直接箭头连接符 176"/>
            <p:cNvCxnSpPr/>
            <p:nvPr/>
          </p:nvCxnSpPr>
          <p:spPr>
            <a:xfrm flipV="1">
              <a:off x="4880" y="7755"/>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78" name="直接箭头连接符 177"/>
            <p:cNvCxnSpPr/>
            <p:nvPr/>
          </p:nvCxnSpPr>
          <p:spPr>
            <a:xfrm flipV="1">
              <a:off x="4900" y="7639"/>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graphicFrame>
        <p:nvGraphicFramePr>
          <p:cNvPr id="179" name="对象 178">
            <a:hlinkClick r:id="" action="ppaction://ole?verb="/>
          </p:cNvPr>
          <p:cNvGraphicFramePr>
            <a:graphicFrameLocks noChangeAspect="1"/>
          </p:cNvGraphicFramePr>
          <p:nvPr/>
        </p:nvGraphicFramePr>
        <p:xfrm>
          <a:off x="1916430" y="4321493"/>
          <a:ext cx="391160" cy="197485"/>
        </p:xfrm>
        <a:graphic>
          <a:graphicData uri="http://schemas.openxmlformats.org/presentationml/2006/ole">
            <mc:AlternateContent xmlns:mc="http://schemas.openxmlformats.org/markup-compatibility/2006">
              <mc:Choice xmlns:v="urn:schemas-microsoft-com:vml" Requires="v">
                <p:oleObj spid="_x0000_s180" name="" r:id="rId56" imgW="457200" imgH="228600" progId="Equation.KSEE3">
                  <p:embed/>
                </p:oleObj>
              </mc:Choice>
              <mc:Fallback>
                <p:oleObj name="" r:id="rId56" imgW="457200" imgH="228600" progId="Equation.KSEE3">
                  <p:embed/>
                  <p:pic>
                    <p:nvPicPr>
                      <p:cNvPr id="0" name="图片 1024"/>
                      <p:cNvPicPr/>
                      <p:nvPr/>
                    </p:nvPicPr>
                    <p:blipFill>
                      <a:blip r:embed="rId37"/>
                      <a:stretch>
                        <a:fillRect/>
                      </a:stretch>
                    </p:blipFill>
                    <p:spPr>
                      <a:xfrm>
                        <a:off x="1916430" y="4321493"/>
                        <a:ext cx="391160" cy="197485"/>
                      </a:xfrm>
                      <a:prstGeom prst="rect">
                        <a:avLst/>
                      </a:prstGeom>
                    </p:spPr>
                  </p:pic>
                </p:oleObj>
              </mc:Fallback>
            </mc:AlternateContent>
          </a:graphicData>
        </a:graphic>
      </p:graphicFrame>
      <p:graphicFrame>
        <p:nvGraphicFramePr>
          <p:cNvPr id="183" name="对象 182">
            <a:hlinkClick r:id="" action="ppaction://ole?verb="/>
          </p:cNvPr>
          <p:cNvGraphicFramePr>
            <a:graphicFrameLocks noChangeAspect="1"/>
          </p:cNvGraphicFramePr>
          <p:nvPr/>
        </p:nvGraphicFramePr>
        <p:xfrm>
          <a:off x="3670618" y="4178936"/>
          <a:ext cx="391795" cy="198120"/>
        </p:xfrm>
        <a:graphic>
          <a:graphicData uri="http://schemas.openxmlformats.org/presentationml/2006/ole">
            <mc:AlternateContent xmlns:mc="http://schemas.openxmlformats.org/markup-compatibility/2006">
              <mc:Choice xmlns:v="urn:schemas-microsoft-com:vml" Requires="v">
                <p:oleObj spid="_x0000_s184" name="" r:id="rId57" imgW="457200" imgH="228600" progId="Equation.KSEE3">
                  <p:embed/>
                </p:oleObj>
              </mc:Choice>
              <mc:Fallback>
                <p:oleObj name="" r:id="rId57" imgW="457200" imgH="228600" progId="Equation.KSEE3">
                  <p:embed/>
                  <p:pic>
                    <p:nvPicPr>
                      <p:cNvPr id="0" name="图片 1024"/>
                      <p:cNvPicPr/>
                      <p:nvPr/>
                    </p:nvPicPr>
                    <p:blipFill>
                      <a:blip r:embed="rId58"/>
                      <a:stretch>
                        <a:fillRect/>
                      </a:stretch>
                    </p:blipFill>
                    <p:spPr>
                      <a:xfrm>
                        <a:off x="3670618" y="4178936"/>
                        <a:ext cx="391795" cy="198120"/>
                      </a:xfrm>
                      <a:prstGeom prst="rect">
                        <a:avLst/>
                      </a:prstGeom>
                    </p:spPr>
                  </p:pic>
                </p:oleObj>
              </mc:Fallback>
            </mc:AlternateContent>
          </a:graphicData>
        </a:graphic>
      </p:graphicFrame>
      <p:graphicFrame>
        <p:nvGraphicFramePr>
          <p:cNvPr id="185" name="对象 184">
            <a:hlinkClick r:id="" action="ppaction://ole?verb="/>
          </p:cNvPr>
          <p:cNvGraphicFramePr>
            <a:graphicFrameLocks noChangeAspect="1"/>
          </p:cNvGraphicFramePr>
          <p:nvPr/>
        </p:nvGraphicFramePr>
        <p:xfrm>
          <a:off x="4669790" y="4321493"/>
          <a:ext cx="391160" cy="197485"/>
        </p:xfrm>
        <a:graphic>
          <a:graphicData uri="http://schemas.openxmlformats.org/presentationml/2006/ole">
            <mc:AlternateContent xmlns:mc="http://schemas.openxmlformats.org/markup-compatibility/2006">
              <mc:Choice xmlns:v="urn:schemas-microsoft-com:vml" Requires="v">
                <p:oleObj spid="_x0000_s186" name="" r:id="rId59" imgW="457200" imgH="228600" progId="Equation.KSEE3">
                  <p:embed/>
                </p:oleObj>
              </mc:Choice>
              <mc:Fallback>
                <p:oleObj name="" r:id="rId59" imgW="457200" imgH="228600" progId="Equation.KSEE3">
                  <p:embed/>
                  <p:pic>
                    <p:nvPicPr>
                      <p:cNvPr id="0" name="图片 1024"/>
                      <p:cNvPicPr/>
                      <p:nvPr/>
                    </p:nvPicPr>
                    <p:blipFill>
                      <a:blip r:embed="rId37"/>
                      <a:stretch>
                        <a:fillRect/>
                      </a:stretch>
                    </p:blipFill>
                    <p:spPr>
                      <a:xfrm>
                        <a:off x="4669790" y="4321493"/>
                        <a:ext cx="391160" cy="197485"/>
                      </a:xfrm>
                      <a:prstGeom prst="rect">
                        <a:avLst/>
                      </a:prstGeom>
                    </p:spPr>
                  </p:pic>
                </p:oleObj>
              </mc:Fallback>
            </mc:AlternateContent>
          </a:graphicData>
        </a:graphic>
      </p:graphicFrame>
      <p:sp>
        <p:nvSpPr>
          <p:cNvPr id="197" name="文本框 196"/>
          <p:cNvSpPr txBox="1"/>
          <p:nvPr/>
        </p:nvSpPr>
        <p:spPr>
          <a:xfrm>
            <a:off x="935355" y="4977130"/>
            <a:ext cx="1123315" cy="275590"/>
          </a:xfrm>
          <a:prstGeom prst="rect">
            <a:avLst/>
          </a:prstGeom>
          <a:noFill/>
        </p:spPr>
        <p:txBody>
          <a:bodyPr wrap="square" rtlCol="0">
            <a:spAutoFit/>
          </a:bodyPr>
          <a:p>
            <a:pPr algn="l">
              <a:buClrTx/>
              <a:buSzTx/>
              <a:buFontTx/>
            </a:pPr>
            <a:r>
              <a:rPr lang="zh-CN" altLang="en-US" sz="1200"/>
              <a:t>体等效</a:t>
            </a:r>
            <a:r>
              <a:rPr lang="zh-CN" altLang="en-US" sz="1200"/>
              <a:t>原理：</a:t>
            </a:r>
            <a:endParaRPr lang="zh-CN" altLang="en-US" sz="1200">
              <a:latin typeface="宋体" panose="02010600030101010101" pitchFamily="2" charset="-122"/>
              <a:ea typeface="宋体" panose="02010600030101010101" pitchFamily="2" charset="-122"/>
            </a:endParaRPr>
          </a:p>
        </p:txBody>
      </p:sp>
      <p:graphicFrame>
        <p:nvGraphicFramePr>
          <p:cNvPr id="2" name="对象 1">
            <a:hlinkClick r:id="" action="ppaction://ole?verb="/>
          </p:cNvPr>
          <p:cNvGraphicFramePr>
            <a:graphicFrameLocks noChangeAspect="1"/>
          </p:cNvGraphicFramePr>
          <p:nvPr/>
        </p:nvGraphicFramePr>
        <p:xfrm>
          <a:off x="1916430" y="5017453"/>
          <a:ext cx="8783955" cy="194310"/>
        </p:xfrm>
        <a:graphic>
          <a:graphicData uri="http://schemas.openxmlformats.org/presentationml/2006/ole">
            <mc:AlternateContent xmlns:mc="http://schemas.openxmlformats.org/markup-compatibility/2006">
              <mc:Choice xmlns:v="urn:schemas-microsoft-com:vml" Requires="v">
                <p:oleObj spid="_x0000_s63" name="" r:id="rId60" imgW="9385300" imgH="203200" progId="Equation.KSEE3">
                  <p:embed/>
                </p:oleObj>
              </mc:Choice>
              <mc:Fallback>
                <p:oleObj name="" r:id="rId60" imgW="9385300" imgH="203200" progId="Equation.KSEE3">
                  <p:embed/>
                  <p:pic>
                    <p:nvPicPr>
                      <p:cNvPr id="0" name="图片 1024"/>
                      <p:cNvPicPr/>
                      <p:nvPr/>
                    </p:nvPicPr>
                    <p:blipFill>
                      <a:blip r:embed="rId61"/>
                      <a:stretch>
                        <a:fillRect/>
                      </a:stretch>
                    </p:blipFill>
                    <p:spPr>
                      <a:xfrm>
                        <a:off x="1916430" y="5017453"/>
                        <a:ext cx="8783955" cy="194310"/>
                      </a:xfrm>
                      <a:prstGeom prst="rect">
                        <a:avLst/>
                      </a:prstGeom>
                    </p:spPr>
                  </p:pic>
                </p:oleObj>
              </mc:Fallback>
            </mc:AlternateContent>
          </a:graphicData>
        </a:graphic>
      </p:graphicFrame>
      <p:sp>
        <p:nvSpPr>
          <p:cNvPr id="64" name="椭圆 63"/>
          <p:cNvSpPr/>
          <p:nvPr/>
        </p:nvSpPr>
        <p:spPr>
          <a:xfrm rot="20520000">
            <a:off x="2897505" y="5337810"/>
            <a:ext cx="1230630" cy="1217930"/>
          </a:xfrm>
          <a:prstGeom prst="ellipse">
            <a:avLst/>
          </a:prstGeom>
          <a:solidFill>
            <a:schemeClr val="accent4">
              <a:lumMod val="20000"/>
              <a:lumOff val="80000"/>
            </a:schemeClr>
          </a:solidFill>
          <a:ln>
            <a:solidFill>
              <a:schemeClr val="tx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69" name="直接箭头连接符 68"/>
          <p:cNvCxnSpPr/>
          <p:nvPr/>
        </p:nvCxnSpPr>
        <p:spPr>
          <a:xfrm>
            <a:off x="5222875" y="5937885"/>
            <a:ext cx="360000" cy="0"/>
          </a:xfrm>
          <a:prstGeom prst="straightConnector1">
            <a:avLst/>
          </a:prstGeom>
          <a:ln w="31750" cap="rnd">
            <a:solidFill>
              <a:schemeClr val="accent1"/>
            </a:solidFill>
            <a:round/>
            <a:tailEnd type="triangle" w="med" len="med"/>
          </a:ln>
        </p:spPr>
        <p:style>
          <a:lnRef idx="0">
            <a:srgbClr val="FFFFFF"/>
          </a:lnRef>
          <a:fillRef idx="0">
            <a:srgbClr val="FFFFFF"/>
          </a:fillRef>
          <a:effectRef idx="0">
            <a:srgbClr val="FFFFFF"/>
          </a:effectRef>
          <a:fontRef idx="minor">
            <a:schemeClr val="tx1"/>
          </a:fontRef>
        </p:style>
      </p:cxnSp>
      <p:graphicFrame>
        <p:nvGraphicFramePr>
          <p:cNvPr id="70" name="对象 69">
            <a:hlinkClick r:id="" action="ppaction://ole?verb="/>
          </p:cNvPr>
          <p:cNvGraphicFramePr>
            <a:graphicFrameLocks noChangeAspect="1"/>
          </p:cNvGraphicFramePr>
          <p:nvPr/>
        </p:nvGraphicFramePr>
        <p:xfrm>
          <a:off x="5176203" y="5713731"/>
          <a:ext cx="423545" cy="175260"/>
        </p:xfrm>
        <a:graphic>
          <a:graphicData uri="http://schemas.openxmlformats.org/presentationml/2006/ole">
            <mc:AlternateContent xmlns:mc="http://schemas.openxmlformats.org/markup-compatibility/2006">
              <mc:Choice xmlns:v="urn:schemas-microsoft-com:vml" Requires="v">
                <p:oleObj spid="_x0000_s73" name="" r:id="rId62" imgW="495300" imgH="203200" progId="Equation.KSEE3">
                  <p:embed/>
                </p:oleObj>
              </mc:Choice>
              <mc:Fallback>
                <p:oleObj name="" r:id="rId62" imgW="495300" imgH="203200" progId="Equation.KSEE3">
                  <p:embed/>
                  <p:pic>
                    <p:nvPicPr>
                      <p:cNvPr id="0" name="图片 1024"/>
                      <p:cNvPicPr/>
                      <p:nvPr/>
                    </p:nvPicPr>
                    <p:blipFill>
                      <a:blip r:embed="rId31"/>
                      <a:stretch>
                        <a:fillRect/>
                      </a:stretch>
                    </p:blipFill>
                    <p:spPr>
                      <a:xfrm>
                        <a:off x="5176203" y="5713731"/>
                        <a:ext cx="423545" cy="175260"/>
                      </a:xfrm>
                      <a:prstGeom prst="rect">
                        <a:avLst/>
                      </a:prstGeom>
                    </p:spPr>
                  </p:pic>
                </p:oleObj>
              </mc:Fallback>
            </mc:AlternateContent>
          </a:graphicData>
        </a:graphic>
      </p:graphicFrame>
      <p:sp>
        <p:nvSpPr>
          <p:cNvPr id="74" name="椭圆 73"/>
          <p:cNvSpPr/>
          <p:nvPr/>
        </p:nvSpPr>
        <p:spPr>
          <a:xfrm rot="20520000">
            <a:off x="6167120" y="5298440"/>
            <a:ext cx="1377950" cy="1318260"/>
          </a:xfrm>
          <a:prstGeom prst="ellipse">
            <a:avLst/>
          </a:prstGeom>
          <a:ln>
            <a:solidFill>
              <a:schemeClr val="tx1"/>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aphicFrame>
        <p:nvGraphicFramePr>
          <p:cNvPr id="85" name="对象 84">
            <a:hlinkClick r:id="" action="ppaction://ole?verb="/>
          </p:cNvPr>
          <p:cNvGraphicFramePr>
            <a:graphicFrameLocks noChangeAspect="1"/>
          </p:cNvGraphicFramePr>
          <p:nvPr/>
        </p:nvGraphicFramePr>
        <p:xfrm>
          <a:off x="4473575" y="5434013"/>
          <a:ext cx="185420" cy="240665"/>
        </p:xfrm>
        <a:graphic>
          <a:graphicData uri="http://schemas.openxmlformats.org/presentationml/2006/ole">
            <mc:AlternateContent xmlns:mc="http://schemas.openxmlformats.org/markup-compatibility/2006">
              <mc:Choice xmlns:v="urn:schemas-microsoft-com:vml" Requires="v">
                <p:oleObj spid="_x0000_s86" name="" r:id="rId63" imgW="215900" imgH="279400" progId="Equation.KSEE3">
                  <p:embed/>
                </p:oleObj>
              </mc:Choice>
              <mc:Fallback>
                <p:oleObj name="" r:id="rId63" imgW="215900" imgH="279400" progId="Equation.KSEE3">
                  <p:embed/>
                  <p:pic>
                    <p:nvPicPr>
                      <p:cNvPr id="0" name="图片 1024"/>
                      <p:cNvPicPr/>
                      <p:nvPr/>
                    </p:nvPicPr>
                    <p:blipFill>
                      <a:blip r:embed="rId64"/>
                      <a:stretch>
                        <a:fillRect/>
                      </a:stretch>
                    </p:blipFill>
                    <p:spPr>
                      <a:xfrm>
                        <a:off x="4473575" y="5434013"/>
                        <a:ext cx="185420" cy="240665"/>
                      </a:xfrm>
                      <a:prstGeom prst="rect">
                        <a:avLst/>
                      </a:prstGeom>
                    </p:spPr>
                  </p:pic>
                </p:oleObj>
              </mc:Fallback>
            </mc:AlternateContent>
          </a:graphicData>
        </a:graphic>
      </p:graphicFrame>
      <p:cxnSp>
        <p:nvCxnSpPr>
          <p:cNvPr id="87" name="直接箭头连接符 86"/>
          <p:cNvCxnSpPr/>
          <p:nvPr/>
        </p:nvCxnSpPr>
        <p:spPr>
          <a:xfrm flipH="1">
            <a:off x="4505840" y="5674203"/>
            <a:ext cx="132133" cy="7249"/>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8" name="对象 87">
            <a:hlinkClick r:id="" action="ppaction://ole?verb="/>
          </p:cNvPr>
          <p:cNvGraphicFramePr>
            <a:graphicFrameLocks noChangeAspect="1"/>
          </p:cNvGraphicFramePr>
          <p:nvPr/>
        </p:nvGraphicFramePr>
        <p:xfrm>
          <a:off x="4473258" y="5742624"/>
          <a:ext cx="239395" cy="240665"/>
        </p:xfrm>
        <a:graphic>
          <a:graphicData uri="http://schemas.openxmlformats.org/presentationml/2006/ole">
            <mc:AlternateContent xmlns:mc="http://schemas.openxmlformats.org/markup-compatibility/2006">
              <mc:Choice xmlns:v="urn:schemas-microsoft-com:vml" Requires="v">
                <p:oleObj spid="_x0000_s89" name="" r:id="rId65" imgW="279400" imgH="279400" progId="Equation.KSEE3">
                  <p:embed/>
                </p:oleObj>
              </mc:Choice>
              <mc:Fallback>
                <p:oleObj name="" r:id="rId65" imgW="279400" imgH="279400" progId="Equation.KSEE3">
                  <p:embed/>
                  <p:pic>
                    <p:nvPicPr>
                      <p:cNvPr id="0" name="图片 1024"/>
                      <p:cNvPicPr/>
                      <p:nvPr/>
                    </p:nvPicPr>
                    <p:blipFill>
                      <a:blip r:embed="rId66"/>
                      <a:stretch>
                        <a:fillRect/>
                      </a:stretch>
                    </p:blipFill>
                    <p:spPr>
                      <a:xfrm>
                        <a:off x="4473258" y="5742624"/>
                        <a:ext cx="239395" cy="240665"/>
                      </a:xfrm>
                      <a:prstGeom prst="rect">
                        <a:avLst/>
                      </a:prstGeom>
                    </p:spPr>
                  </p:pic>
                </p:oleObj>
              </mc:Fallback>
            </mc:AlternateContent>
          </a:graphicData>
        </a:graphic>
      </p:graphicFrame>
      <p:grpSp>
        <p:nvGrpSpPr>
          <p:cNvPr id="90" name="组合 89"/>
          <p:cNvGrpSpPr/>
          <p:nvPr/>
        </p:nvGrpSpPr>
        <p:grpSpPr>
          <a:xfrm rot="16380000" flipH="1">
            <a:off x="4578350" y="5889625"/>
            <a:ext cx="33020" cy="214630"/>
            <a:chOff x="4880" y="7639"/>
            <a:chExt cx="52" cy="338"/>
          </a:xfrm>
        </p:grpSpPr>
        <p:cxnSp>
          <p:nvCxnSpPr>
            <p:cNvPr id="91" name="直接箭头连接符 90"/>
            <p:cNvCxnSpPr/>
            <p:nvPr/>
          </p:nvCxnSpPr>
          <p:spPr>
            <a:xfrm flipV="1">
              <a:off x="4880" y="7755"/>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92" name="直接箭头连接符 91"/>
            <p:cNvCxnSpPr/>
            <p:nvPr/>
          </p:nvCxnSpPr>
          <p:spPr>
            <a:xfrm flipV="1">
              <a:off x="4900" y="7639"/>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graphicFrame>
        <p:nvGraphicFramePr>
          <p:cNvPr id="93" name="对象 92">
            <a:hlinkClick r:id="" action="ppaction://ole?verb="/>
          </p:cNvPr>
          <p:cNvGraphicFramePr>
            <a:graphicFrameLocks noChangeAspect="1"/>
          </p:cNvGraphicFramePr>
          <p:nvPr/>
        </p:nvGraphicFramePr>
        <p:xfrm>
          <a:off x="4104640" y="6309043"/>
          <a:ext cx="391160" cy="197485"/>
        </p:xfrm>
        <a:graphic>
          <a:graphicData uri="http://schemas.openxmlformats.org/presentationml/2006/ole">
            <mc:AlternateContent xmlns:mc="http://schemas.openxmlformats.org/markup-compatibility/2006">
              <mc:Choice xmlns:v="urn:schemas-microsoft-com:vml" Requires="v">
                <p:oleObj spid="_x0000_s94" name="" r:id="rId67" imgW="457200" imgH="228600" progId="Equation.KSEE3">
                  <p:embed/>
                </p:oleObj>
              </mc:Choice>
              <mc:Fallback>
                <p:oleObj name="" r:id="rId67" imgW="457200" imgH="228600" progId="Equation.KSEE3">
                  <p:embed/>
                  <p:pic>
                    <p:nvPicPr>
                      <p:cNvPr id="0" name="图片 1024"/>
                      <p:cNvPicPr/>
                      <p:nvPr/>
                    </p:nvPicPr>
                    <p:blipFill>
                      <a:blip r:embed="rId37"/>
                      <a:stretch>
                        <a:fillRect/>
                      </a:stretch>
                    </p:blipFill>
                    <p:spPr>
                      <a:xfrm>
                        <a:off x="4104640" y="6309043"/>
                        <a:ext cx="391160" cy="197485"/>
                      </a:xfrm>
                      <a:prstGeom prst="rect">
                        <a:avLst/>
                      </a:prstGeom>
                    </p:spPr>
                  </p:pic>
                </p:oleObj>
              </mc:Fallback>
            </mc:AlternateContent>
          </a:graphicData>
        </a:graphic>
      </p:graphicFrame>
      <p:graphicFrame>
        <p:nvGraphicFramePr>
          <p:cNvPr id="95" name="对象 94">
            <a:hlinkClick r:id="" action="ppaction://ole?verb="/>
          </p:cNvPr>
          <p:cNvGraphicFramePr>
            <a:graphicFrameLocks noChangeAspect="1"/>
          </p:cNvGraphicFramePr>
          <p:nvPr/>
        </p:nvGraphicFramePr>
        <p:xfrm>
          <a:off x="6622733" y="6362701"/>
          <a:ext cx="391795" cy="198120"/>
        </p:xfrm>
        <a:graphic>
          <a:graphicData uri="http://schemas.openxmlformats.org/presentationml/2006/ole">
            <mc:AlternateContent xmlns:mc="http://schemas.openxmlformats.org/markup-compatibility/2006">
              <mc:Choice xmlns:v="urn:schemas-microsoft-com:vml" Requires="v">
                <p:oleObj spid="_x0000_s96" name="" r:id="rId68" imgW="457200" imgH="228600" progId="Equation.KSEE3">
                  <p:embed/>
                </p:oleObj>
              </mc:Choice>
              <mc:Fallback>
                <p:oleObj name="" r:id="rId68" imgW="457200" imgH="228600" progId="Equation.KSEE3">
                  <p:embed/>
                  <p:pic>
                    <p:nvPicPr>
                      <p:cNvPr id="0" name="图片 1024"/>
                      <p:cNvPicPr/>
                      <p:nvPr/>
                    </p:nvPicPr>
                    <p:blipFill>
                      <a:blip r:embed="rId58"/>
                      <a:stretch>
                        <a:fillRect/>
                      </a:stretch>
                    </p:blipFill>
                    <p:spPr>
                      <a:xfrm>
                        <a:off x="6622733" y="6362701"/>
                        <a:ext cx="391795" cy="198120"/>
                      </a:xfrm>
                      <a:prstGeom prst="rect">
                        <a:avLst/>
                      </a:prstGeom>
                    </p:spPr>
                  </p:pic>
                </p:oleObj>
              </mc:Fallback>
            </mc:AlternateContent>
          </a:graphicData>
        </a:graphic>
      </p:graphicFrame>
      <p:graphicFrame>
        <p:nvGraphicFramePr>
          <p:cNvPr id="97" name="对象 96">
            <a:hlinkClick r:id="" action="ppaction://ole?verb="/>
          </p:cNvPr>
          <p:cNvGraphicFramePr>
            <a:graphicFrameLocks noChangeAspect="1"/>
          </p:cNvGraphicFramePr>
          <p:nvPr/>
        </p:nvGraphicFramePr>
        <p:xfrm>
          <a:off x="7565390" y="6333173"/>
          <a:ext cx="391160" cy="197485"/>
        </p:xfrm>
        <a:graphic>
          <a:graphicData uri="http://schemas.openxmlformats.org/presentationml/2006/ole">
            <mc:AlternateContent xmlns:mc="http://schemas.openxmlformats.org/markup-compatibility/2006">
              <mc:Choice xmlns:v="urn:schemas-microsoft-com:vml" Requires="v">
                <p:oleObj spid="_x0000_s98" name="" r:id="rId69" imgW="457200" imgH="228600" progId="Equation.KSEE3">
                  <p:embed/>
                </p:oleObj>
              </mc:Choice>
              <mc:Fallback>
                <p:oleObj name="" r:id="rId69" imgW="457200" imgH="228600" progId="Equation.KSEE3">
                  <p:embed/>
                  <p:pic>
                    <p:nvPicPr>
                      <p:cNvPr id="0" name="图片 1024"/>
                      <p:cNvPicPr/>
                      <p:nvPr/>
                    </p:nvPicPr>
                    <p:blipFill>
                      <a:blip r:embed="rId37"/>
                      <a:stretch>
                        <a:fillRect/>
                      </a:stretch>
                    </p:blipFill>
                    <p:spPr>
                      <a:xfrm>
                        <a:off x="7565390" y="6333173"/>
                        <a:ext cx="391160" cy="197485"/>
                      </a:xfrm>
                      <a:prstGeom prst="rect">
                        <a:avLst/>
                      </a:prstGeom>
                    </p:spPr>
                  </p:pic>
                </p:oleObj>
              </mc:Fallback>
            </mc:AlternateContent>
          </a:graphicData>
        </a:graphic>
      </p:graphicFrame>
      <p:graphicFrame>
        <p:nvGraphicFramePr>
          <p:cNvPr id="109" name="对象 108">
            <a:hlinkClick r:id="" action="ppaction://ole?verb="/>
          </p:cNvPr>
          <p:cNvGraphicFramePr>
            <a:graphicFrameLocks noChangeAspect="1"/>
          </p:cNvGraphicFramePr>
          <p:nvPr/>
        </p:nvGraphicFramePr>
        <p:xfrm>
          <a:off x="3365818" y="5596891"/>
          <a:ext cx="368935" cy="208280"/>
        </p:xfrm>
        <a:graphic>
          <a:graphicData uri="http://schemas.openxmlformats.org/presentationml/2006/ole">
            <mc:AlternateContent xmlns:mc="http://schemas.openxmlformats.org/markup-compatibility/2006">
              <mc:Choice xmlns:v="urn:schemas-microsoft-com:vml" Requires="v">
                <p:oleObj spid="_x0000_s110" name="" r:id="rId70" imgW="431800" imgH="241300" progId="Equation.KSEE3">
                  <p:embed/>
                </p:oleObj>
              </mc:Choice>
              <mc:Fallback>
                <p:oleObj name="" r:id="rId70" imgW="431800" imgH="241300" progId="Equation.KSEE3">
                  <p:embed/>
                  <p:pic>
                    <p:nvPicPr>
                      <p:cNvPr id="0" name="图片 1024"/>
                      <p:cNvPicPr/>
                      <p:nvPr/>
                    </p:nvPicPr>
                    <p:blipFill>
                      <a:blip r:embed="rId71"/>
                      <a:stretch>
                        <a:fillRect/>
                      </a:stretch>
                    </p:blipFill>
                    <p:spPr>
                      <a:xfrm>
                        <a:off x="3365818" y="5596891"/>
                        <a:ext cx="368935" cy="208280"/>
                      </a:xfrm>
                      <a:prstGeom prst="rect">
                        <a:avLst/>
                      </a:prstGeom>
                    </p:spPr>
                  </p:pic>
                </p:oleObj>
              </mc:Fallback>
            </mc:AlternateContent>
          </a:graphicData>
        </a:graphic>
      </p:graphicFrame>
      <p:graphicFrame>
        <p:nvGraphicFramePr>
          <p:cNvPr id="111" name="对象 110">
            <a:hlinkClick r:id="" action="ppaction://ole?verb="/>
          </p:cNvPr>
          <p:cNvGraphicFramePr>
            <a:graphicFrameLocks noChangeAspect="1"/>
          </p:cNvGraphicFramePr>
          <p:nvPr/>
        </p:nvGraphicFramePr>
        <p:xfrm>
          <a:off x="3189288" y="6088063"/>
          <a:ext cx="641985" cy="175895"/>
        </p:xfrm>
        <a:graphic>
          <a:graphicData uri="http://schemas.openxmlformats.org/presentationml/2006/ole">
            <mc:AlternateContent xmlns:mc="http://schemas.openxmlformats.org/markup-compatibility/2006">
              <mc:Choice xmlns:v="urn:schemas-microsoft-com:vml" Requires="v">
                <p:oleObj spid="_x0000_s112" name="" r:id="rId72" imgW="749300" imgH="203200" progId="Equation.KSEE3">
                  <p:embed/>
                </p:oleObj>
              </mc:Choice>
              <mc:Fallback>
                <p:oleObj name="" r:id="rId72" imgW="749300" imgH="203200" progId="Equation.KSEE3">
                  <p:embed/>
                  <p:pic>
                    <p:nvPicPr>
                      <p:cNvPr id="0" name="图片 1024"/>
                      <p:cNvPicPr/>
                      <p:nvPr/>
                    </p:nvPicPr>
                    <p:blipFill>
                      <a:blip r:embed="rId73"/>
                      <a:stretch>
                        <a:fillRect/>
                      </a:stretch>
                    </p:blipFill>
                    <p:spPr>
                      <a:xfrm>
                        <a:off x="3189288" y="6088063"/>
                        <a:ext cx="641985" cy="175895"/>
                      </a:xfrm>
                      <a:prstGeom prst="rect">
                        <a:avLst/>
                      </a:prstGeom>
                    </p:spPr>
                  </p:pic>
                </p:oleObj>
              </mc:Fallback>
            </mc:AlternateContent>
          </a:graphicData>
        </a:graphic>
      </p:graphicFrame>
      <p:graphicFrame>
        <p:nvGraphicFramePr>
          <p:cNvPr id="113" name="对象 112">
            <a:hlinkClick r:id="" action="ppaction://ole?verb="/>
          </p:cNvPr>
          <p:cNvGraphicFramePr>
            <a:graphicFrameLocks noChangeAspect="1"/>
          </p:cNvGraphicFramePr>
          <p:nvPr/>
        </p:nvGraphicFramePr>
        <p:xfrm>
          <a:off x="3113723" y="5913121"/>
          <a:ext cx="803275" cy="175260"/>
        </p:xfrm>
        <a:graphic>
          <a:graphicData uri="http://schemas.openxmlformats.org/presentationml/2006/ole">
            <mc:AlternateContent xmlns:mc="http://schemas.openxmlformats.org/markup-compatibility/2006">
              <mc:Choice xmlns:v="urn:schemas-microsoft-com:vml" Requires="v">
                <p:oleObj spid="_x0000_s114" name="" r:id="rId74" imgW="939800" imgH="203200" progId="Equation.KSEE3">
                  <p:embed/>
                </p:oleObj>
              </mc:Choice>
              <mc:Fallback>
                <p:oleObj name="" r:id="rId74" imgW="939800" imgH="203200" progId="Equation.KSEE3">
                  <p:embed/>
                  <p:pic>
                    <p:nvPicPr>
                      <p:cNvPr id="0" name="图片 1024"/>
                      <p:cNvPicPr/>
                      <p:nvPr/>
                    </p:nvPicPr>
                    <p:blipFill>
                      <a:blip r:embed="rId75"/>
                      <a:stretch>
                        <a:fillRect/>
                      </a:stretch>
                    </p:blipFill>
                    <p:spPr>
                      <a:xfrm>
                        <a:off x="3113723" y="5913121"/>
                        <a:ext cx="803275" cy="175260"/>
                      </a:xfrm>
                      <a:prstGeom prst="rect">
                        <a:avLst/>
                      </a:prstGeom>
                    </p:spPr>
                  </p:pic>
                </p:oleObj>
              </mc:Fallback>
            </mc:AlternateContent>
          </a:graphicData>
        </a:graphic>
      </p:graphicFrame>
      <p:graphicFrame>
        <p:nvGraphicFramePr>
          <p:cNvPr id="115" name="对象 114">
            <a:hlinkClick r:id="" action="ppaction://ole?verb="/>
          </p:cNvPr>
          <p:cNvGraphicFramePr>
            <a:graphicFrameLocks noChangeAspect="1"/>
          </p:cNvGraphicFramePr>
          <p:nvPr/>
        </p:nvGraphicFramePr>
        <p:xfrm>
          <a:off x="6291263" y="5593398"/>
          <a:ext cx="1113155" cy="252095"/>
        </p:xfrm>
        <a:graphic>
          <a:graphicData uri="http://schemas.openxmlformats.org/presentationml/2006/ole">
            <mc:AlternateContent xmlns:mc="http://schemas.openxmlformats.org/markup-compatibility/2006">
              <mc:Choice xmlns:v="urn:schemas-microsoft-com:vml" Requires="v">
                <p:oleObj spid="_x0000_s116" name="" r:id="rId76" imgW="1295400" imgH="292100" progId="Equation.KSEE3">
                  <p:embed/>
                </p:oleObj>
              </mc:Choice>
              <mc:Fallback>
                <p:oleObj name="" r:id="rId76" imgW="1295400" imgH="292100" progId="Equation.KSEE3">
                  <p:embed/>
                  <p:pic>
                    <p:nvPicPr>
                      <p:cNvPr id="0" name="图片 1024"/>
                      <p:cNvPicPr/>
                      <p:nvPr/>
                    </p:nvPicPr>
                    <p:blipFill>
                      <a:blip r:embed="rId77"/>
                      <a:stretch>
                        <a:fillRect/>
                      </a:stretch>
                    </p:blipFill>
                    <p:spPr>
                      <a:xfrm>
                        <a:off x="6291263" y="5593398"/>
                        <a:ext cx="1113155" cy="252095"/>
                      </a:xfrm>
                      <a:prstGeom prst="rect">
                        <a:avLst/>
                      </a:prstGeom>
                    </p:spPr>
                  </p:pic>
                </p:oleObj>
              </mc:Fallback>
            </mc:AlternateContent>
          </a:graphicData>
        </a:graphic>
      </p:graphicFrame>
      <p:cxnSp>
        <p:nvCxnSpPr>
          <p:cNvPr id="117" name="直接箭头连接符 116"/>
          <p:cNvCxnSpPr/>
          <p:nvPr/>
        </p:nvCxnSpPr>
        <p:spPr>
          <a:xfrm>
            <a:off x="6664840" y="5829778"/>
            <a:ext cx="253365" cy="444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18" name="对象 117">
            <a:hlinkClick r:id="" action="ppaction://ole?verb="/>
          </p:cNvPr>
          <p:cNvGraphicFramePr>
            <a:graphicFrameLocks noChangeAspect="1"/>
          </p:cNvGraphicFramePr>
          <p:nvPr/>
        </p:nvGraphicFramePr>
        <p:xfrm>
          <a:off x="6277611" y="5950904"/>
          <a:ext cx="1219200" cy="252095"/>
        </p:xfrm>
        <a:graphic>
          <a:graphicData uri="http://schemas.openxmlformats.org/presentationml/2006/ole">
            <mc:AlternateContent xmlns:mc="http://schemas.openxmlformats.org/markup-compatibility/2006">
              <mc:Choice xmlns:v="urn:schemas-microsoft-com:vml" Requires="v">
                <p:oleObj spid="_x0000_s119" name="" r:id="rId78" imgW="1422400" imgH="292100" progId="Equation.KSEE3">
                  <p:embed/>
                </p:oleObj>
              </mc:Choice>
              <mc:Fallback>
                <p:oleObj name="" r:id="rId78" imgW="1422400" imgH="292100" progId="Equation.KSEE3">
                  <p:embed/>
                  <p:pic>
                    <p:nvPicPr>
                      <p:cNvPr id="0" name="图片 1024"/>
                      <p:cNvPicPr/>
                      <p:nvPr/>
                    </p:nvPicPr>
                    <p:blipFill>
                      <a:blip r:embed="rId79"/>
                      <a:stretch>
                        <a:fillRect/>
                      </a:stretch>
                    </p:blipFill>
                    <p:spPr>
                      <a:xfrm>
                        <a:off x="6277611" y="5950904"/>
                        <a:ext cx="1219200" cy="252095"/>
                      </a:xfrm>
                      <a:prstGeom prst="rect">
                        <a:avLst/>
                      </a:prstGeom>
                    </p:spPr>
                  </p:pic>
                </p:oleObj>
              </mc:Fallback>
            </mc:AlternateContent>
          </a:graphicData>
        </a:graphic>
      </p:graphicFrame>
      <p:cxnSp>
        <p:nvCxnSpPr>
          <p:cNvPr id="121" name="直接箭头连接符 120"/>
          <p:cNvCxnSpPr/>
          <p:nvPr/>
        </p:nvCxnSpPr>
        <p:spPr>
          <a:xfrm rot="4680000" flipV="1">
            <a:off x="6708775" y="6126480"/>
            <a:ext cx="53340" cy="20891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22" name="直接箭头连接符 121"/>
          <p:cNvCxnSpPr/>
          <p:nvPr/>
        </p:nvCxnSpPr>
        <p:spPr>
          <a:xfrm rot="4680000" flipV="1">
            <a:off x="6821805" y="6131560"/>
            <a:ext cx="53340" cy="20891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47" name="对象 146">
            <a:hlinkClick r:id="" action="ppaction://ole?verb="/>
          </p:cNvPr>
          <p:cNvGraphicFramePr>
            <a:graphicFrameLocks noChangeAspect="1"/>
          </p:cNvGraphicFramePr>
          <p:nvPr/>
        </p:nvGraphicFramePr>
        <p:xfrm>
          <a:off x="3973513" y="5284471"/>
          <a:ext cx="368935" cy="208280"/>
        </p:xfrm>
        <a:graphic>
          <a:graphicData uri="http://schemas.openxmlformats.org/presentationml/2006/ole">
            <mc:AlternateContent xmlns:mc="http://schemas.openxmlformats.org/markup-compatibility/2006">
              <mc:Choice xmlns:v="urn:schemas-microsoft-com:vml" Requires="v">
                <p:oleObj spid="_x0000_s148" name="" r:id="rId80" imgW="431800" imgH="241300" progId="Equation.KSEE3">
                  <p:embed/>
                </p:oleObj>
              </mc:Choice>
              <mc:Fallback>
                <p:oleObj name="" r:id="rId80" imgW="431800" imgH="241300" progId="Equation.KSEE3">
                  <p:embed/>
                  <p:pic>
                    <p:nvPicPr>
                      <p:cNvPr id="0" name="图片 1024"/>
                      <p:cNvPicPr/>
                      <p:nvPr/>
                    </p:nvPicPr>
                    <p:blipFill>
                      <a:blip r:embed="rId71"/>
                      <a:stretch>
                        <a:fillRect/>
                      </a:stretch>
                    </p:blipFill>
                    <p:spPr>
                      <a:xfrm>
                        <a:off x="3973513" y="5284471"/>
                        <a:ext cx="368935" cy="208280"/>
                      </a:xfrm>
                      <a:prstGeom prst="rect">
                        <a:avLst/>
                      </a:prstGeom>
                    </p:spPr>
                  </p:pic>
                </p:oleObj>
              </mc:Fallback>
            </mc:AlternateContent>
          </a:graphicData>
        </a:graphic>
      </p:graphicFrame>
      <p:graphicFrame>
        <p:nvGraphicFramePr>
          <p:cNvPr id="149" name="对象 148">
            <a:hlinkClick r:id="" action="ppaction://ole?verb="/>
          </p:cNvPr>
          <p:cNvGraphicFramePr>
            <a:graphicFrameLocks noChangeAspect="1"/>
          </p:cNvGraphicFramePr>
          <p:nvPr/>
        </p:nvGraphicFramePr>
        <p:xfrm>
          <a:off x="7484428" y="5349876"/>
          <a:ext cx="368935" cy="208280"/>
        </p:xfrm>
        <a:graphic>
          <a:graphicData uri="http://schemas.openxmlformats.org/presentationml/2006/ole">
            <mc:AlternateContent xmlns:mc="http://schemas.openxmlformats.org/markup-compatibility/2006">
              <mc:Choice xmlns:v="urn:schemas-microsoft-com:vml" Requires="v">
                <p:oleObj spid="_x0000_s150" name="" r:id="rId81" imgW="431800" imgH="241300" progId="Equation.KSEE3">
                  <p:embed/>
                </p:oleObj>
              </mc:Choice>
              <mc:Fallback>
                <p:oleObj name="" r:id="rId81" imgW="431800" imgH="241300" progId="Equation.KSEE3">
                  <p:embed/>
                  <p:pic>
                    <p:nvPicPr>
                      <p:cNvPr id="0" name="图片 1024"/>
                      <p:cNvPicPr/>
                      <p:nvPr/>
                    </p:nvPicPr>
                    <p:blipFill>
                      <a:blip r:embed="rId71"/>
                      <a:stretch>
                        <a:fillRect/>
                      </a:stretch>
                    </p:blipFill>
                    <p:spPr>
                      <a:xfrm>
                        <a:off x="7484428" y="5349876"/>
                        <a:ext cx="368935" cy="208280"/>
                      </a:xfrm>
                      <a:prstGeom prst="rect">
                        <a:avLst/>
                      </a:prstGeom>
                    </p:spPr>
                  </p:pic>
                </p:oleObj>
              </mc:Fallback>
            </mc:AlternateContent>
          </a:graphicData>
        </a:graphic>
      </p:graphicFrame>
      <p:graphicFrame>
        <p:nvGraphicFramePr>
          <p:cNvPr id="151" name="对象 150">
            <a:hlinkClick r:id="" action="ppaction://ole?verb="/>
          </p:cNvPr>
          <p:cNvGraphicFramePr>
            <a:graphicFrameLocks noChangeAspect="1"/>
          </p:cNvGraphicFramePr>
          <p:nvPr/>
        </p:nvGraphicFramePr>
        <p:xfrm>
          <a:off x="8007985" y="5433378"/>
          <a:ext cx="185420" cy="240665"/>
        </p:xfrm>
        <a:graphic>
          <a:graphicData uri="http://schemas.openxmlformats.org/presentationml/2006/ole">
            <mc:AlternateContent xmlns:mc="http://schemas.openxmlformats.org/markup-compatibility/2006">
              <mc:Choice xmlns:v="urn:schemas-microsoft-com:vml" Requires="v">
                <p:oleObj spid="_x0000_s152" name="" r:id="rId82" imgW="215900" imgH="279400" progId="Equation.KSEE3">
                  <p:embed/>
                </p:oleObj>
              </mc:Choice>
              <mc:Fallback>
                <p:oleObj name="" r:id="rId82" imgW="215900" imgH="279400" progId="Equation.KSEE3">
                  <p:embed/>
                  <p:pic>
                    <p:nvPicPr>
                      <p:cNvPr id="0" name="图片 1024"/>
                      <p:cNvPicPr/>
                      <p:nvPr/>
                    </p:nvPicPr>
                    <p:blipFill>
                      <a:blip r:embed="rId64"/>
                      <a:stretch>
                        <a:fillRect/>
                      </a:stretch>
                    </p:blipFill>
                    <p:spPr>
                      <a:xfrm>
                        <a:off x="8007985" y="5433378"/>
                        <a:ext cx="185420" cy="240665"/>
                      </a:xfrm>
                      <a:prstGeom prst="rect">
                        <a:avLst/>
                      </a:prstGeom>
                    </p:spPr>
                  </p:pic>
                </p:oleObj>
              </mc:Fallback>
            </mc:AlternateContent>
          </a:graphicData>
        </a:graphic>
      </p:graphicFrame>
      <p:cxnSp>
        <p:nvCxnSpPr>
          <p:cNvPr id="166" name="直接箭头连接符 165"/>
          <p:cNvCxnSpPr/>
          <p:nvPr/>
        </p:nvCxnSpPr>
        <p:spPr>
          <a:xfrm flipH="1">
            <a:off x="8040250" y="5673568"/>
            <a:ext cx="132133" cy="7249"/>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67" name="对象 166">
            <a:hlinkClick r:id="" action="ppaction://ole?verb="/>
          </p:cNvPr>
          <p:cNvGraphicFramePr>
            <a:graphicFrameLocks noChangeAspect="1"/>
          </p:cNvGraphicFramePr>
          <p:nvPr/>
        </p:nvGraphicFramePr>
        <p:xfrm>
          <a:off x="8007668" y="5741989"/>
          <a:ext cx="239395" cy="240665"/>
        </p:xfrm>
        <a:graphic>
          <a:graphicData uri="http://schemas.openxmlformats.org/presentationml/2006/ole">
            <mc:AlternateContent xmlns:mc="http://schemas.openxmlformats.org/markup-compatibility/2006">
              <mc:Choice xmlns:v="urn:schemas-microsoft-com:vml" Requires="v">
                <p:oleObj spid="_x0000_s168" name="" r:id="rId83" imgW="279400" imgH="279400" progId="Equation.KSEE3">
                  <p:embed/>
                </p:oleObj>
              </mc:Choice>
              <mc:Fallback>
                <p:oleObj name="" r:id="rId83" imgW="279400" imgH="279400" progId="Equation.KSEE3">
                  <p:embed/>
                  <p:pic>
                    <p:nvPicPr>
                      <p:cNvPr id="0" name="图片 1024"/>
                      <p:cNvPicPr/>
                      <p:nvPr/>
                    </p:nvPicPr>
                    <p:blipFill>
                      <a:blip r:embed="rId66"/>
                      <a:stretch>
                        <a:fillRect/>
                      </a:stretch>
                    </p:blipFill>
                    <p:spPr>
                      <a:xfrm>
                        <a:off x="8007668" y="5741989"/>
                        <a:ext cx="239395" cy="240665"/>
                      </a:xfrm>
                      <a:prstGeom prst="rect">
                        <a:avLst/>
                      </a:prstGeom>
                    </p:spPr>
                  </p:pic>
                </p:oleObj>
              </mc:Fallback>
            </mc:AlternateContent>
          </a:graphicData>
        </a:graphic>
      </p:graphicFrame>
      <p:grpSp>
        <p:nvGrpSpPr>
          <p:cNvPr id="169" name="组合 168"/>
          <p:cNvGrpSpPr/>
          <p:nvPr/>
        </p:nvGrpSpPr>
        <p:grpSpPr>
          <a:xfrm rot="16380000" flipH="1">
            <a:off x="8112760" y="5888990"/>
            <a:ext cx="33020" cy="214630"/>
            <a:chOff x="4880" y="7639"/>
            <a:chExt cx="52" cy="338"/>
          </a:xfrm>
        </p:grpSpPr>
        <p:cxnSp>
          <p:nvCxnSpPr>
            <p:cNvPr id="170" name="直接箭头连接符 169"/>
            <p:cNvCxnSpPr/>
            <p:nvPr/>
          </p:nvCxnSpPr>
          <p:spPr>
            <a:xfrm flipV="1">
              <a:off x="4880" y="7755"/>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181" name="直接箭头连接符 180"/>
            <p:cNvCxnSpPr/>
            <p:nvPr/>
          </p:nvCxnSpPr>
          <p:spPr>
            <a:xfrm flipV="1">
              <a:off x="4900" y="7639"/>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graphicFrame>
        <p:nvGraphicFramePr>
          <p:cNvPr id="182" name="对象 181">
            <a:hlinkClick r:id="" action="ppaction://ole?verb="/>
          </p:cNvPr>
          <p:cNvGraphicFramePr>
            <a:graphicFrameLocks noChangeAspect="1"/>
          </p:cNvGraphicFramePr>
          <p:nvPr/>
        </p:nvGraphicFramePr>
        <p:xfrm>
          <a:off x="4358958" y="3375026"/>
          <a:ext cx="368935" cy="208280"/>
        </p:xfrm>
        <a:graphic>
          <a:graphicData uri="http://schemas.openxmlformats.org/presentationml/2006/ole">
            <mc:AlternateContent xmlns:mc="http://schemas.openxmlformats.org/markup-compatibility/2006">
              <mc:Choice xmlns:v="urn:schemas-microsoft-com:vml" Requires="v">
                <p:oleObj spid="_x0000_s198" name="" r:id="rId84" imgW="431800" imgH="241300" progId="Equation.KSEE3">
                  <p:embed/>
                </p:oleObj>
              </mc:Choice>
              <mc:Fallback>
                <p:oleObj name="" r:id="rId84" imgW="431800" imgH="241300" progId="Equation.KSEE3">
                  <p:embed/>
                  <p:pic>
                    <p:nvPicPr>
                      <p:cNvPr id="0" name="图片 1024"/>
                      <p:cNvPicPr/>
                      <p:nvPr/>
                    </p:nvPicPr>
                    <p:blipFill>
                      <a:blip r:embed="rId46"/>
                      <a:stretch>
                        <a:fillRect/>
                      </a:stretch>
                    </p:blipFill>
                    <p:spPr>
                      <a:xfrm>
                        <a:off x="4358958" y="3375026"/>
                        <a:ext cx="368935" cy="208280"/>
                      </a:xfrm>
                      <a:prstGeom prst="rect">
                        <a:avLst/>
                      </a:prstGeom>
                    </p:spPr>
                  </p:pic>
                </p:oleObj>
              </mc:Fallback>
            </mc:AlternateContent>
          </a:graphicData>
        </a:graphic>
      </p:graphicFrame>
      <p:graphicFrame>
        <p:nvGraphicFramePr>
          <p:cNvPr id="199" name="对象 198">
            <a:hlinkClick r:id="" action="ppaction://ole?verb="/>
          </p:cNvPr>
          <p:cNvGraphicFramePr>
            <a:graphicFrameLocks noChangeAspect="1"/>
          </p:cNvGraphicFramePr>
          <p:nvPr/>
        </p:nvGraphicFramePr>
        <p:xfrm>
          <a:off x="5222875" y="3475673"/>
          <a:ext cx="185420" cy="240665"/>
        </p:xfrm>
        <a:graphic>
          <a:graphicData uri="http://schemas.openxmlformats.org/presentationml/2006/ole">
            <mc:AlternateContent xmlns:mc="http://schemas.openxmlformats.org/markup-compatibility/2006">
              <mc:Choice xmlns:v="urn:schemas-microsoft-com:vml" Requires="v">
                <p:oleObj spid="_x0000_s200" name="" r:id="rId85" imgW="215900" imgH="279400" progId="Equation.KSEE3">
                  <p:embed/>
                </p:oleObj>
              </mc:Choice>
              <mc:Fallback>
                <p:oleObj name="" r:id="rId85" imgW="215900" imgH="279400" progId="Equation.KSEE3">
                  <p:embed/>
                  <p:pic>
                    <p:nvPicPr>
                      <p:cNvPr id="0" name="图片 1024"/>
                      <p:cNvPicPr/>
                      <p:nvPr/>
                    </p:nvPicPr>
                    <p:blipFill>
                      <a:blip r:embed="rId53"/>
                      <a:stretch>
                        <a:fillRect/>
                      </a:stretch>
                    </p:blipFill>
                    <p:spPr>
                      <a:xfrm>
                        <a:off x="5222875" y="3475673"/>
                        <a:ext cx="185420" cy="240665"/>
                      </a:xfrm>
                      <a:prstGeom prst="rect">
                        <a:avLst/>
                      </a:prstGeom>
                    </p:spPr>
                  </p:pic>
                </p:oleObj>
              </mc:Fallback>
            </mc:AlternateContent>
          </a:graphicData>
        </a:graphic>
      </p:graphicFrame>
      <p:cxnSp>
        <p:nvCxnSpPr>
          <p:cNvPr id="201" name="直接箭头连接符 200"/>
          <p:cNvCxnSpPr/>
          <p:nvPr/>
        </p:nvCxnSpPr>
        <p:spPr>
          <a:xfrm flipH="1">
            <a:off x="5255140" y="3727293"/>
            <a:ext cx="132133" cy="7249"/>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202" name="对象 201">
            <a:hlinkClick r:id="" action="ppaction://ole?verb="/>
          </p:cNvPr>
          <p:cNvGraphicFramePr>
            <a:graphicFrameLocks noChangeAspect="1"/>
          </p:cNvGraphicFramePr>
          <p:nvPr/>
        </p:nvGraphicFramePr>
        <p:xfrm>
          <a:off x="5178743" y="3810318"/>
          <a:ext cx="239395" cy="240665"/>
        </p:xfrm>
        <a:graphic>
          <a:graphicData uri="http://schemas.openxmlformats.org/presentationml/2006/ole">
            <mc:AlternateContent xmlns:mc="http://schemas.openxmlformats.org/markup-compatibility/2006">
              <mc:Choice xmlns:v="urn:schemas-microsoft-com:vml" Requires="v">
                <p:oleObj spid="_x0000_s203" name="" r:id="rId86" imgW="279400" imgH="279400" progId="Equation.KSEE3">
                  <p:embed/>
                </p:oleObj>
              </mc:Choice>
              <mc:Fallback>
                <p:oleObj name="" r:id="rId86" imgW="279400" imgH="279400" progId="Equation.KSEE3">
                  <p:embed/>
                  <p:pic>
                    <p:nvPicPr>
                      <p:cNvPr id="0" name="图片 1024"/>
                      <p:cNvPicPr/>
                      <p:nvPr/>
                    </p:nvPicPr>
                    <p:blipFill>
                      <a:blip r:embed="rId55"/>
                      <a:stretch>
                        <a:fillRect/>
                      </a:stretch>
                    </p:blipFill>
                    <p:spPr>
                      <a:xfrm>
                        <a:off x="5178743" y="3810318"/>
                        <a:ext cx="239395" cy="240665"/>
                      </a:xfrm>
                      <a:prstGeom prst="rect">
                        <a:avLst/>
                      </a:prstGeom>
                    </p:spPr>
                  </p:pic>
                </p:oleObj>
              </mc:Fallback>
            </mc:AlternateContent>
          </a:graphicData>
        </a:graphic>
      </p:graphicFrame>
      <p:grpSp>
        <p:nvGrpSpPr>
          <p:cNvPr id="204" name="组合 203"/>
          <p:cNvGrpSpPr/>
          <p:nvPr/>
        </p:nvGrpSpPr>
        <p:grpSpPr>
          <a:xfrm rot="16380000" flipH="1">
            <a:off x="5297805" y="3972560"/>
            <a:ext cx="33020" cy="214630"/>
            <a:chOff x="4880" y="7639"/>
            <a:chExt cx="52" cy="338"/>
          </a:xfrm>
        </p:grpSpPr>
        <p:cxnSp>
          <p:nvCxnSpPr>
            <p:cNvPr id="205" name="直接箭头连接符 204"/>
            <p:cNvCxnSpPr/>
            <p:nvPr/>
          </p:nvCxnSpPr>
          <p:spPr>
            <a:xfrm flipV="1">
              <a:off x="4880" y="7755"/>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206" name="直接箭头连接符 205"/>
            <p:cNvCxnSpPr/>
            <p:nvPr/>
          </p:nvCxnSpPr>
          <p:spPr>
            <a:xfrm flipV="1">
              <a:off x="4900" y="7639"/>
              <a:ext cx="33" cy="223"/>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graphicFrame>
        <p:nvGraphicFramePr>
          <p:cNvPr id="207" name="对象 206">
            <a:hlinkClick r:id="" action="ppaction://ole?verb="/>
          </p:cNvPr>
          <p:cNvGraphicFramePr>
            <a:graphicFrameLocks noChangeAspect="1"/>
          </p:cNvGraphicFramePr>
          <p:nvPr/>
        </p:nvGraphicFramePr>
        <p:xfrm>
          <a:off x="7518083" y="3527426"/>
          <a:ext cx="368935" cy="208280"/>
        </p:xfrm>
        <a:graphic>
          <a:graphicData uri="http://schemas.openxmlformats.org/presentationml/2006/ole">
            <mc:AlternateContent xmlns:mc="http://schemas.openxmlformats.org/markup-compatibility/2006">
              <mc:Choice xmlns:v="urn:schemas-microsoft-com:vml" Requires="v">
                <p:oleObj spid="_x0000_s208" name="" r:id="rId87" imgW="431800" imgH="241300" progId="Equation.KSEE3">
                  <p:embed/>
                </p:oleObj>
              </mc:Choice>
              <mc:Fallback>
                <p:oleObj name="" r:id="rId87" imgW="431800" imgH="241300" progId="Equation.KSEE3">
                  <p:embed/>
                  <p:pic>
                    <p:nvPicPr>
                      <p:cNvPr id="0" name="图片 1024"/>
                      <p:cNvPicPr/>
                      <p:nvPr/>
                    </p:nvPicPr>
                    <p:blipFill>
                      <a:blip r:embed="rId46"/>
                      <a:stretch>
                        <a:fillRect/>
                      </a:stretch>
                    </p:blipFill>
                    <p:spPr>
                      <a:xfrm>
                        <a:off x="7518083" y="3527426"/>
                        <a:ext cx="368935" cy="208280"/>
                      </a:xfrm>
                      <a:prstGeom prst="rect">
                        <a:avLst/>
                      </a:prstGeom>
                    </p:spPr>
                  </p:pic>
                </p:oleObj>
              </mc:Fallback>
            </mc:AlternateContent>
          </a:graphicData>
        </a:graphic>
      </p:graphicFrame>
      <p:graphicFrame>
        <p:nvGraphicFramePr>
          <p:cNvPr id="209" name="对象 208">
            <a:hlinkClick r:id="" action="ppaction://ole?verb="/>
          </p:cNvPr>
          <p:cNvGraphicFramePr>
            <a:graphicFrameLocks noChangeAspect="1"/>
          </p:cNvGraphicFramePr>
          <p:nvPr/>
        </p:nvGraphicFramePr>
        <p:xfrm>
          <a:off x="8040053" y="3330576"/>
          <a:ext cx="368935" cy="208280"/>
        </p:xfrm>
        <a:graphic>
          <a:graphicData uri="http://schemas.openxmlformats.org/presentationml/2006/ole">
            <mc:AlternateContent xmlns:mc="http://schemas.openxmlformats.org/markup-compatibility/2006">
              <mc:Choice xmlns:v="urn:schemas-microsoft-com:vml" Requires="v">
                <p:oleObj spid="_x0000_s210" name="" r:id="rId88" imgW="431800" imgH="241300" progId="Equation.KSEE3">
                  <p:embed/>
                </p:oleObj>
              </mc:Choice>
              <mc:Fallback>
                <p:oleObj name="" r:id="rId88" imgW="431800" imgH="241300" progId="Equation.KSEE3">
                  <p:embed/>
                  <p:pic>
                    <p:nvPicPr>
                      <p:cNvPr id="0" name="图片 1024"/>
                      <p:cNvPicPr/>
                      <p:nvPr/>
                    </p:nvPicPr>
                    <p:blipFill>
                      <a:blip r:embed="rId46"/>
                      <a:stretch>
                        <a:fillRect/>
                      </a:stretch>
                    </p:blipFill>
                    <p:spPr>
                      <a:xfrm>
                        <a:off x="8040053" y="3330576"/>
                        <a:ext cx="368935" cy="208280"/>
                      </a:xfrm>
                      <a:prstGeom prst="rect">
                        <a:avLst/>
                      </a:prstGeom>
                    </p:spPr>
                  </p:pic>
                </p:oleObj>
              </mc:Fallback>
            </mc:AlternateContent>
          </a:graphicData>
        </a:graphic>
      </p:graphicFrame>
      <p:graphicFrame>
        <p:nvGraphicFramePr>
          <p:cNvPr id="211" name="对象 210">
            <a:hlinkClick r:id="" action="ppaction://ole?verb="/>
          </p:cNvPr>
          <p:cNvGraphicFramePr>
            <a:graphicFrameLocks noChangeAspect="1"/>
          </p:cNvGraphicFramePr>
          <p:nvPr/>
        </p:nvGraphicFramePr>
        <p:xfrm>
          <a:off x="10331133" y="3434716"/>
          <a:ext cx="368935" cy="208280"/>
        </p:xfrm>
        <a:graphic>
          <a:graphicData uri="http://schemas.openxmlformats.org/presentationml/2006/ole">
            <mc:AlternateContent xmlns:mc="http://schemas.openxmlformats.org/markup-compatibility/2006">
              <mc:Choice xmlns:v="urn:schemas-microsoft-com:vml" Requires="v">
                <p:oleObj spid="_x0000_s212" name="" r:id="rId89" imgW="431800" imgH="241300" progId="Equation.KSEE3">
                  <p:embed/>
                </p:oleObj>
              </mc:Choice>
              <mc:Fallback>
                <p:oleObj name="" r:id="rId89" imgW="431800" imgH="241300" progId="Equation.KSEE3">
                  <p:embed/>
                  <p:pic>
                    <p:nvPicPr>
                      <p:cNvPr id="0" name="图片 1024"/>
                      <p:cNvPicPr/>
                      <p:nvPr/>
                    </p:nvPicPr>
                    <p:blipFill>
                      <a:blip r:embed="rId46"/>
                      <a:stretch>
                        <a:fillRect/>
                      </a:stretch>
                    </p:blipFill>
                    <p:spPr>
                      <a:xfrm>
                        <a:off x="10331133" y="3434716"/>
                        <a:ext cx="368935" cy="208280"/>
                      </a:xfrm>
                      <a:prstGeom prst="rect">
                        <a:avLst/>
                      </a:prstGeom>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a:picLocks noChangeAspect="1"/>
          </p:cNvPicPr>
          <p:nvPr>
            <p:custDataLst>
              <p:tags r:id="rId1"/>
            </p:custDataLst>
          </p:nvPr>
        </p:nvPicPr>
        <p:blipFill>
          <a:blip r:embed="rId2"/>
          <a:stretch>
            <a:fillRect/>
          </a:stretch>
        </p:blipFill>
        <p:spPr>
          <a:xfrm>
            <a:off x="2106295" y="1530985"/>
            <a:ext cx="521970" cy="1917700"/>
          </a:xfrm>
          <a:prstGeom prst="rect">
            <a:avLst/>
          </a:prstGeom>
        </p:spPr>
      </p:pic>
      <p:sp>
        <p:nvSpPr>
          <p:cNvPr id="4" name="文本框 3"/>
          <p:cNvSpPr txBox="1"/>
          <p:nvPr/>
        </p:nvSpPr>
        <p:spPr>
          <a:xfrm>
            <a:off x="425662" y="201106"/>
            <a:ext cx="2976880" cy="398780"/>
          </a:xfrm>
          <a:prstGeom prst="rect">
            <a:avLst/>
          </a:prstGeom>
          <a:noFill/>
        </p:spPr>
        <p:txBody>
          <a:bodyPr wrap="none" rtlCol="0">
            <a:spAutoFit/>
          </a:bodyPr>
          <a:lstStyle/>
          <a:p>
            <a:r>
              <a:rPr lang="zh-CN" altLang="en-US" sz="2000" dirty="0"/>
              <a:t>补充：磁场的相对论</a:t>
            </a:r>
            <a:r>
              <a:rPr lang="zh-CN" altLang="en-US" sz="2000" dirty="0"/>
              <a:t>解释</a:t>
            </a:r>
            <a:endParaRPr lang="zh-CN" altLang="en-US" sz="2000" dirty="0"/>
          </a:p>
        </p:txBody>
      </p:sp>
      <p:graphicFrame>
        <p:nvGraphicFramePr>
          <p:cNvPr id="28" name="对象 27">
            <a:hlinkClick r:id="" action="ppaction://ole?verb="/>
          </p:cNvPr>
          <p:cNvGraphicFramePr>
            <a:graphicFrameLocks noChangeAspect="1"/>
          </p:cNvGraphicFramePr>
          <p:nvPr/>
        </p:nvGraphicFramePr>
        <p:xfrm>
          <a:off x="822008" y="630238"/>
          <a:ext cx="8331835" cy="409575"/>
        </p:xfrm>
        <a:graphic>
          <a:graphicData uri="http://schemas.openxmlformats.org/presentationml/2006/ole">
            <mc:AlternateContent xmlns:mc="http://schemas.openxmlformats.org/markup-compatibility/2006">
              <mc:Choice xmlns:v="urn:schemas-microsoft-com:vml" Requires="v">
                <p:oleObj spid="_x0000_s29" name="" r:id="rId3" imgW="8940800" imgH="431800" progId="Equation.KSEE3">
                  <p:embed/>
                </p:oleObj>
              </mc:Choice>
              <mc:Fallback>
                <p:oleObj name="" r:id="rId3" imgW="8940800" imgH="431800" progId="Equation.KSEE3">
                  <p:embed/>
                  <p:pic>
                    <p:nvPicPr>
                      <p:cNvPr id="0" name="图片 1024"/>
                      <p:cNvPicPr/>
                      <p:nvPr/>
                    </p:nvPicPr>
                    <p:blipFill>
                      <a:blip r:embed="rId4"/>
                      <a:stretch>
                        <a:fillRect/>
                      </a:stretch>
                    </p:blipFill>
                    <p:spPr>
                      <a:xfrm>
                        <a:off x="822008" y="630238"/>
                        <a:ext cx="8331835" cy="409575"/>
                      </a:xfrm>
                      <a:prstGeom prst="rect">
                        <a:avLst/>
                      </a:prstGeom>
                    </p:spPr>
                  </p:pic>
                </p:oleObj>
              </mc:Fallback>
            </mc:AlternateContent>
          </a:graphicData>
        </a:graphic>
      </p:graphicFrame>
      <p:pic>
        <p:nvPicPr>
          <p:cNvPr id="101" name="图片 100"/>
          <p:cNvPicPr>
            <a:picLocks noChangeAspect="1"/>
          </p:cNvPicPr>
          <p:nvPr>
            <p:custDataLst>
              <p:tags r:id="rId5"/>
            </p:custDataLst>
          </p:nvPr>
        </p:nvPicPr>
        <p:blipFill>
          <a:blip r:embed="rId6"/>
          <a:stretch>
            <a:fillRect/>
          </a:stretch>
        </p:blipFill>
        <p:spPr>
          <a:xfrm>
            <a:off x="2628265" y="1588135"/>
            <a:ext cx="163830" cy="174625"/>
          </a:xfrm>
          <a:prstGeom prst="rect">
            <a:avLst/>
          </a:prstGeom>
        </p:spPr>
      </p:pic>
      <p:pic>
        <p:nvPicPr>
          <p:cNvPr id="105" name="图片 104"/>
          <p:cNvPicPr>
            <a:picLocks noChangeAspect="1"/>
          </p:cNvPicPr>
          <p:nvPr>
            <p:custDataLst>
              <p:tags r:id="rId7"/>
            </p:custDataLst>
          </p:nvPr>
        </p:nvPicPr>
        <p:blipFill>
          <a:blip r:embed="rId8"/>
          <a:stretch>
            <a:fillRect/>
          </a:stretch>
        </p:blipFill>
        <p:spPr>
          <a:xfrm>
            <a:off x="2631440" y="2218055"/>
            <a:ext cx="160655" cy="175260"/>
          </a:xfrm>
          <a:prstGeom prst="rect">
            <a:avLst/>
          </a:prstGeom>
        </p:spPr>
      </p:pic>
      <p:pic>
        <p:nvPicPr>
          <p:cNvPr id="5" name="图片 4"/>
          <p:cNvPicPr>
            <a:picLocks noChangeAspect="1"/>
          </p:cNvPicPr>
          <p:nvPr>
            <p:custDataLst>
              <p:tags r:id="rId9"/>
            </p:custDataLst>
          </p:nvPr>
        </p:nvPicPr>
        <p:blipFill>
          <a:blip r:embed="rId6"/>
          <a:stretch>
            <a:fillRect/>
          </a:stretch>
        </p:blipFill>
        <p:spPr>
          <a:xfrm>
            <a:off x="2628265" y="2393315"/>
            <a:ext cx="163830" cy="174625"/>
          </a:xfrm>
          <a:prstGeom prst="rect">
            <a:avLst/>
          </a:prstGeom>
        </p:spPr>
      </p:pic>
      <p:pic>
        <p:nvPicPr>
          <p:cNvPr id="6" name="图片 5"/>
          <p:cNvPicPr>
            <a:picLocks noChangeAspect="1"/>
          </p:cNvPicPr>
          <p:nvPr>
            <p:custDataLst>
              <p:tags r:id="rId10"/>
            </p:custDataLst>
          </p:nvPr>
        </p:nvPicPr>
        <p:blipFill>
          <a:blip r:embed="rId8"/>
          <a:stretch>
            <a:fillRect/>
          </a:stretch>
        </p:blipFill>
        <p:spPr>
          <a:xfrm>
            <a:off x="3009265" y="2218055"/>
            <a:ext cx="160655" cy="175260"/>
          </a:xfrm>
          <a:prstGeom prst="rect">
            <a:avLst/>
          </a:prstGeom>
        </p:spPr>
      </p:pic>
      <p:pic>
        <p:nvPicPr>
          <p:cNvPr id="7" name="图片 6"/>
          <p:cNvPicPr>
            <a:picLocks noChangeAspect="1"/>
          </p:cNvPicPr>
          <p:nvPr>
            <p:custDataLst>
              <p:tags r:id="rId11"/>
            </p:custDataLst>
          </p:nvPr>
        </p:nvPicPr>
        <p:blipFill>
          <a:blip r:embed="rId6"/>
          <a:stretch>
            <a:fillRect/>
          </a:stretch>
        </p:blipFill>
        <p:spPr>
          <a:xfrm>
            <a:off x="3006090" y="2393315"/>
            <a:ext cx="163830" cy="174625"/>
          </a:xfrm>
          <a:prstGeom prst="rect">
            <a:avLst/>
          </a:prstGeom>
        </p:spPr>
      </p:pic>
      <p:pic>
        <p:nvPicPr>
          <p:cNvPr id="8" name="图片 7"/>
          <p:cNvPicPr>
            <a:picLocks noChangeAspect="1"/>
          </p:cNvPicPr>
          <p:nvPr>
            <p:custDataLst>
              <p:tags r:id="rId12"/>
            </p:custDataLst>
          </p:nvPr>
        </p:nvPicPr>
        <p:blipFill>
          <a:blip r:embed="rId8"/>
          <a:stretch>
            <a:fillRect/>
          </a:stretch>
        </p:blipFill>
        <p:spPr>
          <a:xfrm>
            <a:off x="2222500" y="2218055"/>
            <a:ext cx="160655" cy="175260"/>
          </a:xfrm>
          <a:prstGeom prst="rect">
            <a:avLst/>
          </a:prstGeom>
        </p:spPr>
      </p:pic>
      <p:pic>
        <p:nvPicPr>
          <p:cNvPr id="9" name="图片 8"/>
          <p:cNvPicPr>
            <a:picLocks noChangeAspect="1"/>
          </p:cNvPicPr>
          <p:nvPr>
            <p:custDataLst>
              <p:tags r:id="rId13"/>
            </p:custDataLst>
          </p:nvPr>
        </p:nvPicPr>
        <p:blipFill>
          <a:blip r:embed="rId6"/>
          <a:stretch>
            <a:fillRect/>
          </a:stretch>
        </p:blipFill>
        <p:spPr>
          <a:xfrm>
            <a:off x="2219325" y="2393315"/>
            <a:ext cx="163830" cy="174625"/>
          </a:xfrm>
          <a:prstGeom prst="rect">
            <a:avLst/>
          </a:prstGeom>
        </p:spPr>
      </p:pic>
      <p:pic>
        <p:nvPicPr>
          <p:cNvPr id="10" name="图片 9"/>
          <p:cNvPicPr>
            <a:picLocks noChangeAspect="1"/>
          </p:cNvPicPr>
          <p:nvPr>
            <p:custDataLst>
              <p:tags r:id="rId14"/>
            </p:custDataLst>
          </p:nvPr>
        </p:nvPicPr>
        <p:blipFill>
          <a:blip r:embed="rId8"/>
          <a:stretch>
            <a:fillRect/>
          </a:stretch>
        </p:blipFill>
        <p:spPr>
          <a:xfrm>
            <a:off x="1816735" y="2218055"/>
            <a:ext cx="160655" cy="175260"/>
          </a:xfrm>
          <a:prstGeom prst="rect">
            <a:avLst/>
          </a:prstGeom>
        </p:spPr>
      </p:pic>
      <p:pic>
        <p:nvPicPr>
          <p:cNvPr id="11" name="图片 10"/>
          <p:cNvPicPr>
            <a:picLocks noChangeAspect="1"/>
          </p:cNvPicPr>
          <p:nvPr>
            <p:custDataLst>
              <p:tags r:id="rId15"/>
            </p:custDataLst>
          </p:nvPr>
        </p:nvPicPr>
        <p:blipFill>
          <a:blip r:embed="rId6"/>
          <a:stretch>
            <a:fillRect/>
          </a:stretch>
        </p:blipFill>
        <p:spPr>
          <a:xfrm>
            <a:off x="1813560" y="2393315"/>
            <a:ext cx="163830" cy="174625"/>
          </a:xfrm>
          <a:prstGeom prst="rect">
            <a:avLst/>
          </a:prstGeom>
        </p:spPr>
      </p:pic>
      <p:pic>
        <p:nvPicPr>
          <p:cNvPr id="12" name="图片 11"/>
          <p:cNvPicPr>
            <a:picLocks noChangeAspect="1"/>
          </p:cNvPicPr>
          <p:nvPr>
            <p:custDataLst>
              <p:tags r:id="rId16"/>
            </p:custDataLst>
          </p:nvPr>
        </p:nvPicPr>
        <p:blipFill>
          <a:blip r:embed="rId8"/>
          <a:stretch>
            <a:fillRect/>
          </a:stretch>
        </p:blipFill>
        <p:spPr>
          <a:xfrm>
            <a:off x="3387090" y="2218055"/>
            <a:ext cx="160655" cy="175260"/>
          </a:xfrm>
          <a:prstGeom prst="rect">
            <a:avLst/>
          </a:prstGeom>
        </p:spPr>
      </p:pic>
      <p:pic>
        <p:nvPicPr>
          <p:cNvPr id="13" name="图片 12"/>
          <p:cNvPicPr>
            <a:picLocks noChangeAspect="1"/>
          </p:cNvPicPr>
          <p:nvPr>
            <p:custDataLst>
              <p:tags r:id="rId17"/>
            </p:custDataLst>
          </p:nvPr>
        </p:nvPicPr>
        <p:blipFill>
          <a:blip r:embed="rId6"/>
          <a:stretch>
            <a:fillRect/>
          </a:stretch>
        </p:blipFill>
        <p:spPr>
          <a:xfrm>
            <a:off x="3383915" y="2393315"/>
            <a:ext cx="163830" cy="174625"/>
          </a:xfrm>
          <a:prstGeom prst="rect">
            <a:avLst/>
          </a:prstGeom>
        </p:spPr>
      </p:pic>
      <p:cxnSp>
        <p:nvCxnSpPr>
          <p:cNvPr id="14" name="直接连接符 13"/>
          <p:cNvCxnSpPr/>
          <p:nvPr>
            <p:custDataLst>
              <p:tags r:id="rId18"/>
            </p:custDataLst>
          </p:nvPr>
        </p:nvCxnSpPr>
        <p:spPr>
          <a:xfrm flipV="1">
            <a:off x="1193165" y="2185670"/>
            <a:ext cx="3240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5" name="直接连接符 14"/>
          <p:cNvCxnSpPr/>
          <p:nvPr>
            <p:custDataLst>
              <p:tags r:id="rId19"/>
            </p:custDataLst>
          </p:nvPr>
        </p:nvCxnSpPr>
        <p:spPr>
          <a:xfrm flipV="1">
            <a:off x="1193165" y="2594610"/>
            <a:ext cx="3240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6" name="直接箭头连接符 15"/>
          <p:cNvCxnSpPr/>
          <p:nvPr>
            <p:custDataLst>
              <p:tags r:id="rId20"/>
            </p:custDataLst>
          </p:nvPr>
        </p:nvCxnSpPr>
        <p:spPr>
          <a:xfrm flipH="1" flipV="1">
            <a:off x="1637030" y="231457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17" name="直接箭头连接符 16"/>
          <p:cNvCxnSpPr/>
          <p:nvPr>
            <p:custDataLst>
              <p:tags r:id="rId21"/>
            </p:custDataLst>
          </p:nvPr>
        </p:nvCxnSpPr>
        <p:spPr>
          <a:xfrm flipH="1" flipV="1">
            <a:off x="2039620" y="231457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custDataLst>
              <p:tags r:id="rId22"/>
            </p:custDataLst>
          </p:nvPr>
        </p:nvCxnSpPr>
        <p:spPr>
          <a:xfrm flipH="1" flipV="1">
            <a:off x="2448560" y="231457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custDataLst>
              <p:tags r:id="rId23"/>
            </p:custDataLst>
          </p:nvPr>
        </p:nvCxnSpPr>
        <p:spPr>
          <a:xfrm flipH="1" flipV="1">
            <a:off x="2829560" y="231457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custDataLst>
              <p:tags r:id="rId24"/>
            </p:custDataLst>
          </p:nvPr>
        </p:nvCxnSpPr>
        <p:spPr>
          <a:xfrm flipH="1" flipV="1">
            <a:off x="3204210" y="231457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custDataLst>
              <p:tags r:id="rId25"/>
            </p:custDataLst>
          </p:nvPr>
        </p:nvCxnSpPr>
        <p:spPr>
          <a:xfrm>
            <a:off x="2788580" y="1682750"/>
            <a:ext cx="252000" cy="0"/>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0" name="对象 99">
            <a:hlinkClick r:id="" action="ppaction://ole?verb="/>
          </p:cNvPr>
          <p:cNvGraphicFramePr>
            <a:graphicFrameLocks noChangeAspect="1"/>
          </p:cNvGraphicFramePr>
          <p:nvPr>
            <p:custDataLst>
              <p:tags r:id="rId26"/>
            </p:custDataLst>
          </p:nvPr>
        </p:nvGraphicFramePr>
        <p:xfrm>
          <a:off x="1519238" y="2223136"/>
          <a:ext cx="121920" cy="170180"/>
        </p:xfrm>
        <a:graphic>
          <a:graphicData uri="http://schemas.openxmlformats.org/presentationml/2006/ole">
            <mc:AlternateContent xmlns:mc="http://schemas.openxmlformats.org/markup-compatibility/2006">
              <mc:Choice xmlns:v="urn:schemas-microsoft-com:vml" Requires="v">
                <p:oleObj spid="_x0000_s22" name="" r:id="rId27" imgW="127000" imgH="177165" progId="Equation.KSEE3">
                  <p:embed/>
                </p:oleObj>
              </mc:Choice>
              <mc:Fallback>
                <p:oleObj name="" r:id="rId27" imgW="127000" imgH="177165" progId="Equation.KSEE3">
                  <p:embed/>
                  <p:pic>
                    <p:nvPicPr>
                      <p:cNvPr id="0" name="图片 1024"/>
                      <p:cNvPicPr/>
                      <p:nvPr/>
                    </p:nvPicPr>
                    <p:blipFill>
                      <a:blip r:embed="rId28"/>
                      <a:stretch>
                        <a:fillRect/>
                      </a:stretch>
                    </p:blipFill>
                    <p:spPr>
                      <a:xfrm>
                        <a:off x="1519238" y="2223136"/>
                        <a:ext cx="121920" cy="170180"/>
                      </a:xfrm>
                      <a:prstGeom prst="rect">
                        <a:avLst/>
                      </a:prstGeom>
                    </p:spPr>
                  </p:pic>
                </p:oleObj>
              </mc:Fallback>
            </mc:AlternateContent>
          </a:graphicData>
        </a:graphic>
      </p:graphicFrame>
      <p:graphicFrame>
        <p:nvGraphicFramePr>
          <p:cNvPr id="23" name="对象 22">
            <a:hlinkClick r:id="" action="ppaction://ole?verb="/>
          </p:cNvPr>
          <p:cNvGraphicFramePr>
            <a:graphicFrameLocks noChangeAspect="1"/>
          </p:cNvGraphicFramePr>
          <p:nvPr>
            <p:custDataLst>
              <p:tags r:id="rId29"/>
            </p:custDataLst>
          </p:nvPr>
        </p:nvGraphicFramePr>
        <p:xfrm>
          <a:off x="2826385" y="1487170"/>
          <a:ext cx="142875" cy="199390"/>
        </p:xfrm>
        <a:graphic>
          <a:graphicData uri="http://schemas.openxmlformats.org/presentationml/2006/ole">
            <mc:AlternateContent xmlns:mc="http://schemas.openxmlformats.org/markup-compatibility/2006">
              <mc:Choice xmlns:v="urn:schemas-microsoft-com:vml" Requires="v">
                <p:oleObj spid="_x0000_s24" name="" r:id="rId30" imgW="127000" imgH="177165" progId="Equation.KSEE3">
                  <p:embed/>
                </p:oleObj>
              </mc:Choice>
              <mc:Fallback>
                <p:oleObj name="" r:id="rId30" imgW="127000" imgH="177165" progId="Equation.KSEE3">
                  <p:embed/>
                  <p:pic>
                    <p:nvPicPr>
                      <p:cNvPr id="0" name="图片 1024"/>
                      <p:cNvPicPr/>
                      <p:nvPr/>
                    </p:nvPicPr>
                    <p:blipFill>
                      <a:blip r:embed="rId31">
                        <a:duotone>
                          <a:prstClr val="black"/>
                          <a:srgbClr val="F43308">
                            <a:tint val="45000"/>
                            <a:satMod val="400000"/>
                          </a:srgbClr>
                        </a:duotone>
                      </a:blip>
                      <a:stretch>
                        <a:fillRect/>
                      </a:stretch>
                    </p:blipFill>
                    <p:spPr>
                      <a:xfrm>
                        <a:off x="2826385" y="1487170"/>
                        <a:ext cx="142875" cy="199390"/>
                      </a:xfrm>
                      <a:prstGeom prst="rect">
                        <a:avLst/>
                      </a:prstGeom>
                    </p:spPr>
                  </p:pic>
                </p:oleObj>
              </mc:Fallback>
            </mc:AlternateContent>
          </a:graphicData>
        </a:graphic>
      </p:graphicFrame>
      <p:cxnSp>
        <p:nvCxnSpPr>
          <p:cNvPr id="2" name="直接箭头连接符 1"/>
          <p:cNvCxnSpPr/>
          <p:nvPr>
            <p:custDataLst>
              <p:tags r:id="rId32"/>
            </p:custDataLst>
          </p:nvPr>
        </p:nvCxnSpPr>
        <p:spPr>
          <a:xfrm flipV="1">
            <a:off x="2290105" y="2680970"/>
            <a:ext cx="540000" cy="0"/>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 name="对象 2">
            <a:hlinkClick r:id="" action="ppaction://ole?verb="/>
          </p:cNvPr>
          <p:cNvGraphicFramePr>
            <a:graphicFrameLocks noChangeAspect="1"/>
          </p:cNvGraphicFramePr>
          <p:nvPr>
            <p:custDataLst>
              <p:tags r:id="rId33"/>
            </p:custDataLst>
          </p:nvPr>
        </p:nvGraphicFramePr>
        <p:xfrm>
          <a:off x="2448243" y="2718436"/>
          <a:ext cx="121920" cy="158750"/>
        </p:xfrm>
        <a:graphic>
          <a:graphicData uri="http://schemas.openxmlformats.org/presentationml/2006/ole">
            <mc:AlternateContent xmlns:mc="http://schemas.openxmlformats.org/markup-compatibility/2006">
              <mc:Choice xmlns:v="urn:schemas-microsoft-com:vml" Requires="v">
                <p:oleObj spid="_x0000_s25" name="" r:id="rId34" imgW="127000" imgH="165100" progId="Equation.KSEE3">
                  <p:embed/>
                </p:oleObj>
              </mc:Choice>
              <mc:Fallback>
                <p:oleObj name="" r:id="rId34" imgW="127000" imgH="165100" progId="Equation.KSEE3">
                  <p:embed/>
                  <p:pic>
                    <p:nvPicPr>
                      <p:cNvPr id="0" name="图片 1024"/>
                      <p:cNvPicPr/>
                      <p:nvPr/>
                    </p:nvPicPr>
                    <p:blipFill>
                      <a:blip r:embed="rId35"/>
                      <a:stretch>
                        <a:fillRect/>
                      </a:stretch>
                    </p:blipFill>
                    <p:spPr>
                      <a:xfrm>
                        <a:off x="2448243" y="2718436"/>
                        <a:ext cx="121920" cy="158750"/>
                      </a:xfrm>
                      <a:prstGeom prst="rect">
                        <a:avLst/>
                      </a:prstGeom>
                    </p:spPr>
                  </p:pic>
                </p:oleObj>
              </mc:Fallback>
            </mc:AlternateContent>
          </a:graphicData>
        </a:graphic>
      </p:graphicFrame>
      <p:graphicFrame>
        <p:nvGraphicFramePr>
          <p:cNvPr id="26" name="对象 25">
            <a:hlinkClick r:id="" action="ppaction://ole?verb="/>
          </p:cNvPr>
          <p:cNvGraphicFramePr>
            <a:graphicFrameLocks noChangeAspect="1"/>
          </p:cNvGraphicFramePr>
          <p:nvPr>
            <p:custDataLst>
              <p:tags r:id="rId36"/>
            </p:custDataLst>
          </p:nvPr>
        </p:nvGraphicFramePr>
        <p:xfrm>
          <a:off x="2649220" y="1424623"/>
          <a:ext cx="142875" cy="186055"/>
        </p:xfrm>
        <a:graphic>
          <a:graphicData uri="http://schemas.openxmlformats.org/presentationml/2006/ole">
            <mc:AlternateContent xmlns:mc="http://schemas.openxmlformats.org/markup-compatibility/2006">
              <mc:Choice xmlns:v="urn:schemas-microsoft-com:vml" Requires="v">
                <p:oleObj spid="_x0000_s27" name="" r:id="rId37" imgW="127000" imgH="165100" progId="Equation.KSEE3">
                  <p:embed/>
                </p:oleObj>
              </mc:Choice>
              <mc:Fallback>
                <p:oleObj name="" r:id="rId37" imgW="127000" imgH="165100" progId="Equation.KSEE3">
                  <p:embed/>
                  <p:pic>
                    <p:nvPicPr>
                      <p:cNvPr id="0" name="图片 1024"/>
                      <p:cNvPicPr/>
                      <p:nvPr/>
                    </p:nvPicPr>
                    <p:blipFill>
                      <a:blip r:embed="rId38"/>
                      <a:stretch>
                        <a:fillRect/>
                      </a:stretch>
                    </p:blipFill>
                    <p:spPr>
                      <a:xfrm>
                        <a:off x="2649220" y="1424623"/>
                        <a:ext cx="142875" cy="186055"/>
                      </a:xfrm>
                      <a:prstGeom prst="rect">
                        <a:avLst/>
                      </a:prstGeom>
                    </p:spPr>
                  </p:pic>
                </p:oleObj>
              </mc:Fallback>
            </mc:AlternateContent>
          </a:graphicData>
        </a:graphic>
      </p:graphicFrame>
      <p:cxnSp>
        <p:nvCxnSpPr>
          <p:cNvPr id="34" name="直接箭头连接符 33"/>
          <p:cNvCxnSpPr/>
          <p:nvPr>
            <p:custDataLst>
              <p:tags r:id="rId39"/>
            </p:custDataLst>
          </p:nvPr>
        </p:nvCxnSpPr>
        <p:spPr>
          <a:xfrm>
            <a:off x="2500925" y="1920240"/>
            <a:ext cx="29210" cy="78105"/>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custDataLst>
              <p:tags r:id="rId40"/>
            </p:custDataLst>
          </p:nvPr>
        </p:nvCxnSpPr>
        <p:spPr>
          <a:xfrm>
            <a:off x="2714285" y="1748790"/>
            <a:ext cx="5715" cy="23304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aphicFrame>
        <p:nvGraphicFramePr>
          <p:cNvPr id="36" name="对象 35">
            <a:hlinkClick r:id="" action="ppaction://ole?verb="/>
          </p:cNvPr>
          <p:cNvGraphicFramePr>
            <a:graphicFrameLocks noChangeAspect="1"/>
          </p:cNvGraphicFramePr>
          <p:nvPr>
            <p:custDataLst>
              <p:tags r:id="rId41"/>
            </p:custDataLst>
          </p:nvPr>
        </p:nvGraphicFramePr>
        <p:xfrm>
          <a:off x="2729548" y="1817053"/>
          <a:ext cx="379095" cy="250190"/>
        </p:xfrm>
        <a:graphic>
          <a:graphicData uri="http://schemas.openxmlformats.org/presentationml/2006/ole">
            <mc:AlternateContent xmlns:mc="http://schemas.openxmlformats.org/markup-compatibility/2006">
              <mc:Choice xmlns:v="urn:schemas-microsoft-com:vml" Requires="v">
                <p:oleObj spid="_x0000_s37" name="" r:id="rId42" imgW="405765" imgH="266700" progId="Equation.KSEE3">
                  <p:embed/>
                </p:oleObj>
              </mc:Choice>
              <mc:Fallback>
                <p:oleObj name="" r:id="rId42" imgW="405765" imgH="266700" progId="Equation.KSEE3">
                  <p:embed/>
                  <p:pic>
                    <p:nvPicPr>
                      <p:cNvPr id="0" name="图片 1024"/>
                      <p:cNvPicPr/>
                      <p:nvPr/>
                    </p:nvPicPr>
                    <p:blipFill>
                      <a:blip r:embed="rId43"/>
                      <a:stretch>
                        <a:fillRect/>
                      </a:stretch>
                    </p:blipFill>
                    <p:spPr>
                      <a:xfrm>
                        <a:off x="2729548" y="1817053"/>
                        <a:ext cx="379095" cy="250190"/>
                      </a:xfrm>
                      <a:prstGeom prst="rect">
                        <a:avLst/>
                      </a:prstGeom>
                    </p:spPr>
                  </p:pic>
                </p:oleObj>
              </mc:Fallback>
            </mc:AlternateContent>
          </a:graphicData>
        </a:graphic>
      </p:graphicFrame>
      <p:graphicFrame>
        <p:nvGraphicFramePr>
          <p:cNvPr id="38" name="对象 37">
            <a:hlinkClick r:id="" action="ppaction://ole?verb="/>
          </p:cNvPr>
          <p:cNvGraphicFramePr>
            <a:graphicFrameLocks noChangeAspect="1"/>
          </p:cNvGraphicFramePr>
          <p:nvPr>
            <p:custDataLst>
              <p:tags r:id="rId44"/>
            </p:custDataLst>
          </p:nvPr>
        </p:nvGraphicFramePr>
        <p:xfrm>
          <a:off x="1141095" y="1192530"/>
          <a:ext cx="2663825" cy="232410"/>
        </p:xfrm>
        <a:graphic>
          <a:graphicData uri="http://schemas.openxmlformats.org/presentationml/2006/ole">
            <mc:AlternateContent xmlns:mc="http://schemas.openxmlformats.org/markup-compatibility/2006">
              <mc:Choice xmlns:v="urn:schemas-microsoft-com:vml" Requires="v">
                <p:oleObj spid="_x0000_s39" name="" r:id="rId45" imgW="2374265" imgH="203200" progId="Equation.KSEE3">
                  <p:embed/>
                </p:oleObj>
              </mc:Choice>
              <mc:Fallback>
                <p:oleObj name="" r:id="rId45" imgW="2374265" imgH="203200" progId="Equation.KSEE3">
                  <p:embed/>
                  <p:pic>
                    <p:nvPicPr>
                      <p:cNvPr id="0" name="图片 1024"/>
                      <p:cNvPicPr/>
                      <p:nvPr/>
                    </p:nvPicPr>
                    <p:blipFill>
                      <a:blip r:embed="rId46"/>
                      <a:stretch>
                        <a:fillRect/>
                      </a:stretch>
                    </p:blipFill>
                    <p:spPr>
                      <a:xfrm>
                        <a:off x="1141095" y="1192530"/>
                        <a:ext cx="2663825" cy="232410"/>
                      </a:xfrm>
                      <a:prstGeom prst="rect">
                        <a:avLst/>
                      </a:prstGeom>
                    </p:spPr>
                  </p:pic>
                </p:oleObj>
              </mc:Fallback>
            </mc:AlternateContent>
          </a:graphicData>
        </a:graphic>
      </p:graphicFrame>
      <p:graphicFrame>
        <p:nvGraphicFramePr>
          <p:cNvPr id="40" name="对象 39">
            <a:hlinkClick r:id="" action="ppaction://ole?verb="/>
          </p:cNvPr>
          <p:cNvGraphicFramePr>
            <a:graphicFrameLocks noChangeAspect="1"/>
          </p:cNvGraphicFramePr>
          <p:nvPr/>
        </p:nvGraphicFramePr>
        <p:xfrm>
          <a:off x="425450" y="3736340"/>
          <a:ext cx="4775200" cy="1915160"/>
        </p:xfrm>
        <a:graphic>
          <a:graphicData uri="http://schemas.openxmlformats.org/presentationml/2006/ole">
            <mc:AlternateContent xmlns:mc="http://schemas.openxmlformats.org/markup-compatibility/2006">
              <mc:Choice xmlns:v="urn:schemas-microsoft-com:vml" Requires="v">
                <p:oleObj spid="_x0000_s41" name="" r:id="rId47" imgW="5524500" imgH="2171700" progId="Equation.KSEE3">
                  <p:embed/>
                </p:oleObj>
              </mc:Choice>
              <mc:Fallback>
                <p:oleObj name="" r:id="rId47" imgW="5524500" imgH="2171700" progId="Equation.KSEE3">
                  <p:embed/>
                  <p:pic>
                    <p:nvPicPr>
                      <p:cNvPr id="0" name="图片 1024"/>
                      <p:cNvPicPr/>
                      <p:nvPr/>
                    </p:nvPicPr>
                    <p:blipFill>
                      <a:blip r:embed="rId48"/>
                      <a:stretch>
                        <a:fillRect/>
                      </a:stretch>
                    </p:blipFill>
                    <p:spPr>
                      <a:xfrm>
                        <a:off x="425450" y="3736340"/>
                        <a:ext cx="4775200" cy="1915160"/>
                      </a:xfrm>
                      <a:prstGeom prst="rect">
                        <a:avLst/>
                      </a:prstGeom>
                    </p:spPr>
                  </p:pic>
                </p:oleObj>
              </mc:Fallback>
            </mc:AlternateContent>
          </a:graphicData>
        </a:graphic>
      </p:graphicFrame>
      <p:grpSp>
        <p:nvGrpSpPr>
          <p:cNvPr id="52" name="组合 51"/>
          <p:cNvGrpSpPr/>
          <p:nvPr>
            <p:custDataLst>
              <p:tags r:id="rId49"/>
            </p:custDataLst>
          </p:nvPr>
        </p:nvGrpSpPr>
        <p:grpSpPr>
          <a:xfrm>
            <a:off x="633730" y="1578610"/>
            <a:ext cx="625475" cy="408940"/>
            <a:chOff x="685" y="2832"/>
            <a:chExt cx="985" cy="644"/>
          </a:xfrm>
        </p:grpSpPr>
        <p:cxnSp>
          <p:nvCxnSpPr>
            <p:cNvPr id="42" name="直接箭头连接符 41"/>
            <p:cNvCxnSpPr/>
            <p:nvPr>
              <p:custDataLst>
                <p:tags r:id="rId50"/>
              </p:custDataLst>
            </p:nvPr>
          </p:nvCxnSpPr>
          <p:spPr>
            <a:xfrm flipV="1">
              <a:off x="982" y="2885"/>
              <a:ext cx="0" cy="367"/>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43" name="直接箭头连接符 42"/>
            <p:cNvCxnSpPr/>
            <p:nvPr>
              <p:custDataLst>
                <p:tags r:id="rId51"/>
              </p:custDataLst>
            </p:nvPr>
          </p:nvCxnSpPr>
          <p:spPr>
            <a:xfrm rot="5400000" flipV="1">
              <a:off x="1262" y="3160"/>
              <a:ext cx="0" cy="367"/>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nvGrpSpPr>
            <p:cNvPr id="45" name="组合 44"/>
            <p:cNvGrpSpPr/>
            <p:nvPr/>
          </p:nvGrpSpPr>
          <p:grpSpPr>
            <a:xfrm>
              <a:off x="805" y="2959"/>
              <a:ext cx="324" cy="474"/>
              <a:chOff x="9057" y="6920"/>
              <a:chExt cx="324" cy="474"/>
            </a:xfrm>
          </p:grpSpPr>
          <p:sp>
            <p:nvSpPr>
              <p:cNvPr id="44" name="椭圆 43"/>
              <p:cNvSpPr/>
              <p:nvPr>
                <p:custDataLst>
                  <p:tags r:id="rId52"/>
                </p:custDataLst>
              </p:nvPr>
            </p:nvSpPr>
            <p:spPr>
              <a:xfrm>
                <a:off x="9155" y="7224"/>
                <a:ext cx="170" cy="170"/>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n>
                    <a:solidFill>
                      <a:sysClr val="windowText" lastClr="000000"/>
                    </a:solidFill>
                  </a:ln>
                  <a:solidFill>
                    <a:schemeClr val="tx1"/>
                  </a:solidFill>
                </a:endParaRPr>
              </a:p>
            </p:txBody>
          </p:sp>
          <p:sp>
            <p:nvSpPr>
              <p:cNvPr id="61" name="文本框 60"/>
              <p:cNvSpPr txBox="1"/>
              <p:nvPr>
                <p:custDataLst>
                  <p:tags r:id="rId53"/>
                </p:custDataLst>
              </p:nvPr>
            </p:nvSpPr>
            <p:spPr>
              <a:xfrm>
                <a:off x="9057" y="6920"/>
                <a:ext cx="325" cy="287"/>
              </a:xfrm>
              <a:prstGeom prst="rect">
                <a:avLst/>
              </a:prstGeom>
              <a:noFill/>
            </p:spPr>
            <p:txBody>
              <a:bodyPr wrap="square" rtlCol="0">
                <a:noAutofit/>
              </a:bodyPr>
              <a:p>
                <a:r>
                  <a:rPr lang="en-US" altLang="zh-CN">
                    <a:solidFill>
                      <a:schemeClr val="tx1"/>
                    </a:solidFill>
                  </a:rPr>
                  <a:t>.</a:t>
                </a:r>
                <a:endParaRPr lang="en-US" altLang="zh-CN">
                  <a:solidFill>
                    <a:schemeClr val="tx1"/>
                  </a:solidFill>
                </a:endParaRPr>
              </a:p>
            </p:txBody>
          </p:sp>
        </p:grpSp>
        <p:graphicFrame>
          <p:nvGraphicFramePr>
            <p:cNvPr id="46" name="对象 45">
              <a:hlinkClick r:id="" action="ppaction://ole?verb="/>
            </p:cNvPr>
            <p:cNvGraphicFramePr>
              <a:graphicFrameLocks noChangeAspect="1"/>
            </p:cNvGraphicFramePr>
            <p:nvPr>
              <p:custDataLst>
                <p:tags r:id="rId54"/>
              </p:custDataLst>
            </p:nvPr>
          </p:nvGraphicFramePr>
          <p:xfrm>
            <a:off x="1446" y="3227"/>
            <a:ext cx="225" cy="248"/>
          </p:xfrm>
          <a:graphic>
            <a:graphicData uri="http://schemas.openxmlformats.org/presentationml/2006/ole">
              <mc:AlternateContent xmlns:mc="http://schemas.openxmlformats.org/markup-compatibility/2006">
                <mc:Choice xmlns:v="urn:schemas-microsoft-com:vml" Requires="v">
                  <p:oleObj spid="_x0000_s47" name="" r:id="rId55" imgW="127000" imgH="139700" progId="Equation.KSEE3">
                    <p:embed/>
                  </p:oleObj>
                </mc:Choice>
                <mc:Fallback>
                  <p:oleObj name="" r:id="rId55" imgW="127000" imgH="139700" progId="Equation.KSEE3">
                    <p:embed/>
                    <p:pic>
                      <p:nvPicPr>
                        <p:cNvPr id="0" name="图片 1024"/>
                        <p:cNvPicPr/>
                        <p:nvPr/>
                      </p:nvPicPr>
                      <p:blipFill>
                        <a:blip r:embed="rId56"/>
                        <a:stretch>
                          <a:fillRect/>
                        </a:stretch>
                      </p:blipFill>
                      <p:spPr>
                        <a:xfrm>
                          <a:off x="1446" y="3227"/>
                          <a:ext cx="225" cy="248"/>
                        </a:xfrm>
                        <a:prstGeom prst="rect">
                          <a:avLst/>
                        </a:prstGeom>
                      </p:spPr>
                    </p:pic>
                  </p:oleObj>
                </mc:Fallback>
              </mc:AlternateContent>
            </a:graphicData>
          </a:graphic>
        </p:graphicFrame>
        <p:graphicFrame>
          <p:nvGraphicFramePr>
            <p:cNvPr id="48" name="对象 47">
              <a:hlinkClick r:id="" action="ppaction://ole?verb="/>
            </p:cNvPr>
            <p:cNvGraphicFramePr>
              <a:graphicFrameLocks noChangeAspect="1"/>
            </p:cNvGraphicFramePr>
            <p:nvPr>
              <p:custDataLst>
                <p:tags r:id="rId57"/>
              </p:custDataLst>
            </p:nvPr>
          </p:nvGraphicFramePr>
          <p:xfrm>
            <a:off x="751" y="2832"/>
            <a:ext cx="231" cy="273"/>
          </p:xfrm>
          <a:graphic>
            <a:graphicData uri="http://schemas.openxmlformats.org/presentationml/2006/ole">
              <mc:AlternateContent xmlns:mc="http://schemas.openxmlformats.org/markup-compatibility/2006">
                <mc:Choice xmlns:v="urn:schemas-microsoft-com:vml" Requires="v">
                  <p:oleObj spid="_x0000_s49" name="" r:id="rId58" imgW="139700" imgH="165100" progId="Equation.KSEE3">
                    <p:embed/>
                  </p:oleObj>
                </mc:Choice>
                <mc:Fallback>
                  <p:oleObj name="" r:id="rId58" imgW="139700" imgH="165100" progId="Equation.KSEE3">
                    <p:embed/>
                    <p:pic>
                      <p:nvPicPr>
                        <p:cNvPr id="0" name="图片 1024"/>
                        <p:cNvPicPr/>
                        <p:nvPr/>
                      </p:nvPicPr>
                      <p:blipFill>
                        <a:blip r:embed="rId59"/>
                        <a:stretch>
                          <a:fillRect/>
                        </a:stretch>
                      </p:blipFill>
                      <p:spPr>
                        <a:xfrm>
                          <a:off x="751" y="2832"/>
                          <a:ext cx="231" cy="273"/>
                        </a:xfrm>
                        <a:prstGeom prst="rect">
                          <a:avLst/>
                        </a:prstGeom>
                      </p:spPr>
                    </p:pic>
                  </p:oleObj>
                </mc:Fallback>
              </mc:AlternateContent>
            </a:graphicData>
          </a:graphic>
        </p:graphicFrame>
        <p:graphicFrame>
          <p:nvGraphicFramePr>
            <p:cNvPr id="50" name="对象 49">
              <a:hlinkClick r:id="" action="ppaction://ole?verb="/>
            </p:cNvPr>
            <p:cNvGraphicFramePr>
              <a:graphicFrameLocks noChangeAspect="1"/>
            </p:cNvGraphicFramePr>
            <p:nvPr>
              <p:custDataLst>
                <p:tags r:id="rId60"/>
              </p:custDataLst>
            </p:nvPr>
          </p:nvGraphicFramePr>
          <p:xfrm>
            <a:off x="685" y="3250"/>
            <a:ext cx="225" cy="226"/>
          </p:xfrm>
          <a:graphic>
            <a:graphicData uri="http://schemas.openxmlformats.org/presentationml/2006/ole">
              <mc:AlternateContent xmlns:mc="http://schemas.openxmlformats.org/markup-compatibility/2006">
                <mc:Choice xmlns:v="urn:schemas-microsoft-com:vml" Requires="v">
                  <p:oleObj spid="_x0000_s51" name="" r:id="rId61" imgW="127000" imgH="127000" progId="Equation.KSEE3">
                    <p:embed/>
                  </p:oleObj>
                </mc:Choice>
                <mc:Fallback>
                  <p:oleObj name="" r:id="rId61" imgW="127000" imgH="127000" progId="Equation.KSEE3">
                    <p:embed/>
                    <p:pic>
                      <p:nvPicPr>
                        <p:cNvPr id="0" name="图片 1024"/>
                        <p:cNvPicPr/>
                        <p:nvPr/>
                      </p:nvPicPr>
                      <p:blipFill>
                        <a:blip r:embed="rId62"/>
                        <a:stretch>
                          <a:fillRect/>
                        </a:stretch>
                      </p:blipFill>
                      <p:spPr>
                        <a:xfrm>
                          <a:off x="685" y="3250"/>
                          <a:ext cx="225" cy="226"/>
                        </a:xfrm>
                        <a:prstGeom prst="rect">
                          <a:avLst/>
                        </a:prstGeom>
                      </p:spPr>
                    </p:pic>
                  </p:oleObj>
                </mc:Fallback>
              </mc:AlternateContent>
            </a:graphicData>
          </a:graphic>
        </p:graphicFrame>
      </p:grpSp>
      <p:pic>
        <p:nvPicPr>
          <p:cNvPr id="54" name="图片 53"/>
          <p:cNvPicPr>
            <a:picLocks noChangeAspect="1"/>
          </p:cNvPicPr>
          <p:nvPr>
            <p:custDataLst>
              <p:tags r:id="rId63"/>
            </p:custDataLst>
          </p:nvPr>
        </p:nvPicPr>
        <p:blipFill>
          <a:blip r:embed="rId6"/>
          <a:stretch>
            <a:fillRect/>
          </a:stretch>
        </p:blipFill>
        <p:spPr>
          <a:xfrm>
            <a:off x="8475345" y="1450340"/>
            <a:ext cx="163830" cy="174625"/>
          </a:xfrm>
          <a:prstGeom prst="rect">
            <a:avLst/>
          </a:prstGeom>
        </p:spPr>
      </p:pic>
      <p:pic>
        <p:nvPicPr>
          <p:cNvPr id="56" name="图片 55"/>
          <p:cNvPicPr>
            <a:picLocks noChangeAspect="1"/>
          </p:cNvPicPr>
          <p:nvPr>
            <p:custDataLst>
              <p:tags r:id="rId64"/>
            </p:custDataLst>
          </p:nvPr>
        </p:nvPicPr>
        <p:blipFill>
          <a:blip r:embed="rId6"/>
          <a:stretch>
            <a:fillRect/>
          </a:stretch>
        </p:blipFill>
        <p:spPr>
          <a:xfrm>
            <a:off x="8475345" y="2255520"/>
            <a:ext cx="163830" cy="174625"/>
          </a:xfrm>
          <a:prstGeom prst="rect">
            <a:avLst/>
          </a:prstGeom>
        </p:spPr>
      </p:pic>
      <p:pic>
        <p:nvPicPr>
          <p:cNvPr id="58" name="图片 57"/>
          <p:cNvPicPr>
            <a:picLocks noChangeAspect="1"/>
          </p:cNvPicPr>
          <p:nvPr>
            <p:custDataLst>
              <p:tags r:id="rId65"/>
            </p:custDataLst>
          </p:nvPr>
        </p:nvPicPr>
        <p:blipFill>
          <a:blip r:embed="rId6"/>
          <a:stretch>
            <a:fillRect/>
          </a:stretch>
        </p:blipFill>
        <p:spPr>
          <a:xfrm>
            <a:off x="8968105" y="2255520"/>
            <a:ext cx="163830" cy="174625"/>
          </a:xfrm>
          <a:prstGeom prst="rect">
            <a:avLst/>
          </a:prstGeom>
        </p:spPr>
      </p:pic>
      <p:pic>
        <p:nvPicPr>
          <p:cNvPr id="60" name="图片 59"/>
          <p:cNvPicPr>
            <a:picLocks noChangeAspect="1"/>
          </p:cNvPicPr>
          <p:nvPr>
            <p:custDataLst>
              <p:tags r:id="rId66"/>
            </p:custDataLst>
          </p:nvPr>
        </p:nvPicPr>
        <p:blipFill>
          <a:blip r:embed="rId6"/>
          <a:stretch>
            <a:fillRect/>
          </a:stretch>
        </p:blipFill>
        <p:spPr>
          <a:xfrm>
            <a:off x="8009255" y="2255520"/>
            <a:ext cx="163830" cy="174625"/>
          </a:xfrm>
          <a:prstGeom prst="rect">
            <a:avLst/>
          </a:prstGeom>
        </p:spPr>
      </p:pic>
      <p:pic>
        <p:nvPicPr>
          <p:cNvPr id="63" name="图片 62"/>
          <p:cNvPicPr>
            <a:picLocks noChangeAspect="1"/>
          </p:cNvPicPr>
          <p:nvPr>
            <p:custDataLst>
              <p:tags r:id="rId67"/>
            </p:custDataLst>
          </p:nvPr>
        </p:nvPicPr>
        <p:blipFill>
          <a:blip r:embed="rId6"/>
          <a:stretch>
            <a:fillRect/>
          </a:stretch>
        </p:blipFill>
        <p:spPr>
          <a:xfrm>
            <a:off x="7520940" y="2252345"/>
            <a:ext cx="163830" cy="174625"/>
          </a:xfrm>
          <a:prstGeom prst="rect">
            <a:avLst/>
          </a:prstGeom>
        </p:spPr>
      </p:pic>
      <p:pic>
        <p:nvPicPr>
          <p:cNvPr id="66" name="图片 65"/>
          <p:cNvPicPr>
            <a:picLocks noChangeAspect="1"/>
          </p:cNvPicPr>
          <p:nvPr>
            <p:custDataLst>
              <p:tags r:id="rId68"/>
            </p:custDataLst>
          </p:nvPr>
        </p:nvPicPr>
        <p:blipFill>
          <a:blip r:embed="rId6"/>
          <a:stretch>
            <a:fillRect/>
          </a:stretch>
        </p:blipFill>
        <p:spPr>
          <a:xfrm>
            <a:off x="9436100" y="2252980"/>
            <a:ext cx="163830" cy="174625"/>
          </a:xfrm>
          <a:prstGeom prst="rect">
            <a:avLst/>
          </a:prstGeom>
        </p:spPr>
      </p:pic>
      <p:cxnSp>
        <p:nvCxnSpPr>
          <p:cNvPr id="67" name="直接连接符 66"/>
          <p:cNvCxnSpPr/>
          <p:nvPr>
            <p:custDataLst>
              <p:tags r:id="rId69"/>
            </p:custDataLst>
          </p:nvPr>
        </p:nvCxnSpPr>
        <p:spPr>
          <a:xfrm flipV="1">
            <a:off x="7040245" y="2047875"/>
            <a:ext cx="3240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p:nvPr>
            <p:custDataLst>
              <p:tags r:id="rId70"/>
            </p:custDataLst>
          </p:nvPr>
        </p:nvCxnSpPr>
        <p:spPr>
          <a:xfrm flipV="1">
            <a:off x="7040245" y="2456815"/>
            <a:ext cx="3240000" cy="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graphicFrame>
        <p:nvGraphicFramePr>
          <p:cNvPr id="77" name="对象 76">
            <a:hlinkClick r:id="" action="ppaction://ole?verb="/>
          </p:cNvPr>
          <p:cNvGraphicFramePr>
            <a:graphicFrameLocks noChangeAspect="1"/>
          </p:cNvGraphicFramePr>
          <p:nvPr>
            <p:custDataLst>
              <p:tags r:id="rId71"/>
            </p:custDataLst>
          </p:nvPr>
        </p:nvGraphicFramePr>
        <p:xfrm>
          <a:off x="8639175" y="1431290"/>
          <a:ext cx="328930" cy="195580"/>
        </p:xfrm>
        <a:graphic>
          <a:graphicData uri="http://schemas.openxmlformats.org/presentationml/2006/ole">
            <mc:AlternateContent xmlns:mc="http://schemas.openxmlformats.org/markup-compatibility/2006">
              <mc:Choice xmlns:v="urn:schemas-microsoft-com:vml" Requires="v">
                <p:oleObj spid="_x0000_s78" name="" r:id="rId72" imgW="342900" imgH="203200" progId="Equation.KSEE3">
                  <p:embed/>
                </p:oleObj>
              </mc:Choice>
              <mc:Fallback>
                <p:oleObj name="" r:id="rId72" imgW="342900" imgH="203200" progId="Equation.KSEE3">
                  <p:embed/>
                  <p:pic>
                    <p:nvPicPr>
                      <p:cNvPr id="0" name="图片 1024"/>
                      <p:cNvPicPr/>
                      <p:nvPr/>
                    </p:nvPicPr>
                    <p:blipFill>
                      <a:blip r:embed="rId73"/>
                      <a:stretch>
                        <a:fillRect/>
                      </a:stretch>
                    </p:blipFill>
                    <p:spPr>
                      <a:xfrm>
                        <a:off x="8639175" y="1431290"/>
                        <a:ext cx="328930" cy="195580"/>
                      </a:xfrm>
                      <a:prstGeom prst="rect">
                        <a:avLst/>
                      </a:prstGeom>
                    </p:spPr>
                  </p:pic>
                </p:oleObj>
              </mc:Fallback>
            </mc:AlternateContent>
          </a:graphicData>
        </a:graphic>
      </p:graphicFrame>
      <p:graphicFrame>
        <p:nvGraphicFramePr>
          <p:cNvPr id="82" name="对象 81">
            <a:hlinkClick r:id="" action="ppaction://ole?verb="/>
          </p:cNvPr>
          <p:cNvGraphicFramePr>
            <a:graphicFrameLocks noChangeAspect="1"/>
          </p:cNvGraphicFramePr>
          <p:nvPr>
            <p:custDataLst>
              <p:tags r:id="rId74"/>
            </p:custDataLst>
          </p:nvPr>
        </p:nvGraphicFramePr>
        <p:xfrm>
          <a:off x="8496300" y="1286828"/>
          <a:ext cx="142875" cy="186055"/>
        </p:xfrm>
        <a:graphic>
          <a:graphicData uri="http://schemas.openxmlformats.org/presentationml/2006/ole">
            <mc:AlternateContent xmlns:mc="http://schemas.openxmlformats.org/markup-compatibility/2006">
              <mc:Choice xmlns:v="urn:schemas-microsoft-com:vml" Requires="v">
                <p:oleObj spid="_x0000_s83" name="" r:id="rId75" imgW="127000" imgH="165100" progId="Equation.KSEE3">
                  <p:embed/>
                </p:oleObj>
              </mc:Choice>
              <mc:Fallback>
                <p:oleObj name="" r:id="rId75" imgW="127000" imgH="165100" progId="Equation.KSEE3">
                  <p:embed/>
                  <p:pic>
                    <p:nvPicPr>
                      <p:cNvPr id="0" name="图片 1024"/>
                      <p:cNvPicPr/>
                      <p:nvPr/>
                    </p:nvPicPr>
                    <p:blipFill>
                      <a:blip r:embed="rId38"/>
                      <a:stretch>
                        <a:fillRect/>
                      </a:stretch>
                    </p:blipFill>
                    <p:spPr>
                      <a:xfrm>
                        <a:off x="8496300" y="1286828"/>
                        <a:ext cx="142875" cy="186055"/>
                      </a:xfrm>
                      <a:prstGeom prst="rect">
                        <a:avLst/>
                      </a:prstGeom>
                    </p:spPr>
                  </p:pic>
                </p:oleObj>
              </mc:Fallback>
            </mc:AlternateContent>
          </a:graphicData>
        </a:graphic>
      </p:graphicFrame>
      <p:cxnSp>
        <p:nvCxnSpPr>
          <p:cNvPr id="85" name="直接箭头连接符 84"/>
          <p:cNvCxnSpPr/>
          <p:nvPr>
            <p:custDataLst>
              <p:tags r:id="rId76"/>
            </p:custDataLst>
          </p:nvPr>
        </p:nvCxnSpPr>
        <p:spPr>
          <a:xfrm>
            <a:off x="8561365" y="1610995"/>
            <a:ext cx="5715" cy="233045"/>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aphicFrame>
        <p:nvGraphicFramePr>
          <p:cNvPr id="86" name="对象 85">
            <a:hlinkClick r:id="" action="ppaction://ole?verb="/>
          </p:cNvPr>
          <p:cNvGraphicFramePr>
            <a:graphicFrameLocks noChangeAspect="1"/>
          </p:cNvGraphicFramePr>
          <p:nvPr>
            <p:custDataLst>
              <p:tags r:id="rId77"/>
            </p:custDataLst>
          </p:nvPr>
        </p:nvGraphicFramePr>
        <p:xfrm>
          <a:off x="8623935" y="1679575"/>
          <a:ext cx="284480" cy="238125"/>
        </p:xfrm>
        <a:graphic>
          <a:graphicData uri="http://schemas.openxmlformats.org/presentationml/2006/ole">
            <mc:AlternateContent xmlns:mc="http://schemas.openxmlformats.org/markup-compatibility/2006">
              <mc:Choice xmlns:v="urn:schemas-microsoft-com:vml" Requires="v">
                <p:oleObj spid="_x0000_s87" name="" r:id="rId78" imgW="304800" imgH="254000" progId="Equation.KSEE3">
                  <p:embed/>
                </p:oleObj>
              </mc:Choice>
              <mc:Fallback>
                <p:oleObj name="" r:id="rId78" imgW="304800" imgH="254000" progId="Equation.KSEE3">
                  <p:embed/>
                  <p:pic>
                    <p:nvPicPr>
                      <p:cNvPr id="0" name="图片 1024"/>
                      <p:cNvPicPr/>
                      <p:nvPr/>
                    </p:nvPicPr>
                    <p:blipFill>
                      <a:blip r:embed="rId79"/>
                      <a:stretch>
                        <a:fillRect/>
                      </a:stretch>
                    </p:blipFill>
                    <p:spPr>
                      <a:xfrm>
                        <a:off x="8623935" y="1679575"/>
                        <a:ext cx="284480" cy="238125"/>
                      </a:xfrm>
                      <a:prstGeom prst="rect">
                        <a:avLst/>
                      </a:prstGeom>
                    </p:spPr>
                  </p:pic>
                </p:oleObj>
              </mc:Fallback>
            </mc:AlternateContent>
          </a:graphicData>
        </a:graphic>
      </p:graphicFrame>
      <p:grpSp>
        <p:nvGrpSpPr>
          <p:cNvPr id="88" name="组合 87"/>
          <p:cNvGrpSpPr/>
          <p:nvPr>
            <p:custDataLst>
              <p:tags r:id="rId80"/>
            </p:custDataLst>
          </p:nvPr>
        </p:nvGrpSpPr>
        <p:grpSpPr>
          <a:xfrm>
            <a:off x="6513195" y="1440815"/>
            <a:ext cx="625475" cy="408940"/>
            <a:chOff x="685" y="2832"/>
            <a:chExt cx="985" cy="644"/>
          </a:xfrm>
        </p:grpSpPr>
        <p:cxnSp>
          <p:nvCxnSpPr>
            <p:cNvPr id="89" name="直接箭头连接符 88"/>
            <p:cNvCxnSpPr/>
            <p:nvPr>
              <p:custDataLst>
                <p:tags r:id="rId81"/>
              </p:custDataLst>
            </p:nvPr>
          </p:nvCxnSpPr>
          <p:spPr>
            <a:xfrm flipV="1">
              <a:off x="982" y="2885"/>
              <a:ext cx="0" cy="367"/>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cxnSp>
          <p:nvCxnSpPr>
            <p:cNvPr id="90" name="直接箭头连接符 89"/>
            <p:cNvCxnSpPr/>
            <p:nvPr>
              <p:custDataLst>
                <p:tags r:id="rId82"/>
              </p:custDataLst>
            </p:nvPr>
          </p:nvCxnSpPr>
          <p:spPr>
            <a:xfrm rot="5400000" flipV="1">
              <a:off x="1262" y="3160"/>
              <a:ext cx="0" cy="367"/>
            </a:xfrm>
            <a:prstGeom prst="straightConnector1">
              <a:avLst/>
            </a:prstGeom>
            <a:ln>
              <a:solidFill>
                <a:schemeClr val="tx1"/>
              </a:solidFill>
              <a:tailEnd type="stealth"/>
            </a:ln>
          </p:spPr>
          <p:style>
            <a:lnRef idx="2">
              <a:schemeClr val="accent1"/>
            </a:lnRef>
            <a:fillRef idx="0">
              <a:srgbClr val="FFFFFF"/>
            </a:fillRef>
            <a:effectRef idx="0">
              <a:srgbClr val="FFFFFF"/>
            </a:effectRef>
            <a:fontRef idx="minor">
              <a:schemeClr val="tx1"/>
            </a:fontRef>
          </p:style>
        </p:cxnSp>
        <p:grpSp>
          <p:nvGrpSpPr>
            <p:cNvPr id="91" name="组合 90"/>
            <p:cNvGrpSpPr/>
            <p:nvPr/>
          </p:nvGrpSpPr>
          <p:grpSpPr>
            <a:xfrm>
              <a:off x="805" y="2959"/>
              <a:ext cx="324" cy="474"/>
              <a:chOff x="9057" y="6920"/>
              <a:chExt cx="324" cy="474"/>
            </a:xfrm>
          </p:grpSpPr>
          <p:sp>
            <p:nvSpPr>
              <p:cNvPr id="92" name="椭圆 91"/>
              <p:cNvSpPr/>
              <p:nvPr>
                <p:custDataLst>
                  <p:tags r:id="rId83"/>
                </p:custDataLst>
              </p:nvPr>
            </p:nvSpPr>
            <p:spPr>
              <a:xfrm>
                <a:off x="9155" y="7224"/>
                <a:ext cx="170" cy="170"/>
              </a:xfrm>
              <a:prstGeom prst="ellipse">
                <a:avLst/>
              </a:prstGeom>
              <a:noFill/>
              <a:ln>
                <a:solidFill>
                  <a:schemeClr val="tx1"/>
                </a:solidFill>
              </a:ln>
              <a:extLst>
                <a:ext uri="{909E8E84-426E-40DD-AFC4-6F175D3DCCD1}">
                  <a14:hiddenFill xmlns:a14="http://schemas.microsoft.com/office/drawing/2010/main">
                    <a:solidFill>
                      <a:schemeClr val="tx1"/>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n>
                    <a:solidFill>
                      <a:sysClr val="windowText" lastClr="000000"/>
                    </a:solidFill>
                  </a:ln>
                  <a:solidFill>
                    <a:schemeClr val="tx1"/>
                  </a:solidFill>
                </a:endParaRPr>
              </a:p>
            </p:txBody>
          </p:sp>
          <p:sp>
            <p:nvSpPr>
              <p:cNvPr id="93" name="文本框 92"/>
              <p:cNvSpPr txBox="1"/>
              <p:nvPr>
                <p:custDataLst>
                  <p:tags r:id="rId84"/>
                </p:custDataLst>
              </p:nvPr>
            </p:nvSpPr>
            <p:spPr>
              <a:xfrm>
                <a:off x="9057" y="6920"/>
                <a:ext cx="325" cy="287"/>
              </a:xfrm>
              <a:prstGeom prst="rect">
                <a:avLst/>
              </a:prstGeom>
              <a:noFill/>
            </p:spPr>
            <p:txBody>
              <a:bodyPr wrap="square" rtlCol="0">
                <a:noAutofit/>
              </a:bodyPr>
              <a:p>
                <a:r>
                  <a:rPr lang="en-US" altLang="zh-CN">
                    <a:solidFill>
                      <a:schemeClr val="tx1"/>
                    </a:solidFill>
                  </a:rPr>
                  <a:t>.</a:t>
                </a:r>
                <a:endParaRPr lang="en-US" altLang="zh-CN">
                  <a:solidFill>
                    <a:schemeClr val="tx1"/>
                  </a:solidFill>
                </a:endParaRPr>
              </a:p>
            </p:txBody>
          </p:sp>
        </p:grpSp>
        <p:graphicFrame>
          <p:nvGraphicFramePr>
            <p:cNvPr id="94" name="对象 93">
              <a:hlinkClick r:id="" action="ppaction://ole?verb="/>
            </p:cNvPr>
            <p:cNvGraphicFramePr>
              <a:graphicFrameLocks noChangeAspect="1"/>
            </p:cNvGraphicFramePr>
            <p:nvPr>
              <p:custDataLst>
                <p:tags r:id="rId85"/>
              </p:custDataLst>
            </p:nvPr>
          </p:nvGraphicFramePr>
          <p:xfrm>
            <a:off x="1446" y="3227"/>
            <a:ext cx="225" cy="248"/>
          </p:xfrm>
          <a:graphic>
            <a:graphicData uri="http://schemas.openxmlformats.org/presentationml/2006/ole">
              <mc:AlternateContent xmlns:mc="http://schemas.openxmlformats.org/markup-compatibility/2006">
                <mc:Choice xmlns:v="urn:schemas-microsoft-com:vml" Requires="v">
                  <p:oleObj spid="_x0000_s95" name="" r:id="rId86" imgW="127000" imgH="139700" progId="Equation.KSEE3">
                    <p:embed/>
                  </p:oleObj>
                </mc:Choice>
                <mc:Fallback>
                  <p:oleObj name="" r:id="rId86" imgW="127000" imgH="139700" progId="Equation.KSEE3">
                    <p:embed/>
                    <p:pic>
                      <p:nvPicPr>
                        <p:cNvPr id="0" name="图片 1024"/>
                        <p:cNvPicPr/>
                        <p:nvPr/>
                      </p:nvPicPr>
                      <p:blipFill>
                        <a:blip r:embed="rId56"/>
                        <a:stretch>
                          <a:fillRect/>
                        </a:stretch>
                      </p:blipFill>
                      <p:spPr>
                        <a:xfrm>
                          <a:off x="1446" y="3227"/>
                          <a:ext cx="225" cy="248"/>
                        </a:xfrm>
                        <a:prstGeom prst="rect">
                          <a:avLst/>
                        </a:prstGeom>
                      </p:spPr>
                    </p:pic>
                  </p:oleObj>
                </mc:Fallback>
              </mc:AlternateContent>
            </a:graphicData>
          </a:graphic>
        </p:graphicFrame>
        <p:graphicFrame>
          <p:nvGraphicFramePr>
            <p:cNvPr id="96" name="对象 95">
              <a:hlinkClick r:id="" action="ppaction://ole?verb="/>
            </p:cNvPr>
            <p:cNvGraphicFramePr>
              <a:graphicFrameLocks noChangeAspect="1"/>
            </p:cNvGraphicFramePr>
            <p:nvPr>
              <p:custDataLst>
                <p:tags r:id="rId87"/>
              </p:custDataLst>
            </p:nvPr>
          </p:nvGraphicFramePr>
          <p:xfrm>
            <a:off x="751" y="2832"/>
            <a:ext cx="231" cy="273"/>
          </p:xfrm>
          <a:graphic>
            <a:graphicData uri="http://schemas.openxmlformats.org/presentationml/2006/ole">
              <mc:AlternateContent xmlns:mc="http://schemas.openxmlformats.org/markup-compatibility/2006">
                <mc:Choice xmlns:v="urn:schemas-microsoft-com:vml" Requires="v">
                  <p:oleObj spid="_x0000_s97" name="" r:id="rId88" imgW="139700" imgH="165100" progId="Equation.KSEE3">
                    <p:embed/>
                  </p:oleObj>
                </mc:Choice>
                <mc:Fallback>
                  <p:oleObj name="" r:id="rId88" imgW="139700" imgH="165100" progId="Equation.KSEE3">
                    <p:embed/>
                    <p:pic>
                      <p:nvPicPr>
                        <p:cNvPr id="0" name="图片 1024"/>
                        <p:cNvPicPr/>
                        <p:nvPr/>
                      </p:nvPicPr>
                      <p:blipFill>
                        <a:blip r:embed="rId59"/>
                        <a:stretch>
                          <a:fillRect/>
                        </a:stretch>
                      </p:blipFill>
                      <p:spPr>
                        <a:xfrm>
                          <a:off x="751" y="2832"/>
                          <a:ext cx="231" cy="273"/>
                        </a:xfrm>
                        <a:prstGeom prst="rect">
                          <a:avLst/>
                        </a:prstGeom>
                      </p:spPr>
                    </p:pic>
                  </p:oleObj>
                </mc:Fallback>
              </mc:AlternateContent>
            </a:graphicData>
          </a:graphic>
        </p:graphicFrame>
        <p:graphicFrame>
          <p:nvGraphicFramePr>
            <p:cNvPr id="98" name="对象 97">
              <a:hlinkClick r:id="" action="ppaction://ole?verb="/>
            </p:cNvPr>
            <p:cNvGraphicFramePr>
              <a:graphicFrameLocks noChangeAspect="1"/>
            </p:cNvGraphicFramePr>
            <p:nvPr>
              <p:custDataLst>
                <p:tags r:id="rId89"/>
              </p:custDataLst>
            </p:nvPr>
          </p:nvGraphicFramePr>
          <p:xfrm>
            <a:off x="685" y="3250"/>
            <a:ext cx="225" cy="226"/>
          </p:xfrm>
          <a:graphic>
            <a:graphicData uri="http://schemas.openxmlformats.org/presentationml/2006/ole">
              <mc:AlternateContent xmlns:mc="http://schemas.openxmlformats.org/markup-compatibility/2006">
                <mc:Choice xmlns:v="urn:schemas-microsoft-com:vml" Requires="v">
                  <p:oleObj spid="_x0000_s99" name="" r:id="rId90" imgW="127000" imgH="127000" progId="Equation.KSEE3">
                    <p:embed/>
                  </p:oleObj>
                </mc:Choice>
                <mc:Fallback>
                  <p:oleObj name="" r:id="rId90" imgW="127000" imgH="127000" progId="Equation.KSEE3">
                    <p:embed/>
                    <p:pic>
                      <p:nvPicPr>
                        <p:cNvPr id="0" name="图片 1024"/>
                        <p:cNvPicPr/>
                        <p:nvPr/>
                      </p:nvPicPr>
                      <p:blipFill>
                        <a:blip r:embed="rId62"/>
                        <a:stretch>
                          <a:fillRect/>
                        </a:stretch>
                      </p:blipFill>
                      <p:spPr>
                        <a:xfrm>
                          <a:off x="685" y="3250"/>
                          <a:ext cx="225" cy="226"/>
                        </a:xfrm>
                        <a:prstGeom prst="rect">
                          <a:avLst/>
                        </a:prstGeom>
                      </p:spPr>
                    </p:pic>
                  </p:oleObj>
                </mc:Fallback>
              </mc:AlternateContent>
            </a:graphicData>
          </a:graphic>
        </p:graphicFrame>
      </p:grpSp>
      <p:cxnSp>
        <p:nvCxnSpPr>
          <p:cNvPr id="102" name="直接箭头连接符 101"/>
          <p:cNvCxnSpPr/>
          <p:nvPr>
            <p:custDataLst>
              <p:tags r:id="rId91"/>
            </p:custDataLst>
          </p:nvPr>
        </p:nvCxnSpPr>
        <p:spPr>
          <a:xfrm flipH="1" flipV="1">
            <a:off x="7352665" y="2348865"/>
            <a:ext cx="180000" cy="0"/>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03" name="直接箭头连接符 102"/>
          <p:cNvCxnSpPr/>
          <p:nvPr>
            <p:custDataLst>
              <p:tags r:id="rId92"/>
            </p:custDataLst>
          </p:nvPr>
        </p:nvCxnSpPr>
        <p:spPr>
          <a:xfrm flipH="1" flipV="1">
            <a:off x="7844155" y="2352040"/>
            <a:ext cx="180000" cy="0"/>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04" name="直接箭头连接符 103"/>
          <p:cNvCxnSpPr/>
          <p:nvPr>
            <p:custDataLst>
              <p:tags r:id="rId93"/>
            </p:custDataLst>
          </p:nvPr>
        </p:nvCxnSpPr>
        <p:spPr>
          <a:xfrm flipH="1" flipV="1">
            <a:off x="8306435" y="2352040"/>
            <a:ext cx="180000" cy="0"/>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06" name="直接箭头连接符 105"/>
          <p:cNvCxnSpPr/>
          <p:nvPr>
            <p:custDataLst>
              <p:tags r:id="rId94"/>
            </p:custDataLst>
          </p:nvPr>
        </p:nvCxnSpPr>
        <p:spPr>
          <a:xfrm flipH="1" flipV="1">
            <a:off x="8799830" y="2352040"/>
            <a:ext cx="180000" cy="0"/>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cxnSp>
        <p:nvCxnSpPr>
          <p:cNvPr id="107" name="直接箭头连接符 106"/>
          <p:cNvCxnSpPr/>
          <p:nvPr>
            <p:custDataLst>
              <p:tags r:id="rId95"/>
            </p:custDataLst>
          </p:nvPr>
        </p:nvCxnSpPr>
        <p:spPr>
          <a:xfrm flipH="1" flipV="1">
            <a:off x="9271635" y="2349500"/>
            <a:ext cx="180000" cy="0"/>
          </a:xfrm>
          <a:prstGeom prst="straightConnector1">
            <a:avLst/>
          </a:prstGeom>
          <a:ln>
            <a:solidFill>
              <a:srgbClr val="FF0000"/>
            </a:solidFill>
            <a:tailEnd type="stealth"/>
          </a:ln>
        </p:spPr>
        <p:style>
          <a:lnRef idx="2">
            <a:schemeClr val="accent1"/>
          </a:lnRef>
          <a:fillRef idx="0">
            <a:srgbClr val="FFFFFF"/>
          </a:fillRef>
          <a:effectRef idx="0">
            <a:srgbClr val="FFFFFF"/>
          </a:effectRef>
          <a:fontRef idx="minor">
            <a:schemeClr val="tx1"/>
          </a:fontRef>
        </p:style>
      </p:cxnSp>
      <p:graphicFrame>
        <p:nvGraphicFramePr>
          <p:cNvPr id="108" name="对象 107">
            <a:hlinkClick r:id="" action="ppaction://ole?verb="/>
          </p:cNvPr>
          <p:cNvGraphicFramePr>
            <a:graphicFrameLocks noChangeAspect="1"/>
          </p:cNvGraphicFramePr>
          <p:nvPr>
            <p:custDataLst>
              <p:tags r:id="rId96"/>
            </p:custDataLst>
          </p:nvPr>
        </p:nvGraphicFramePr>
        <p:xfrm>
          <a:off x="7210743" y="2256791"/>
          <a:ext cx="121920" cy="170180"/>
        </p:xfrm>
        <a:graphic>
          <a:graphicData uri="http://schemas.openxmlformats.org/presentationml/2006/ole">
            <mc:AlternateContent xmlns:mc="http://schemas.openxmlformats.org/markup-compatibility/2006">
              <mc:Choice xmlns:v="urn:schemas-microsoft-com:vml" Requires="v">
                <p:oleObj spid="_x0000_s109" name="" r:id="rId97" imgW="127000" imgH="177165" progId="Equation.KSEE3">
                  <p:embed/>
                </p:oleObj>
              </mc:Choice>
              <mc:Fallback>
                <p:oleObj name="" r:id="rId97" imgW="127000" imgH="177165" progId="Equation.KSEE3">
                  <p:embed/>
                  <p:pic>
                    <p:nvPicPr>
                      <p:cNvPr id="0" name="图片 1024"/>
                      <p:cNvPicPr/>
                      <p:nvPr/>
                    </p:nvPicPr>
                    <p:blipFill>
                      <a:blip r:embed="rId98"/>
                      <a:stretch>
                        <a:fillRect/>
                      </a:stretch>
                    </p:blipFill>
                    <p:spPr>
                      <a:xfrm>
                        <a:off x="7210743" y="2256791"/>
                        <a:ext cx="121920" cy="170180"/>
                      </a:xfrm>
                      <a:prstGeom prst="rect">
                        <a:avLst/>
                      </a:prstGeom>
                    </p:spPr>
                  </p:pic>
                </p:oleObj>
              </mc:Fallback>
            </mc:AlternateContent>
          </a:graphicData>
        </a:graphic>
      </p:graphicFrame>
      <p:graphicFrame>
        <p:nvGraphicFramePr>
          <p:cNvPr id="110" name="对象 109">
            <a:hlinkClick r:id="" action="ppaction://ole?verb="/>
          </p:cNvPr>
          <p:cNvGraphicFramePr>
            <a:graphicFrameLocks noChangeAspect="1"/>
          </p:cNvGraphicFramePr>
          <p:nvPr>
            <p:custDataLst>
              <p:tags r:id="rId99"/>
            </p:custDataLst>
          </p:nvPr>
        </p:nvGraphicFramePr>
        <p:xfrm>
          <a:off x="7316470" y="2067560"/>
          <a:ext cx="167640" cy="179705"/>
        </p:xfrm>
        <a:graphic>
          <a:graphicData uri="http://schemas.openxmlformats.org/presentationml/2006/ole">
            <mc:AlternateContent xmlns:mc="http://schemas.openxmlformats.org/markup-compatibility/2006">
              <mc:Choice xmlns:v="urn:schemas-microsoft-com:vml" Requires="v">
                <p:oleObj spid="_x0000_s111" name="" r:id="rId100" imgW="165100" imgH="177165" progId="Equation.KSEE3">
                  <p:embed/>
                </p:oleObj>
              </mc:Choice>
              <mc:Fallback>
                <p:oleObj name="" r:id="rId100" imgW="165100" imgH="177165" progId="Equation.KSEE3">
                  <p:embed/>
                  <p:pic>
                    <p:nvPicPr>
                      <p:cNvPr id="0" name="图片 1024"/>
                      <p:cNvPicPr/>
                      <p:nvPr/>
                    </p:nvPicPr>
                    <p:blipFill>
                      <a:blip r:embed="rId101"/>
                      <a:stretch>
                        <a:fillRect/>
                      </a:stretch>
                    </p:blipFill>
                    <p:spPr>
                      <a:xfrm>
                        <a:off x="7316470" y="2067560"/>
                        <a:ext cx="167640" cy="179705"/>
                      </a:xfrm>
                      <a:prstGeom prst="rect">
                        <a:avLst/>
                      </a:prstGeom>
                    </p:spPr>
                  </p:pic>
                </p:oleObj>
              </mc:Fallback>
            </mc:AlternateContent>
          </a:graphicData>
        </a:graphic>
      </p:graphicFrame>
      <p:graphicFrame>
        <p:nvGraphicFramePr>
          <p:cNvPr id="112" name="对象 111">
            <a:hlinkClick r:id="" action="ppaction://ole?verb="/>
          </p:cNvPr>
          <p:cNvGraphicFramePr>
            <a:graphicFrameLocks noChangeAspect="1"/>
          </p:cNvGraphicFramePr>
          <p:nvPr>
            <p:custDataLst>
              <p:tags r:id="rId102"/>
            </p:custDataLst>
          </p:nvPr>
        </p:nvGraphicFramePr>
        <p:xfrm>
          <a:off x="7520623" y="1092518"/>
          <a:ext cx="2151380" cy="233045"/>
        </p:xfrm>
        <a:graphic>
          <a:graphicData uri="http://schemas.openxmlformats.org/presentationml/2006/ole">
            <mc:AlternateContent xmlns:mc="http://schemas.openxmlformats.org/markup-compatibility/2006">
              <mc:Choice xmlns:v="urn:schemas-microsoft-com:vml" Requires="v">
                <p:oleObj spid="_x0000_s114" name="" r:id="rId103" imgW="1917065" imgH="203200" progId="Equation.KSEE3">
                  <p:embed/>
                </p:oleObj>
              </mc:Choice>
              <mc:Fallback>
                <p:oleObj name="" r:id="rId103" imgW="1917065" imgH="203200" progId="Equation.KSEE3">
                  <p:embed/>
                  <p:pic>
                    <p:nvPicPr>
                      <p:cNvPr id="0" name="图片 1024"/>
                      <p:cNvPicPr/>
                      <p:nvPr/>
                    </p:nvPicPr>
                    <p:blipFill>
                      <a:blip r:embed="rId104"/>
                      <a:stretch>
                        <a:fillRect/>
                      </a:stretch>
                    </p:blipFill>
                    <p:spPr>
                      <a:xfrm>
                        <a:off x="7520623" y="1092518"/>
                        <a:ext cx="2151380" cy="233045"/>
                      </a:xfrm>
                      <a:prstGeom prst="rect">
                        <a:avLst/>
                      </a:prstGeom>
                    </p:spPr>
                  </p:pic>
                </p:oleObj>
              </mc:Fallback>
            </mc:AlternateContent>
          </a:graphicData>
        </a:graphic>
      </p:graphicFrame>
      <p:graphicFrame>
        <p:nvGraphicFramePr>
          <p:cNvPr id="116" name="对象 115">
            <a:hlinkClick r:id="" action="ppaction://ole?verb="/>
          </p:cNvPr>
          <p:cNvGraphicFramePr>
            <a:graphicFrameLocks noChangeAspect="1"/>
          </p:cNvGraphicFramePr>
          <p:nvPr/>
        </p:nvGraphicFramePr>
        <p:xfrm>
          <a:off x="6561456" y="2499360"/>
          <a:ext cx="5476240" cy="4344670"/>
        </p:xfrm>
        <a:graphic>
          <a:graphicData uri="http://schemas.openxmlformats.org/presentationml/2006/ole">
            <mc:AlternateContent xmlns:mc="http://schemas.openxmlformats.org/markup-compatibility/2006">
              <mc:Choice xmlns:v="urn:schemas-microsoft-com:vml" Requires="v">
                <p:oleObj spid="_x0000_s117" name="" r:id="rId105" imgW="7035165" imgH="5461000" progId="Equation.KSEE3">
                  <p:embed/>
                </p:oleObj>
              </mc:Choice>
              <mc:Fallback>
                <p:oleObj name="" r:id="rId105" imgW="7035165" imgH="5461000" progId="Equation.KSEE3">
                  <p:embed/>
                  <p:pic>
                    <p:nvPicPr>
                      <p:cNvPr id="0" name="图片 1024"/>
                      <p:cNvPicPr/>
                      <p:nvPr/>
                    </p:nvPicPr>
                    <p:blipFill>
                      <a:blip r:embed="rId106"/>
                      <a:stretch>
                        <a:fillRect/>
                      </a:stretch>
                    </p:blipFill>
                    <p:spPr>
                      <a:xfrm>
                        <a:off x="6561456" y="2499360"/>
                        <a:ext cx="5476240" cy="4344670"/>
                      </a:xfrm>
                      <a:prstGeom prst="rect">
                        <a:avLst/>
                      </a:prstGeom>
                    </p:spPr>
                  </p:pic>
                </p:oleObj>
              </mc:Fallback>
            </mc:AlternateContent>
          </a:graphicData>
        </a:graphic>
      </p:graphicFrame>
      <p:graphicFrame>
        <p:nvGraphicFramePr>
          <p:cNvPr id="118" name="对象 117">
            <a:hlinkClick r:id="" action="ppaction://ole?verb="/>
          </p:cNvPr>
          <p:cNvGraphicFramePr>
            <a:graphicFrameLocks noChangeAspect="1"/>
          </p:cNvGraphicFramePr>
          <p:nvPr/>
        </p:nvGraphicFramePr>
        <p:xfrm>
          <a:off x="5276216" y="852170"/>
          <a:ext cx="6201410" cy="193040"/>
        </p:xfrm>
        <a:graphic>
          <a:graphicData uri="http://schemas.openxmlformats.org/presentationml/2006/ole">
            <mc:AlternateContent xmlns:mc="http://schemas.openxmlformats.org/markup-compatibility/2006">
              <mc:Choice xmlns:v="urn:schemas-microsoft-com:vml" Requires="v">
                <p:oleObj spid="_x0000_s119" name="" r:id="rId107" imgW="6654800" imgH="203200" progId="Equation.KSEE3">
                  <p:embed/>
                </p:oleObj>
              </mc:Choice>
              <mc:Fallback>
                <p:oleObj name="" r:id="rId107" imgW="6654800" imgH="203200" progId="Equation.KSEE3">
                  <p:embed/>
                  <p:pic>
                    <p:nvPicPr>
                      <p:cNvPr id="0" name="图片 1024"/>
                      <p:cNvPicPr/>
                      <p:nvPr/>
                    </p:nvPicPr>
                    <p:blipFill>
                      <a:blip r:embed="rId108"/>
                      <a:stretch>
                        <a:fillRect/>
                      </a:stretch>
                    </p:blipFill>
                    <p:spPr>
                      <a:xfrm>
                        <a:off x="5276216" y="852170"/>
                        <a:ext cx="6201410" cy="193040"/>
                      </a:xfrm>
                      <a:prstGeom prst="rect">
                        <a:avLst/>
                      </a:prstGeom>
                    </p:spPr>
                  </p:pic>
                </p:oleObj>
              </mc:Fallback>
            </mc:AlternateContent>
          </a:graphicData>
        </a:graphic>
      </p:graphicFrame>
      <p:cxnSp>
        <p:nvCxnSpPr>
          <p:cNvPr id="120" name="直接箭头连接符 119"/>
          <p:cNvCxnSpPr/>
          <p:nvPr/>
        </p:nvCxnSpPr>
        <p:spPr>
          <a:xfrm flipH="1" flipV="1">
            <a:off x="3098800" y="5803265"/>
            <a:ext cx="4864735" cy="9194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21" name="对象 120">
            <a:hlinkClick r:id="" action="ppaction://ole?verb="/>
          </p:cNvPr>
          <p:cNvGraphicFramePr>
            <a:graphicFrameLocks noChangeAspect="1"/>
          </p:cNvGraphicFramePr>
          <p:nvPr/>
        </p:nvGraphicFramePr>
        <p:xfrm>
          <a:off x="4534535" y="5836285"/>
          <a:ext cx="975995" cy="349250"/>
        </p:xfrm>
        <a:graphic>
          <a:graphicData uri="http://schemas.openxmlformats.org/presentationml/2006/ole">
            <mc:AlternateContent xmlns:mc="http://schemas.openxmlformats.org/markup-compatibility/2006">
              <mc:Choice xmlns:v="urn:schemas-microsoft-com:vml" Requires="v">
                <p:oleObj spid="_x0000_s122" name="" r:id="rId109" imgW="1308100" imgH="457200" progId="Equation.KSEE3">
                  <p:embed/>
                </p:oleObj>
              </mc:Choice>
              <mc:Fallback>
                <p:oleObj name="" r:id="rId109" imgW="1308100" imgH="457200" progId="Equation.KSEE3">
                  <p:embed/>
                  <p:pic>
                    <p:nvPicPr>
                      <p:cNvPr id="0" name="图片 1024"/>
                      <p:cNvPicPr/>
                      <p:nvPr/>
                    </p:nvPicPr>
                    <p:blipFill>
                      <a:blip r:embed="rId110"/>
                      <a:stretch>
                        <a:fillRect/>
                      </a:stretch>
                    </p:blipFill>
                    <p:spPr>
                      <a:xfrm>
                        <a:off x="4534535" y="5836285"/>
                        <a:ext cx="975995" cy="349250"/>
                      </a:xfrm>
                      <a:prstGeom prst="rect">
                        <a:avLst/>
                      </a:prstGeom>
                    </p:spPr>
                  </p:pic>
                </p:oleObj>
              </mc:Fallback>
            </mc:AlternateContent>
          </a:graphicData>
        </a:graphic>
      </p:graphicFrame>
      <p:pic>
        <p:nvPicPr>
          <p:cNvPr id="123" name="图片 122"/>
          <p:cNvPicPr>
            <a:picLocks noChangeAspect="1"/>
          </p:cNvPicPr>
          <p:nvPr>
            <p:custDataLst>
              <p:tags r:id="rId111"/>
            </p:custDataLst>
          </p:nvPr>
        </p:nvPicPr>
        <p:blipFill>
          <a:blip r:embed="rId8"/>
          <a:stretch>
            <a:fillRect/>
          </a:stretch>
        </p:blipFill>
        <p:spPr>
          <a:xfrm>
            <a:off x="8475345" y="2070735"/>
            <a:ext cx="160655" cy="175260"/>
          </a:xfrm>
          <a:prstGeom prst="rect">
            <a:avLst/>
          </a:prstGeom>
        </p:spPr>
      </p:pic>
      <p:pic>
        <p:nvPicPr>
          <p:cNvPr id="124" name="图片 123"/>
          <p:cNvPicPr>
            <a:picLocks noChangeAspect="1"/>
          </p:cNvPicPr>
          <p:nvPr>
            <p:custDataLst>
              <p:tags r:id="rId112"/>
            </p:custDataLst>
          </p:nvPr>
        </p:nvPicPr>
        <p:blipFill>
          <a:blip r:embed="rId8"/>
          <a:stretch>
            <a:fillRect/>
          </a:stretch>
        </p:blipFill>
        <p:spPr>
          <a:xfrm>
            <a:off x="8853170" y="2070735"/>
            <a:ext cx="160655" cy="175260"/>
          </a:xfrm>
          <a:prstGeom prst="rect">
            <a:avLst/>
          </a:prstGeom>
        </p:spPr>
      </p:pic>
      <p:pic>
        <p:nvPicPr>
          <p:cNvPr id="125" name="图片 124"/>
          <p:cNvPicPr>
            <a:picLocks noChangeAspect="1"/>
          </p:cNvPicPr>
          <p:nvPr>
            <p:custDataLst>
              <p:tags r:id="rId113"/>
            </p:custDataLst>
          </p:nvPr>
        </p:nvPicPr>
        <p:blipFill>
          <a:blip r:embed="rId8"/>
          <a:stretch>
            <a:fillRect/>
          </a:stretch>
        </p:blipFill>
        <p:spPr>
          <a:xfrm>
            <a:off x="8066405" y="2070735"/>
            <a:ext cx="160655" cy="175260"/>
          </a:xfrm>
          <a:prstGeom prst="rect">
            <a:avLst/>
          </a:prstGeom>
        </p:spPr>
      </p:pic>
      <p:pic>
        <p:nvPicPr>
          <p:cNvPr id="126" name="图片 125"/>
          <p:cNvPicPr>
            <a:picLocks noChangeAspect="1"/>
          </p:cNvPicPr>
          <p:nvPr>
            <p:custDataLst>
              <p:tags r:id="rId114"/>
            </p:custDataLst>
          </p:nvPr>
        </p:nvPicPr>
        <p:blipFill>
          <a:blip r:embed="rId8"/>
          <a:stretch>
            <a:fillRect/>
          </a:stretch>
        </p:blipFill>
        <p:spPr>
          <a:xfrm>
            <a:off x="7660640" y="2070735"/>
            <a:ext cx="160655" cy="175260"/>
          </a:xfrm>
          <a:prstGeom prst="rect">
            <a:avLst/>
          </a:prstGeom>
        </p:spPr>
      </p:pic>
      <p:pic>
        <p:nvPicPr>
          <p:cNvPr id="127" name="图片 126"/>
          <p:cNvPicPr>
            <a:picLocks noChangeAspect="1"/>
          </p:cNvPicPr>
          <p:nvPr>
            <p:custDataLst>
              <p:tags r:id="rId115"/>
            </p:custDataLst>
          </p:nvPr>
        </p:nvPicPr>
        <p:blipFill>
          <a:blip r:embed="rId8"/>
          <a:stretch>
            <a:fillRect/>
          </a:stretch>
        </p:blipFill>
        <p:spPr>
          <a:xfrm>
            <a:off x="9230995" y="2070735"/>
            <a:ext cx="160655" cy="175260"/>
          </a:xfrm>
          <a:prstGeom prst="rect">
            <a:avLst/>
          </a:prstGeom>
        </p:spPr>
      </p:pic>
      <p:cxnSp>
        <p:nvCxnSpPr>
          <p:cNvPr id="128" name="直接箭头连接符 127"/>
          <p:cNvCxnSpPr/>
          <p:nvPr>
            <p:custDataLst>
              <p:tags r:id="rId116"/>
            </p:custDataLst>
          </p:nvPr>
        </p:nvCxnSpPr>
        <p:spPr>
          <a:xfrm flipH="1" flipV="1">
            <a:off x="7480935" y="216725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129" name="直接箭头连接符 128"/>
          <p:cNvCxnSpPr/>
          <p:nvPr>
            <p:custDataLst>
              <p:tags r:id="rId117"/>
            </p:custDataLst>
          </p:nvPr>
        </p:nvCxnSpPr>
        <p:spPr>
          <a:xfrm flipH="1" flipV="1">
            <a:off x="7883525" y="216725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130" name="直接箭头连接符 129"/>
          <p:cNvCxnSpPr/>
          <p:nvPr>
            <p:custDataLst>
              <p:tags r:id="rId118"/>
            </p:custDataLst>
          </p:nvPr>
        </p:nvCxnSpPr>
        <p:spPr>
          <a:xfrm flipH="1" flipV="1">
            <a:off x="8292465" y="216725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131" name="直接箭头连接符 130"/>
          <p:cNvCxnSpPr/>
          <p:nvPr>
            <p:custDataLst>
              <p:tags r:id="rId119"/>
            </p:custDataLst>
          </p:nvPr>
        </p:nvCxnSpPr>
        <p:spPr>
          <a:xfrm flipH="1" flipV="1">
            <a:off x="8673465" y="216725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cxnSp>
        <p:nvCxnSpPr>
          <p:cNvPr id="132" name="直接箭头连接符 131"/>
          <p:cNvCxnSpPr/>
          <p:nvPr>
            <p:custDataLst>
              <p:tags r:id="rId120"/>
            </p:custDataLst>
          </p:nvPr>
        </p:nvCxnSpPr>
        <p:spPr>
          <a:xfrm flipH="1" flipV="1">
            <a:off x="9048115" y="2167255"/>
            <a:ext cx="180000" cy="0"/>
          </a:xfrm>
          <a:prstGeom prst="straightConnector1">
            <a:avLst/>
          </a:prstGeom>
          <a:ln>
            <a:solidFill>
              <a:srgbClr val="0070C0"/>
            </a:solidFill>
            <a:tailEnd type="stealth"/>
          </a:ln>
        </p:spPr>
        <p:style>
          <a:lnRef idx="2">
            <a:schemeClr val="accent1"/>
          </a:lnRef>
          <a:fillRef idx="0">
            <a:srgbClr val="FFFFFF"/>
          </a:fillRef>
          <a:effectRef idx="0">
            <a:srgbClr val="FFFFFF"/>
          </a:effectRef>
          <a:fontRef idx="minor">
            <a:schemeClr val="tx1"/>
          </a:fontRef>
        </p:style>
      </p:cxnSp>
      <p:pic>
        <p:nvPicPr>
          <p:cNvPr id="30" name="图片 29"/>
          <p:cNvPicPr>
            <a:picLocks noChangeAspect="1"/>
          </p:cNvPicPr>
          <p:nvPr/>
        </p:nvPicPr>
        <p:blipFill>
          <a:blip r:embed="rId121"/>
          <a:stretch>
            <a:fillRect/>
          </a:stretch>
        </p:blipFill>
        <p:spPr>
          <a:xfrm>
            <a:off x="12456795" y="0"/>
            <a:ext cx="4417060" cy="4177665"/>
          </a:xfrm>
          <a:prstGeom prst="rect">
            <a:avLst/>
          </a:prstGeom>
        </p:spPr>
      </p:pic>
      <p:pic>
        <p:nvPicPr>
          <p:cNvPr id="31" name="图片 30"/>
          <p:cNvPicPr>
            <a:picLocks noChangeAspect="1"/>
          </p:cNvPicPr>
          <p:nvPr/>
        </p:nvPicPr>
        <p:blipFill>
          <a:blip r:embed="rId122"/>
          <a:stretch>
            <a:fillRect/>
          </a:stretch>
        </p:blipFill>
        <p:spPr>
          <a:xfrm>
            <a:off x="12456795" y="4177665"/>
            <a:ext cx="4634865" cy="4289425"/>
          </a:xfrm>
          <a:prstGeom prst="rect">
            <a:avLst/>
          </a:prstGeom>
        </p:spPr>
      </p:pic>
    </p:spTree>
  </p:cSld>
  <p:clrMapOvr>
    <a:masterClrMapping/>
  </p:clrMapOvr>
</p:sld>
</file>

<file path=ppt/tags/tag1.xml><?xml version="1.0" encoding="utf-8"?>
<p:tagLst xmlns:p="http://schemas.openxmlformats.org/presentationml/2006/main">
  <p:tag name="TABLE_ENDDRAG_ORIGIN_RECT" val="747*442"/>
  <p:tag name="TABLE_ENDDRAG_RECT" val="34*61*747*443"/>
</p:tagLst>
</file>

<file path=ppt/tags/tag2.xml><?xml version="1.0" encoding="utf-8"?>
<p:tagLst xmlns:p="http://schemas.openxmlformats.org/presentationml/2006/main">
  <p:tag name="TABLE_ENDDRAG_ORIGIN_RECT" val="796*431"/>
  <p:tag name="TABLE_ENDDRAG_RECT" val="34*69*796*431"/>
</p:tagLst>
</file>

<file path=ppt/tags/tag3.xml><?xml version="1.0" encoding="utf-8"?>
<p:tagLst xmlns:p="http://schemas.openxmlformats.org/presentationml/2006/main">
  <p:tag name="TABLE_ENDDRAG_ORIGIN_RECT" val="779*445"/>
  <p:tag name="TABLE_ENDDRAG_RECT" val="34*69*779*445"/>
</p:tagLst>
</file>

<file path=ppt/tags/tag4.xml><?xml version="1.0" encoding="utf-8"?>
<p:tagLst xmlns:p="http://schemas.openxmlformats.org/presentationml/2006/main">
  <p:tag name="TABLE_ENDDRAG_ORIGIN_RECT" val="770*460"/>
  <p:tag name="TABLE_ENDDRAG_RECT" val="16*61*770*460"/>
</p:tagLst>
</file>

<file path=ppt/tags/tag5.xml><?xml version="1.0" encoding="utf-8"?>
<p:tagLst xmlns:p="http://schemas.openxmlformats.org/presentationml/2006/main">
  <p:tag name="TABLE_ENDDRAG_ORIGIN_RECT" val="899*419"/>
  <p:tag name="TABLE_ENDDRAG_RECT" val="31*78*899*419"/>
</p:tagLst>
</file>

<file path=ppt/tags/tag6.xml><?xml version="1.0" encoding="utf-8"?>
<p:tagLst xmlns:p="http://schemas.openxmlformats.org/presentationml/2006/main">
  <p:tag name="TABLE_ENDDRAG_ORIGIN_RECT" val="770*460"/>
  <p:tag name="TABLE_ENDDRAG_RECT" val="16*61*770*460"/>
</p:tagLst>
</file>

<file path=ppt/tags/tag7.xml><?xml version="1.0" encoding="utf-8"?>
<p:tagLst xmlns:p="http://schemas.openxmlformats.org/presentationml/2006/main">
  <p:tag name="TABLE_ENDDRAG_ORIGIN_RECT" val="899*419"/>
  <p:tag name="TABLE_ENDDRAG_RECT" val="31*78*899*419"/>
</p:tagLst>
</file>

<file path=ppt/tags/tag8.xml><?xml version="1.0" encoding="utf-8"?>
<p:tagLst xmlns:p="http://schemas.openxmlformats.org/presentationml/2006/main">
  <p:tag name="TABLE_ENDDRAG_ORIGIN_RECT" val="242*333"/>
  <p:tag name="TABLE_ENDDRAG_RECT" val="668*104*242*333"/>
</p:tagLst>
</file>

<file path=ppt/tags/tag9.xml><?xml version="1.0" encoding="utf-8"?>
<p:tagLst xmlns:p="http://schemas.openxmlformats.org/presentationml/2006/main">
  <p:tag name="TABLE_ENDDRAG_ORIGIN_RECT" val="421*344"/>
  <p:tag name="TABLE_ENDDRAG_RECT" val="516*93*421*344"/>
</p:tagLst>
</file>

<file path=ppt/tags/tag10.xml><?xml version="1.0" encoding="utf-8"?>
<p:tagLst xmlns:p="http://schemas.openxmlformats.org/presentationml/2006/main">
  <p:tag name="KSO_WM_DIAGRAM_VIRTUALLY_FRAME" val="{&quot;height&quot;:81.7,&quot;left&quot;:664.25,&quot;top&quot;:27.15,&quot;width&quot;:284.3}"/>
</p:tagLst>
</file>

<file path=ppt/tags/tag11.xml><?xml version="1.0" encoding="utf-8"?>
<p:tagLst xmlns:p="http://schemas.openxmlformats.org/presentationml/2006/main">
  <p:tag name="KSO_WM_DIAGRAM_VIRTUALLY_FRAME" val="{&quot;height&quot;:81.7,&quot;left&quot;:664.25,&quot;top&quot;:27.15,&quot;width&quot;:284.3}"/>
</p:tagLst>
</file>

<file path=ppt/tags/tag12.xml><?xml version="1.0" encoding="utf-8"?>
<p:tagLst xmlns:p="http://schemas.openxmlformats.org/presentationml/2006/main">
  <p:tag name="KSO_WM_DIAGRAM_VIRTUALLY_FRAME" val="{&quot;height&quot;:81.7,&quot;left&quot;:664.25,&quot;top&quot;:27.15,&quot;width&quot;:284.3}"/>
</p:tagLst>
</file>

<file path=ppt/tags/tag13.xml><?xml version="1.0" encoding="utf-8"?>
<p:tagLst xmlns:p="http://schemas.openxmlformats.org/presentationml/2006/main">
  <p:tag name="KSO_WM_DIAGRAM_VIRTUALLY_FRAME" val="{&quot;height&quot;:81.7,&quot;left&quot;:664.25,&quot;top&quot;:27.15,&quot;width&quot;:284.3}"/>
</p:tagLst>
</file>

<file path=ppt/tags/tag14.xml><?xml version="1.0" encoding="utf-8"?>
<p:tagLst xmlns:p="http://schemas.openxmlformats.org/presentationml/2006/main">
  <p:tag name="KSO_WM_DIAGRAM_VIRTUALLY_FRAME" val="{&quot;height&quot;:81.7,&quot;left&quot;:664.25,&quot;top&quot;:27.15,&quot;width&quot;:284.3}"/>
</p:tagLst>
</file>

<file path=ppt/tags/tag15.xml><?xml version="1.0" encoding="utf-8"?>
<p:tagLst xmlns:p="http://schemas.openxmlformats.org/presentationml/2006/main">
  <p:tag name="KSO_WM_DIAGRAM_VIRTUALLY_FRAME" val="{&quot;height&quot;:81.7,&quot;left&quot;:664.25,&quot;top&quot;:27.15,&quot;width&quot;:284.3}"/>
</p:tagLst>
</file>

<file path=ppt/tags/tag16.xml><?xml version="1.0" encoding="utf-8"?>
<p:tagLst xmlns:p="http://schemas.openxmlformats.org/presentationml/2006/main">
  <p:tag name="KSO_WM_DIAGRAM_VIRTUALLY_FRAME" val="{&quot;height&quot;:81.7,&quot;left&quot;:664.25,&quot;top&quot;:27.15,&quot;width&quot;:284.3}"/>
</p:tagLst>
</file>

<file path=ppt/tags/tag17.xml><?xml version="1.0" encoding="utf-8"?>
<p:tagLst xmlns:p="http://schemas.openxmlformats.org/presentationml/2006/main">
  <p:tag name="KSO_WM_DIAGRAM_VIRTUALLY_FRAME" val="{&quot;height&quot;:81.7,&quot;left&quot;:664.25,&quot;top&quot;:27.15,&quot;width&quot;:284.3}"/>
</p:tagLst>
</file>

<file path=ppt/tags/tag18.xml><?xml version="1.0" encoding="utf-8"?>
<p:tagLst xmlns:p="http://schemas.openxmlformats.org/presentationml/2006/main">
  <p:tag name="KSO_WM_DIAGRAM_VIRTUALLY_FRAME" val="{&quot;height&quot;:81.7,&quot;left&quot;:664.25,&quot;top&quot;:27.15,&quot;width&quot;:284.3}"/>
</p:tagLst>
</file>

<file path=ppt/tags/tag19.xml><?xml version="1.0" encoding="utf-8"?>
<p:tagLst xmlns:p="http://schemas.openxmlformats.org/presentationml/2006/main">
  <p:tag name="KSO_WM_DIAGRAM_VIRTUALLY_FRAME" val="{&quot;height&quot;:81.7,&quot;left&quot;:664.25,&quot;top&quot;:27.15,&quot;width&quot;:284.3}"/>
</p:tagLst>
</file>

<file path=ppt/tags/tag20.xml><?xml version="1.0" encoding="utf-8"?>
<p:tagLst xmlns:p="http://schemas.openxmlformats.org/presentationml/2006/main">
  <p:tag name="KSO_WM_DIAGRAM_VIRTUALLY_FRAME" val="{&quot;height&quot;:81.7,&quot;left&quot;:664.25,&quot;top&quot;:27.15,&quot;width&quot;:284.3}"/>
</p:tagLst>
</file>

<file path=ppt/tags/tag21.xml><?xml version="1.0" encoding="utf-8"?>
<p:tagLst xmlns:p="http://schemas.openxmlformats.org/presentationml/2006/main">
  <p:tag name="KSO_WM_DIAGRAM_VIRTUALLY_FRAME" val="{&quot;height&quot;:81.7,&quot;left&quot;:664.25,&quot;top&quot;:27.15,&quot;width&quot;:284.3}"/>
</p:tagLst>
</file>

<file path=ppt/tags/tag22.xml><?xml version="1.0" encoding="utf-8"?>
<p:tagLst xmlns:p="http://schemas.openxmlformats.org/presentationml/2006/main">
  <p:tag name="KSO_WM_DIAGRAM_VIRTUALLY_FRAME" val="{&quot;height&quot;:81.7,&quot;left&quot;:664.25,&quot;top&quot;:27.15,&quot;width&quot;:284.3}"/>
</p:tagLst>
</file>

<file path=ppt/tags/tag23.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24.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25.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26.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27.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28.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29.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30.xml><?xml version="1.0" encoding="utf-8"?>
<p:tagLst xmlns:p="http://schemas.openxmlformats.org/presentationml/2006/main">
  <p:tag name="KSO_WM_DIAGRAM_VIRTUALLY_FRAME" val="{&quot;height&quot;:484.2276377952756,&quot;left&quot;:52.17527559055118,&quot;top&quot;:49.77236220472441,&quot;width&quot;:844.6247244094487}"/>
</p:tagLst>
</file>

<file path=ppt/tags/tag31.xml><?xml version="1.0" encoding="utf-8"?>
<p:tagLst xmlns:p="http://schemas.openxmlformats.org/presentationml/2006/main">
  <p:tag name="KSO_WM_DIAGRAM_VIRTUALLY_FRAME" val="{&quot;height&quot;:262.575,&quot;left&quot;:36.75,&quot;top&quot;:13.525,&quot;width&quot;:859.475}"/>
</p:tagLst>
</file>

<file path=ppt/tags/tag32.xml><?xml version="1.0" encoding="utf-8"?>
<p:tagLst xmlns:p="http://schemas.openxmlformats.org/presentationml/2006/main">
  <p:tag name="KSO_WM_DIAGRAM_VIRTUALLY_FRAME" val="{&quot;height&quot;:262.575,&quot;left&quot;:36.75,&quot;top&quot;:13.525,&quot;width&quot;:859.475}"/>
</p:tagLst>
</file>

<file path=ppt/tags/tag33.xml><?xml version="1.0" encoding="utf-8"?>
<p:tagLst xmlns:p="http://schemas.openxmlformats.org/presentationml/2006/main">
  <p:tag name="KSO_WM_DIAGRAM_VIRTUALLY_FRAME" val="{&quot;height&quot;:262.575,&quot;left&quot;:36.75,&quot;top&quot;:13.525,&quot;width&quot;:859.475}"/>
</p:tagLst>
</file>

<file path=ppt/tags/tag34.xml><?xml version="1.0" encoding="utf-8"?>
<p:tagLst xmlns:p="http://schemas.openxmlformats.org/presentationml/2006/main">
  <p:tag name="KSO_WM_DIAGRAM_VIRTUALLY_FRAME" val="{&quot;height&quot;:262.575,&quot;left&quot;:36.75,&quot;top&quot;:13.525,&quot;width&quot;:859.475}"/>
</p:tagLst>
</file>

<file path=ppt/tags/tag35.xml><?xml version="1.0" encoding="utf-8"?>
<p:tagLst xmlns:p="http://schemas.openxmlformats.org/presentationml/2006/main">
  <p:tag name="KSO_WM_DIAGRAM_VIRTUALLY_FRAME" val="{&quot;height&quot;:262.575,&quot;left&quot;:36.75,&quot;top&quot;:13.525,&quot;width&quot;:859.475}"/>
</p:tagLst>
</file>

<file path=ppt/tags/tag36.xml><?xml version="1.0" encoding="utf-8"?>
<p:tagLst xmlns:p="http://schemas.openxmlformats.org/presentationml/2006/main">
  <p:tag name="KSO_WM_DIAGRAM_VIRTUALLY_FRAME" val="{&quot;height&quot;:262.575,&quot;left&quot;:36.75,&quot;top&quot;:13.525,&quot;width&quot;:859.475}"/>
</p:tagLst>
</file>

<file path=ppt/tags/tag37.xml><?xml version="1.0" encoding="utf-8"?>
<p:tagLst xmlns:p="http://schemas.openxmlformats.org/presentationml/2006/main">
  <p:tag name="KSO_WM_DIAGRAM_VIRTUALLY_FRAME" val="{&quot;height&quot;:262.575,&quot;left&quot;:36.75,&quot;top&quot;:13.525,&quot;width&quot;:859.475}"/>
</p:tagLst>
</file>

<file path=ppt/tags/tag38.xml><?xml version="1.0" encoding="utf-8"?>
<p:tagLst xmlns:p="http://schemas.openxmlformats.org/presentationml/2006/main">
  <p:tag name="KSO_WM_DIAGRAM_VIRTUALLY_FRAME" val="{&quot;height&quot;:262.575,&quot;left&quot;:36.75,&quot;top&quot;:13.525,&quot;width&quot;:859.475}"/>
</p:tagLst>
</file>

<file path=ppt/tags/tag39.xml><?xml version="1.0" encoding="utf-8"?>
<p:tagLst xmlns:p="http://schemas.openxmlformats.org/presentationml/2006/main">
  <p:tag name="KSO_WM_DIAGRAM_VIRTUALLY_FRAME" val="{&quot;height&quot;:262.575,&quot;left&quot;:36.75,&quot;top&quot;:13.525,&quot;width&quot;:859.475}"/>
</p:tagLst>
</file>

<file path=ppt/tags/tag40.xml><?xml version="1.0" encoding="utf-8"?>
<p:tagLst xmlns:p="http://schemas.openxmlformats.org/presentationml/2006/main">
  <p:tag name="KSO_WM_DIAGRAM_VIRTUALLY_FRAME" val="{&quot;height&quot;:262.575,&quot;left&quot;:36.75,&quot;top&quot;:13.525,&quot;width&quot;:859.475}"/>
</p:tagLst>
</file>

<file path=ppt/tags/tag41.xml><?xml version="1.0" encoding="utf-8"?>
<p:tagLst xmlns:p="http://schemas.openxmlformats.org/presentationml/2006/main">
  <p:tag name="KSO_WM_DIAGRAM_VIRTUALLY_FRAME" val="{&quot;height&quot;:262.575,&quot;left&quot;:36.75,&quot;top&quot;:13.525,&quot;width&quot;:859.475}"/>
</p:tagLst>
</file>

<file path=ppt/tags/tag42.xml><?xml version="1.0" encoding="utf-8"?>
<p:tagLst xmlns:p="http://schemas.openxmlformats.org/presentationml/2006/main">
  <p:tag name="KSO_WM_DIAGRAM_VIRTUALLY_FRAME" val="{&quot;height&quot;:262.575,&quot;left&quot;:36.75,&quot;top&quot;:13.525,&quot;width&quot;:859.475}"/>
</p:tagLst>
</file>

<file path=ppt/tags/tag43.xml><?xml version="1.0" encoding="utf-8"?>
<p:tagLst xmlns:p="http://schemas.openxmlformats.org/presentationml/2006/main">
  <p:tag name="KSO_WM_DIAGRAM_VIRTUALLY_FRAME" val="{&quot;height&quot;:262.575,&quot;left&quot;:36.75,&quot;top&quot;:13.525,&quot;width&quot;:859.475}"/>
</p:tagLst>
</file>

<file path=ppt/tags/tag44.xml><?xml version="1.0" encoding="utf-8"?>
<p:tagLst xmlns:p="http://schemas.openxmlformats.org/presentationml/2006/main">
  <p:tag name="KSO_WM_DIAGRAM_VIRTUALLY_FRAME" val="{&quot;height&quot;:262.575,&quot;left&quot;:36.75,&quot;top&quot;:13.525,&quot;width&quot;:859.475}"/>
</p:tagLst>
</file>

<file path=ppt/tags/tag45.xml><?xml version="1.0" encoding="utf-8"?>
<p:tagLst xmlns:p="http://schemas.openxmlformats.org/presentationml/2006/main">
  <p:tag name="KSO_WM_DIAGRAM_VIRTUALLY_FRAME" val="{&quot;height&quot;:262.575,&quot;left&quot;:36.75,&quot;top&quot;:13.525,&quot;width&quot;:859.475}"/>
</p:tagLst>
</file>

<file path=ppt/tags/tag46.xml><?xml version="1.0" encoding="utf-8"?>
<p:tagLst xmlns:p="http://schemas.openxmlformats.org/presentationml/2006/main">
  <p:tag name="KSO_WM_DIAGRAM_VIRTUALLY_FRAME" val="{&quot;height&quot;:262.575,&quot;left&quot;:36.75,&quot;top&quot;:13.525,&quot;width&quot;:859.475}"/>
</p:tagLst>
</file>

<file path=ppt/tags/tag47.xml><?xml version="1.0" encoding="utf-8"?>
<p:tagLst xmlns:p="http://schemas.openxmlformats.org/presentationml/2006/main">
  <p:tag name="KSO_WM_DIAGRAM_VIRTUALLY_FRAME" val="{&quot;height&quot;:262.575,&quot;left&quot;:36.75,&quot;top&quot;:13.525,&quot;width&quot;:859.475}"/>
</p:tagLst>
</file>

<file path=ppt/tags/tag48.xml><?xml version="1.0" encoding="utf-8"?>
<p:tagLst xmlns:p="http://schemas.openxmlformats.org/presentationml/2006/main">
  <p:tag name="KSO_WM_DIAGRAM_VIRTUALLY_FRAME" val="{&quot;height&quot;:262.575,&quot;left&quot;:36.75,&quot;top&quot;:13.525,&quot;width&quot;:859.475}"/>
</p:tagLst>
</file>

<file path=ppt/tags/tag49.xml><?xml version="1.0" encoding="utf-8"?>
<p:tagLst xmlns:p="http://schemas.openxmlformats.org/presentationml/2006/main">
  <p:tag name="KSO_WM_DIAGRAM_VIRTUALLY_FRAME" val="{&quot;height&quot;:262.575,&quot;left&quot;:36.75,&quot;top&quot;:13.525,&quot;width&quot;:859.475}"/>
</p:tagLst>
</file>

<file path=ppt/tags/tag50.xml><?xml version="1.0" encoding="utf-8"?>
<p:tagLst xmlns:p="http://schemas.openxmlformats.org/presentationml/2006/main">
  <p:tag name="KSO_WM_DIAGRAM_VIRTUALLY_FRAME" val="{&quot;height&quot;:262.575,&quot;left&quot;:36.75,&quot;top&quot;:13.525,&quot;width&quot;:859.475}"/>
</p:tagLst>
</file>

<file path=ppt/tags/tag51.xml><?xml version="1.0" encoding="utf-8"?>
<p:tagLst xmlns:p="http://schemas.openxmlformats.org/presentationml/2006/main">
  <p:tag name="KSO_WM_DIAGRAM_VIRTUALLY_FRAME" val="{&quot;height&quot;:262.575,&quot;left&quot;:36.75,&quot;top&quot;:13.525,&quot;width&quot;:859.475}"/>
</p:tagLst>
</file>

<file path=ppt/tags/tag52.xml><?xml version="1.0" encoding="utf-8"?>
<p:tagLst xmlns:p="http://schemas.openxmlformats.org/presentationml/2006/main">
  <p:tag name="KSO_WM_DIAGRAM_VIRTUALLY_FRAME" val="{&quot;height&quot;:262.575,&quot;left&quot;:36.75,&quot;top&quot;:13.525,&quot;width&quot;:859.475}"/>
</p:tagLst>
</file>

<file path=ppt/tags/tag53.xml><?xml version="1.0" encoding="utf-8"?>
<p:tagLst xmlns:p="http://schemas.openxmlformats.org/presentationml/2006/main">
  <p:tag name="KSO_WM_DIAGRAM_VIRTUALLY_FRAME" val="{&quot;height&quot;:262.575,&quot;left&quot;:36.75,&quot;top&quot;:13.525,&quot;width&quot;:859.475}"/>
</p:tagLst>
</file>

<file path=ppt/tags/tag54.xml><?xml version="1.0" encoding="utf-8"?>
<p:tagLst xmlns:p="http://schemas.openxmlformats.org/presentationml/2006/main">
  <p:tag name="KSO_WM_DIAGRAM_VIRTUALLY_FRAME" val="{&quot;height&quot;:262.575,&quot;left&quot;:36.75,&quot;top&quot;:13.525,&quot;width&quot;:859.475}"/>
</p:tagLst>
</file>

<file path=ppt/tags/tag55.xml><?xml version="1.0" encoding="utf-8"?>
<p:tagLst xmlns:p="http://schemas.openxmlformats.org/presentationml/2006/main">
  <p:tag name="KSO_WM_DIAGRAM_VIRTUALLY_FRAME" val="{&quot;height&quot;:262.575,&quot;left&quot;:36.75,&quot;top&quot;:13.525,&quot;width&quot;:859.475}"/>
</p:tagLst>
</file>

<file path=ppt/tags/tag56.xml><?xml version="1.0" encoding="utf-8"?>
<p:tagLst xmlns:p="http://schemas.openxmlformats.org/presentationml/2006/main">
  <p:tag name="KSO_WM_DIAGRAM_VIRTUALLY_FRAME" val="{&quot;height&quot;:262.575,&quot;left&quot;:36.75,&quot;top&quot;:13.525,&quot;width&quot;:859.475}"/>
</p:tagLst>
</file>

<file path=ppt/tags/tag57.xml><?xml version="1.0" encoding="utf-8"?>
<p:tagLst xmlns:p="http://schemas.openxmlformats.org/presentationml/2006/main">
  <p:tag name="KSO_WM_DIAGRAM_VIRTUALLY_FRAME" val="{&quot;height&quot;:262.575,&quot;left&quot;:36.75,&quot;top&quot;:13.525,&quot;width&quot;:859.475}"/>
</p:tagLst>
</file>

<file path=ppt/tags/tag58.xml><?xml version="1.0" encoding="utf-8"?>
<p:tagLst xmlns:p="http://schemas.openxmlformats.org/presentationml/2006/main">
  <p:tag name="KSO_WM_DIAGRAM_VIRTUALLY_FRAME" val="{&quot;height&quot;:262.575,&quot;left&quot;:36.75,&quot;top&quot;:13.525,&quot;width&quot;:859.475}"/>
</p:tagLst>
</file>

<file path=ppt/tags/tag59.xml><?xml version="1.0" encoding="utf-8"?>
<p:tagLst xmlns:p="http://schemas.openxmlformats.org/presentationml/2006/main">
  <p:tag name="KSO_WM_DIAGRAM_VIRTUALLY_FRAME" val="{&quot;height&quot;:262.575,&quot;left&quot;:36.75,&quot;top&quot;:13.525,&quot;width&quot;:859.475}"/>
</p:tagLst>
</file>

<file path=ppt/tags/tag60.xml><?xml version="1.0" encoding="utf-8"?>
<p:tagLst xmlns:p="http://schemas.openxmlformats.org/presentationml/2006/main">
  <p:tag name="KSO_WM_DIAGRAM_VIRTUALLY_FRAME" val="{&quot;height&quot;:262.575,&quot;left&quot;:36.75,&quot;top&quot;:13.525,&quot;width&quot;:859.475}"/>
</p:tagLst>
</file>

<file path=ppt/tags/tag61.xml><?xml version="1.0" encoding="utf-8"?>
<p:tagLst xmlns:p="http://schemas.openxmlformats.org/presentationml/2006/main">
  <p:tag name="KSO_WM_DIAGRAM_VIRTUALLY_FRAME" val="{&quot;height&quot;:262.575,&quot;left&quot;:36.75,&quot;top&quot;:13.525,&quot;width&quot;:859.475}"/>
</p:tagLst>
</file>

<file path=ppt/tags/tag62.xml><?xml version="1.0" encoding="utf-8"?>
<p:tagLst xmlns:p="http://schemas.openxmlformats.org/presentationml/2006/main">
  <p:tag name="KSO_WM_DIAGRAM_VIRTUALLY_FRAME" val="{&quot;height&quot;:262.575,&quot;left&quot;:36.75,&quot;top&quot;:13.525,&quot;width&quot;:859.475}"/>
</p:tagLst>
</file>

<file path=ppt/tags/tag63.xml><?xml version="1.0" encoding="utf-8"?>
<p:tagLst xmlns:p="http://schemas.openxmlformats.org/presentationml/2006/main">
  <p:tag name="KSO_WM_DIAGRAM_VIRTUALLY_FRAME" val="{&quot;height&quot;:262.575,&quot;left&quot;:36.75,&quot;top&quot;:13.525,&quot;width&quot;:859.475}"/>
</p:tagLst>
</file>

<file path=ppt/tags/tag64.xml><?xml version="1.0" encoding="utf-8"?>
<p:tagLst xmlns:p="http://schemas.openxmlformats.org/presentationml/2006/main">
  <p:tag name="KSO_WM_DIAGRAM_VIRTUALLY_FRAME" val="{&quot;height&quot;:262.575,&quot;left&quot;:36.75,&quot;top&quot;:13.525,&quot;width&quot;:859.475}"/>
</p:tagLst>
</file>

<file path=ppt/tags/tag65.xml><?xml version="1.0" encoding="utf-8"?>
<p:tagLst xmlns:p="http://schemas.openxmlformats.org/presentationml/2006/main">
  <p:tag name="KSO_WM_DIAGRAM_VIRTUALLY_FRAME" val="{&quot;height&quot;:262.575,&quot;left&quot;:36.75,&quot;top&quot;:13.525,&quot;width&quot;:859.475}"/>
</p:tagLst>
</file>

<file path=ppt/tags/tag66.xml><?xml version="1.0" encoding="utf-8"?>
<p:tagLst xmlns:p="http://schemas.openxmlformats.org/presentationml/2006/main">
  <p:tag name="KSO_WM_DIAGRAM_VIRTUALLY_FRAME" val="{&quot;height&quot;:262.575,&quot;left&quot;:36.75,&quot;top&quot;:13.525,&quot;width&quot;:859.475}"/>
</p:tagLst>
</file>

<file path=ppt/tags/tag67.xml><?xml version="1.0" encoding="utf-8"?>
<p:tagLst xmlns:p="http://schemas.openxmlformats.org/presentationml/2006/main">
  <p:tag name="KSO_WM_DIAGRAM_VIRTUALLY_FRAME" val="{&quot;height&quot;:262.575,&quot;left&quot;:36.75,&quot;top&quot;:13.525,&quot;width&quot;:859.475}"/>
</p:tagLst>
</file>

<file path=ppt/tags/tag68.xml><?xml version="1.0" encoding="utf-8"?>
<p:tagLst xmlns:p="http://schemas.openxmlformats.org/presentationml/2006/main">
  <p:tag name="KSO_WM_DIAGRAM_VIRTUALLY_FRAME" val="{&quot;height&quot;:262.575,&quot;left&quot;:36.75,&quot;top&quot;:13.525,&quot;width&quot;:859.475}"/>
</p:tagLst>
</file>

<file path=ppt/tags/tag69.xml><?xml version="1.0" encoding="utf-8"?>
<p:tagLst xmlns:p="http://schemas.openxmlformats.org/presentationml/2006/main">
  <p:tag name="KSO_WM_DIAGRAM_VIRTUALLY_FRAME" val="{&quot;height&quot;:262.575,&quot;left&quot;:36.75,&quot;top&quot;:13.525,&quot;width&quot;:859.475}"/>
</p:tagLst>
</file>

<file path=ppt/tags/tag70.xml><?xml version="1.0" encoding="utf-8"?>
<p:tagLst xmlns:p="http://schemas.openxmlformats.org/presentationml/2006/main">
  <p:tag name="KSO_WM_DIAGRAM_VIRTUALLY_FRAME" val="{&quot;height&quot;:262.575,&quot;left&quot;:36.75,&quot;top&quot;:13.525,&quot;width&quot;:859.475}"/>
</p:tagLst>
</file>

<file path=ppt/tags/tag71.xml><?xml version="1.0" encoding="utf-8"?>
<p:tagLst xmlns:p="http://schemas.openxmlformats.org/presentationml/2006/main">
  <p:tag name="KSO_WM_DIAGRAM_VIRTUALLY_FRAME" val="{&quot;height&quot;:262.575,&quot;left&quot;:36.75,&quot;top&quot;:13.525,&quot;width&quot;:859.475}"/>
</p:tagLst>
</file>

<file path=ppt/tags/tag72.xml><?xml version="1.0" encoding="utf-8"?>
<p:tagLst xmlns:p="http://schemas.openxmlformats.org/presentationml/2006/main">
  <p:tag name="KSO_WM_DIAGRAM_VIRTUALLY_FRAME" val="{&quot;height&quot;:262.575,&quot;left&quot;:36.75,&quot;top&quot;:13.525,&quot;width&quot;:859.475}"/>
</p:tagLst>
</file>

<file path=ppt/tags/tag73.xml><?xml version="1.0" encoding="utf-8"?>
<p:tagLst xmlns:p="http://schemas.openxmlformats.org/presentationml/2006/main">
  <p:tag name="KSO_WM_DIAGRAM_VIRTUALLY_FRAME" val="{&quot;height&quot;:262.575,&quot;left&quot;:36.75,&quot;top&quot;:13.525,&quot;width&quot;:859.475}"/>
</p:tagLst>
</file>

<file path=ppt/tags/tag74.xml><?xml version="1.0" encoding="utf-8"?>
<p:tagLst xmlns:p="http://schemas.openxmlformats.org/presentationml/2006/main">
  <p:tag name="KSO_WM_DIAGRAM_VIRTUALLY_FRAME" val="{&quot;height&quot;:262.575,&quot;left&quot;:36.75,&quot;top&quot;:13.525,&quot;width&quot;:859.475}"/>
</p:tagLst>
</file>

<file path=ppt/tags/tag75.xml><?xml version="1.0" encoding="utf-8"?>
<p:tagLst xmlns:p="http://schemas.openxmlformats.org/presentationml/2006/main">
  <p:tag name="KSO_WM_DIAGRAM_VIRTUALLY_FRAME" val="{&quot;height&quot;:262.575,&quot;left&quot;:36.75,&quot;top&quot;:13.525,&quot;width&quot;:859.475}"/>
</p:tagLst>
</file>

<file path=ppt/tags/tag76.xml><?xml version="1.0" encoding="utf-8"?>
<p:tagLst xmlns:p="http://schemas.openxmlformats.org/presentationml/2006/main">
  <p:tag name="KSO_WM_DIAGRAM_VIRTUALLY_FRAME" val="{&quot;height&quot;:262.575,&quot;left&quot;:36.75,&quot;top&quot;:13.525,&quot;width&quot;:859.475}"/>
</p:tagLst>
</file>

<file path=ppt/tags/tag77.xml><?xml version="1.0" encoding="utf-8"?>
<p:tagLst xmlns:p="http://schemas.openxmlformats.org/presentationml/2006/main">
  <p:tag name="KSO_WM_DIAGRAM_VIRTUALLY_FRAME" val="{&quot;height&quot;:262.575,&quot;left&quot;:36.75,&quot;top&quot;:13.525,&quot;width&quot;:859.475}"/>
</p:tagLst>
</file>

<file path=ppt/tags/tag78.xml><?xml version="1.0" encoding="utf-8"?>
<p:tagLst xmlns:p="http://schemas.openxmlformats.org/presentationml/2006/main">
  <p:tag name="KSO_WM_DIAGRAM_VIRTUALLY_FRAME" val="{&quot;height&quot;:262.575,&quot;left&quot;:36.75,&quot;top&quot;:13.525,&quot;width&quot;:859.475}"/>
</p:tagLst>
</file>

<file path=ppt/tags/tag79.xml><?xml version="1.0" encoding="utf-8"?>
<p:tagLst xmlns:p="http://schemas.openxmlformats.org/presentationml/2006/main">
  <p:tag name="KSO_WM_DIAGRAM_VIRTUALLY_FRAME" val="{&quot;height&quot;:262.575,&quot;left&quot;:36.75,&quot;top&quot;:13.525,&quot;width&quot;:859.475}"/>
</p:tagLst>
</file>

<file path=ppt/tags/tag80.xml><?xml version="1.0" encoding="utf-8"?>
<p:tagLst xmlns:p="http://schemas.openxmlformats.org/presentationml/2006/main">
  <p:tag name="KSO_WM_DIAGRAM_VIRTUALLY_FRAME" val="{&quot;height&quot;:262.575,&quot;left&quot;:36.75,&quot;top&quot;:13.525,&quot;width&quot;:859.475}"/>
</p:tagLst>
</file>

<file path=ppt/tags/tag81.xml><?xml version="1.0" encoding="utf-8"?>
<p:tagLst xmlns:p="http://schemas.openxmlformats.org/presentationml/2006/main">
  <p:tag name="KSO_WM_DIAGRAM_VIRTUALLY_FRAME" val="{&quot;height&quot;:262.575,&quot;left&quot;:36.75,&quot;top&quot;:13.525,&quot;width&quot;:859.475}"/>
</p:tagLst>
</file>

<file path=ppt/tags/tag82.xml><?xml version="1.0" encoding="utf-8"?>
<p:tagLst xmlns:p="http://schemas.openxmlformats.org/presentationml/2006/main">
  <p:tag name="KSO_WM_DIAGRAM_VIRTUALLY_FRAME" val="{&quot;height&quot;:262.575,&quot;left&quot;:36.75,&quot;top&quot;:13.525,&quot;width&quot;:859.475}"/>
</p:tagLst>
</file>

<file path=ppt/tags/tag83.xml><?xml version="1.0" encoding="utf-8"?>
<p:tagLst xmlns:p="http://schemas.openxmlformats.org/presentationml/2006/main">
  <p:tag name="KSO_WM_DIAGRAM_VIRTUALLY_FRAME" val="{&quot;height&quot;:262.575,&quot;left&quot;:36.75,&quot;top&quot;:13.525,&quot;width&quot;:859.475}"/>
</p:tagLst>
</file>

<file path=ppt/tags/tag84.xml><?xml version="1.0" encoding="utf-8"?>
<p:tagLst xmlns:p="http://schemas.openxmlformats.org/presentationml/2006/main">
  <p:tag name="KSO_WM_DIAGRAM_VIRTUALLY_FRAME" val="{&quot;height&quot;:262.575,&quot;left&quot;:36.75,&quot;top&quot;:13.525,&quot;width&quot;:859.475}"/>
</p:tagLst>
</file>

<file path=ppt/tags/tag85.xml><?xml version="1.0" encoding="utf-8"?>
<p:tagLst xmlns:p="http://schemas.openxmlformats.org/presentationml/2006/main">
  <p:tag name="KSO_WM_DIAGRAM_VIRTUALLY_FRAME" val="{&quot;height&quot;:262.575,&quot;left&quot;:36.75,&quot;top&quot;:13.525,&quot;width&quot;:859.475}"/>
</p:tagLst>
</file>

<file path=ppt/tags/tag86.xml><?xml version="1.0" encoding="utf-8"?>
<p:tagLst xmlns:p="http://schemas.openxmlformats.org/presentationml/2006/main">
  <p:tag name="KSO_WM_DIAGRAM_VIRTUALLY_FRAME" val="{&quot;height&quot;:262.575,&quot;left&quot;:36.75,&quot;top&quot;:13.525,&quot;width&quot;:859.475}"/>
</p:tagLst>
</file>

<file path=ppt/tags/tag87.xml><?xml version="1.0" encoding="utf-8"?>
<p:tagLst xmlns:p="http://schemas.openxmlformats.org/presentationml/2006/main">
  <p:tag name="KSO_WM_DIAGRAM_VIRTUALLY_FRAME" val="{&quot;height&quot;:262.575,&quot;left&quot;:36.75,&quot;top&quot;:13.525,&quot;width&quot;:859.475}"/>
</p:tagLst>
</file>

<file path=ppt/tags/tag88.xml><?xml version="1.0" encoding="utf-8"?>
<p:tagLst xmlns:p="http://schemas.openxmlformats.org/presentationml/2006/main">
  <p:tag name="KSO_WM_DIAGRAM_VIRTUALLY_FRAME" val="{&quot;height&quot;:262.575,&quot;left&quot;:36.75,&quot;top&quot;:13.525,&quot;width&quot;:859.475}"/>
</p:tagLst>
</file>

<file path=ppt/tags/tag89.xml><?xml version="1.0" encoding="utf-8"?>
<p:tagLst xmlns:p="http://schemas.openxmlformats.org/presentationml/2006/main">
  <p:tag name="KSO_WM_DIAGRAM_VIRTUALLY_FRAME" val="{&quot;height&quot;:262.575,&quot;left&quot;:36.75,&quot;top&quot;:13.525,&quot;width&quot;:859.475}"/>
</p:tagLst>
</file>

<file path=ppt/tags/tag90.xml><?xml version="1.0" encoding="utf-8"?>
<p:tagLst xmlns:p="http://schemas.openxmlformats.org/presentationml/2006/main">
  <p:tag name="KSO_WM_DIAGRAM_VIRTUALLY_FRAME" val="{&quot;height&quot;:262.575,&quot;left&quot;:36.75,&quot;top&quot;:13.525,&quot;width&quot;:859.475}"/>
</p:tagLst>
</file>

<file path=ppt/tags/tag91.xml><?xml version="1.0" encoding="utf-8"?>
<p:tagLst xmlns:p="http://schemas.openxmlformats.org/presentationml/2006/main">
  <p:tag name="KSO_WM_DIAGRAM_VIRTUALLY_FRAME" val="{&quot;height&quot;:262.575,&quot;left&quot;:36.75,&quot;top&quot;:13.525,&quot;width&quot;:859.475}"/>
</p:tagLst>
</file>

<file path=ppt/tags/tag92.xml><?xml version="1.0" encoding="utf-8"?>
<p:tagLst xmlns:p="http://schemas.openxmlformats.org/presentationml/2006/main">
  <p:tag name="KSO_WM_DIAGRAM_VIRTUALLY_FRAME" val="{&quot;height&quot;:262.575,&quot;left&quot;:36.75,&quot;top&quot;:13.525,&quot;width&quot;:859.475}"/>
</p:tagLst>
</file>

<file path=ppt/tags/tag93.xml><?xml version="1.0" encoding="utf-8"?>
<p:tagLst xmlns:p="http://schemas.openxmlformats.org/presentationml/2006/main">
  <p:tag name="KSO_WM_DIAGRAM_VIRTUALLY_FRAME" val="{&quot;height&quot;:262.575,&quot;left&quot;:36.75,&quot;top&quot;:13.525,&quot;width&quot;:859.475}"/>
</p:tagLst>
</file>

<file path=ppt/tags/tag94.xml><?xml version="1.0" encoding="utf-8"?>
<p:tagLst xmlns:p="http://schemas.openxmlformats.org/presentationml/2006/main">
  <p:tag name="KSO_WM_DIAGRAM_VIRTUALLY_FRAME" val="{&quot;height&quot;:262.575,&quot;left&quot;:36.75,&quot;top&quot;:13.525,&quot;width&quot;:859.475}"/>
</p:tagLst>
</file>

<file path=ppt/tags/tag95.xml><?xml version="1.0" encoding="utf-8"?>
<p:tagLst xmlns:p="http://schemas.openxmlformats.org/presentationml/2006/main">
  <p:tag name="KSO_WM_DIAGRAM_VIRTUALLY_FRAME" val="{&quot;height&quot;:262.575,&quot;left&quot;:36.75,&quot;top&quot;:13.525,&quot;width&quot;:859.475}"/>
</p:tagLst>
</file>

<file path=ppt/tags/tag96.xml><?xml version="1.0" encoding="utf-8"?>
<p:tagLst xmlns:p="http://schemas.openxmlformats.org/presentationml/2006/main">
  <p:tag name="KSO_WM_DIAGRAM_VIRTUALLY_FRAME" val="{&quot;height&quot;:262.575,&quot;left&quot;:36.75,&quot;top&quot;:13.525,&quot;width&quot;:859.475}"/>
</p:tagLst>
</file>

<file path=ppt/tags/tag97.xml><?xml version="1.0" encoding="utf-8"?>
<p:tagLst xmlns:p="http://schemas.openxmlformats.org/presentationml/2006/main">
  <p:tag name="KSO_WM_DIAGRAM_VIRTUALLY_FRAME" val="{&quot;height&quot;:262.575,&quot;left&quot;:36.75,&quot;top&quot;:13.525,&quot;width&quot;:859.475}"/>
</p:tagLst>
</file>

<file path=ppt/tags/tag98.xml><?xml version="1.0" encoding="utf-8"?>
<p:tagLst xmlns:p="http://schemas.openxmlformats.org/presentationml/2006/main">
  <p:tag name="KSO_WM_DIAGRAM_VIRTUALLY_FRAME" val="{&quot;height&quot;:262.575,&quot;left&quot;:36.75,&quot;top&quot;:13.525,&quot;width&quot;:859.475}"/>
</p:tagLst>
</file>

<file path=ppt/tags/tag99.xml><?xml version="1.0" encoding="utf-8"?>
<p:tagLst xmlns:p="http://schemas.openxmlformats.org/presentationml/2006/main">
  <p:tag name="KSO_WM_DIAGRAM_VIRTUALLY_FRAME" val="{&quot;height&quot;:262.575,&quot;left&quot;:36.75,&quot;top&quot;:13.525,&quot;width&quot;:859.475}"/>
</p:tagLst>
</file>

<file path=ppt/tags/tag100.xml><?xml version="1.0" encoding="utf-8"?>
<p:tagLst xmlns:p="http://schemas.openxmlformats.org/presentationml/2006/main">
  <p:tag name="KSO_WM_DIAGRAM_VIRTUALLY_FRAME" val="{&quot;height&quot;:262.575,&quot;left&quot;:36.75,&quot;top&quot;:13.525,&quot;width&quot;:859.475}"/>
</p:tagLst>
</file>

<file path=ppt/tags/tag101.xml><?xml version="1.0" encoding="utf-8"?>
<p:tagLst xmlns:p="http://schemas.openxmlformats.org/presentationml/2006/main">
  <p:tag name="KSO_WM_DIAGRAM_VIRTUALLY_FRAME" val="{&quot;height&quot;:262.575,&quot;left&quot;:36.75,&quot;top&quot;:13.525,&quot;width&quot;:859.475}"/>
</p:tagLst>
</file>

<file path=ppt/tags/tag102.xml><?xml version="1.0" encoding="utf-8"?>
<p:tagLst xmlns:p="http://schemas.openxmlformats.org/presentationml/2006/main">
  <p:tag name="KSO_WM_DIAGRAM_VIRTUALLY_FRAME" val="{&quot;height&quot;:262.575,&quot;left&quot;:36.75,&quot;top&quot;:13.525,&quot;width&quot;:859.475}"/>
</p:tagLst>
</file>

<file path=ppt/tags/tag103.xml><?xml version="1.0" encoding="utf-8"?>
<p:tagLst xmlns:p="http://schemas.openxmlformats.org/presentationml/2006/main">
  <p:tag name="KSO_WM_DIAGRAM_VIRTUALLY_FRAME" val="{&quot;height&quot;:262.575,&quot;left&quot;:36.75,&quot;top&quot;:13.525,&quot;width&quot;:859.475}"/>
</p:tagLst>
</file>

<file path=ppt/tags/tag104.xml><?xml version="1.0" encoding="utf-8"?>
<p:tagLst xmlns:p="http://schemas.openxmlformats.org/presentationml/2006/main">
  <p:tag name="KSO_WM_DIAGRAM_VIRTUALLY_FRAME" val="{&quot;height&quot;:262.575,&quot;left&quot;:36.75,&quot;top&quot;:13.525,&quot;width&quot;:859.475}"/>
</p:tagLst>
</file>

<file path=ppt/tags/tag105.xml><?xml version="1.0" encoding="utf-8"?>
<p:tagLst xmlns:p="http://schemas.openxmlformats.org/presentationml/2006/main">
  <p:tag name="KSO_WM_DIAGRAM_VIRTUALLY_FRAME" val="{&quot;height&quot;:262.575,&quot;left&quot;:36.75,&quot;top&quot;:13.525,&quot;width&quot;:859.475}"/>
</p:tagLst>
</file>

<file path=ppt/tags/tag106.xml><?xml version="1.0" encoding="utf-8"?>
<p:tagLst xmlns:p="http://schemas.openxmlformats.org/presentationml/2006/main">
  <p:tag name="commondata" val="eyJoZGlkIjoiYmNjNzQ4ODQ4MzgyOGUxOGY1OGJmNDczZWU5ZDUx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7066</Words>
  <Application>WPS 演示</Application>
  <PresentationFormat>宽屏</PresentationFormat>
  <Paragraphs>826</Paragraphs>
  <Slides>55</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514</vt:i4>
      </vt:variant>
      <vt:variant>
        <vt:lpstr>幻灯片标题</vt:lpstr>
      </vt:variant>
      <vt:variant>
        <vt:i4>55</vt:i4>
      </vt:variant>
    </vt:vector>
  </HeadingPairs>
  <TitlesOfParts>
    <vt:vector size="580" baseType="lpstr">
      <vt:lpstr>Arial</vt:lpstr>
      <vt:lpstr>宋体</vt:lpstr>
      <vt:lpstr>Wingdings</vt:lpstr>
      <vt:lpstr>Consolas</vt:lpstr>
      <vt:lpstr>等线 Light</vt:lpstr>
      <vt:lpstr>等线</vt:lpstr>
      <vt:lpstr>微软雅黑</vt:lpstr>
      <vt:lpstr>Arial Unicode MS</vt:lpstr>
      <vt:lpstr>Calibri</vt:lpstr>
      <vt:lpstr>Office 主题​​</vt:lpstr>
      <vt:lpstr>1_Office 主题​​</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电磁场理论复习、 简单边值问题的计算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 C</dc:creator>
  <cp:lastModifiedBy>oneTime</cp:lastModifiedBy>
  <cp:revision>3445</cp:revision>
  <dcterms:created xsi:type="dcterms:W3CDTF">2026-01-16T13:52:00Z</dcterms:created>
  <dcterms:modified xsi:type="dcterms:W3CDTF">2026-05-31T10:08:25Z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5929C3AF04D34816999E902B27129647_13</vt:lpwstr>
  </property>
  <property fmtid="{D5CDD505-2E9C-101B-9397-08002B2CF9AE}" pid="3" name="KSOProductBuildVer">
    <vt:lpwstr>2052-12.1.0.26375</vt:lpwstr>
  </property>
</Properties>
</file>